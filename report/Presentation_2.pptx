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821" r:id="rId1"/>
  </p:sldMasterIdLst>
  <p:notesMasterIdLst>
    <p:notesMasterId r:id="rId53"/>
  </p:notesMasterIdLst>
  <p:sldIdLst>
    <p:sldId id="372" r:id="rId2"/>
    <p:sldId id="373" r:id="rId3"/>
    <p:sldId id="343" r:id="rId4"/>
    <p:sldId id="260" r:id="rId5"/>
    <p:sldId id="261" r:id="rId6"/>
    <p:sldId id="339" r:id="rId7"/>
    <p:sldId id="273" r:id="rId8"/>
    <p:sldId id="362" r:id="rId9"/>
    <p:sldId id="363" r:id="rId10"/>
    <p:sldId id="364" r:id="rId11"/>
    <p:sldId id="369" r:id="rId12"/>
    <p:sldId id="370" r:id="rId13"/>
    <p:sldId id="377" r:id="rId14"/>
    <p:sldId id="265" r:id="rId15"/>
    <p:sldId id="374" r:id="rId16"/>
    <p:sldId id="262" r:id="rId17"/>
    <p:sldId id="376" r:id="rId18"/>
    <p:sldId id="375" r:id="rId19"/>
    <p:sldId id="266" r:id="rId20"/>
    <p:sldId id="313" r:id="rId21"/>
    <p:sldId id="267" r:id="rId22"/>
    <p:sldId id="323" r:id="rId23"/>
    <p:sldId id="269" r:id="rId24"/>
    <p:sldId id="324" r:id="rId25"/>
    <p:sldId id="325" r:id="rId26"/>
    <p:sldId id="329" r:id="rId27"/>
    <p:sldId id="378" r:id="rId28"/>
    <p:sldId id="379" r:id="rId29"/>
    <p:sldId id="319" r:id="rId30"/>
    <p:sldId id="336" r:id="rId31"/>
    <p:sldId id="316" r:id="rId32"/>
    <p:sldId id="315" r:id="rId33"/>
    <p:sldId id="327" r:id="rId34"/>
    <p:sldId id="321" r:id="rId35"/>
    <p:sldId id="332" r:id="rId36"/>
    <p:sldId id="333" r:id="rId37"/>
    <p:sldId id="322" r:id="rId38"/>
    <p:sldId id="328" r:id="rId39"/>
    <p:sldId id="318" r:id="rId40"/>
    <p:sldId id="317" r:id="rId41"/>
    <p:sldId id="334" r:id="rId42"/>
    <p:sldId id="335" r:id="rId43"/>
    <p:sldId id="284" r:id="rId44"/>
    <p:sldId id="320" r:id="rId45"/>
    <p:sldId id="358" r:id="rId46"/>
    <p:sldId id="357" r:id="rId47"/>
    <p:sldId id="359" r:id="rId48"/>
    <p:sldId id="371" r:id="rId49"/>
    <p:sldId id="360" r:id="rId50"/>
    <p:sldId id="380" r:id="rId51"/>
    <p:sldId id="314" r:id="rId52"/>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2776F"/>
    <a:srgbClr val="718A1D"/>
    <a:srgbClr val="3F5A42"/>
    <a:srgbClr val="1B667A"/>
    <a:srgbClr val="9DA6E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BA0A24B-535D-4496-85AC-89E9A91CF1F9}">
  <a:tblStyle styleId="{8BA0A24B-535D-4496-85AC-89E9A91CF1F9}"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176" autoAdjust="0"/>
    <p:restoredTop sz="94660"/>
  </p:normalViewPr>
  <p:slideViewPr>
    <p:cSldViewPr snapToGrid="0">
      <p:cViewPr varScale="1">
        <p:scale>
          <a:sx n="87" d="100"/>
          <a:sy n="87" d="100"/>
        </p:scale>
        <p:origin x="1086" y="84"/>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notesMaster" Target="notesMasters/notesMaster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diagrams/colors1.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E61D26C-A76C-48A7-8DE8-B87A060D5519}" type="doc">
      <dgm:prSet loTypeId="urn:microsoft.com/office/officeart/2005/8/layout/process4" loCatId="process" qsTypeId="urn:microsoft.com/office/officeart/2005/8/quickstyle/3d4" qsCatId="3D" csTypeId="urn:microsoft.com/office/officeart/2005/8/colors/colorful4" csCatId="colorful" phldr="1"/>
      <dgm:spPr/>
      <dgm:t>
        <a:bodyPr/>
        <a:lstStyle/>
        <a:p>
          <a:endParaRPr lang="en-IN"/>
        </a:p>
      </dgm:t>
    </dgm:pt>
    <dgm:pt modelId="{54A31B03-9A2E-4164-8CF7-F6512CFC91CD}">
      <dgm:prSet phldrT="[Text]" custT="1"/>
      <dgm:spPr/>
      <dgm:t>
        <a:bodyPr/>
        <a:lstStyle/>
        <a:p>
          <a:r>
            <a:rPr lang="en-US" sz="2000" b="0" dirty="0">
              <a:solidFill>
                <a:schemeClr val="tx1"/>
              </a:solidFill>
              <a:latin typeface="Poppins" panose="00000500000000000000" pitchFamily="2" charset="0"/>
              <a:cs typeface="Poppins" panose="00000500000000000000" pitchFamily="2" charset="0"/>
            </a:rPr>
            <a:t>Electric Vehicle Technology</a:t>
          </a:r>
          <a:endParaRPr lang="en-IN" sz="2000" b="0" dirty="0">
            <a:solidFill>
              <a:schemeClr val="tx1"/>
            </a:solidFill>
            <a:latin typeface="Poppins" panose="00000500000000000000" pitchFamily="2" charset="0"/>
            <a:cs typeface="Poppins" panose="00000500000000000000" pitchFamily="2" charset="0"/>
          </a:endParaRPr>
        </a:p>
      </dgm:t>
    </dgm:pt>
    <dgm:pt modelId="{E9A75BB2-789E-4C50-9A05-66D230CD8F7C}" type="parTrans" cxnId="{05B866A6-020F-4ED0-8FE7-948855EC252E}">
      <dgm:prSet/>
      <dgm:spPr/>
      <dgm:t>
        <a:bodyPr/>
        <a:lstStyle/>
        <a:p>
          <a:endParaRPr lang="en-IN" sz="2000" b="0">
            <a:solidFill>
              <a:schemeClr val="bg2"/>
            </a:solidFill>
            <a:latin typeface="Poppins" panose="00000500000000000000" pitchFamily="2" charset="0"/>
            <a:cs typeface="Poppins" panose="00000500000000000000" pitchFamily="2" charset="0"/>
          </a:endParaRPr>
        </a:p>
      </dgm:t>
    </dgm:pt>
    <dgm:pt modelId="{72FCF3EA-3334-4C03-BBE3-2B460412FD4B}" type="sibTrans" cxnId="{05B866A6-020F-4ED0-8FE7-948855EC252E}">
      <dgm:prSet custT="1"/>
      <dgm:spPr/>
      <dgm:t>
        <a:bodyPr/>
        <a:lstStyle/>
        <a:p>
          <a:endParaRPr lang="en-IN" sz="2000" b="0">
            <a:solidFill>
              <a:schemeClr val="bg2"/>
            </a:solidFill>
            <a:latin typeface="Poppins" panose="00000500000000000000" pitchFamily="2" charset="0"/>
            <a:cs typeface="Poppins" panose="00000500000000000000" pitchFamily="2" charset="0"/>
          </a:endParaRPr>
        </a:p>
      </dgm:t>
    </dgm:pt>
    <dgm:pt modelId="{404A4599-7BCE-464E-8A78-AE35EAE7A337}" type="asst">
      <dgm:prSet phldrT="[Text]" custT="1"/>
      <dgm:spPr/>
      <dgm:t>
        <a:bodyPr/>
        <a:lstStyle/>
        <a:p>
          <a:r>
            <a:rPr lang="en-US" sz="2000" b="0" dirty="0">
              <a:solidFill>
                <a:schemeClr val="tx1"/>
              </a:solidFill>
              <a:latin typeface="Poppins" panose="00000500000000000000" pitchFamily="2" charset="0"/>
              <a:cs typeface="Poppins" panose="00000500000000000000" pitchFamily="2" charset="0"/>
            </a:rPr>
            <a:t>Electric Motor Drive System</a:t>
          </a:r>
          <a:endParaRPr lang="en-IN" sz="2000" b="0" dirty="0">
            <a:solidFill>
              <a:schemeClr val="tx1"/>
            </a:solidFill>
            <a:latin typeface="Poppins" panose="00000500000000000000" pitchFamily="2" charset="0"/>
            <a:cs typeface="Poppins" panose="00000500000000000000" pitchFamily="2" charset="0"/>
          </a:endParaRPr>
        </a:p>
      </dgm:t>
    </dgm:pt>
    <dgm:pt modelId="{E18580FE-F12B-4770-A890-8795ED5B8E96}" type="parTrans" cxnId="{4E61C210-0B65-463A-86CD-B974971BC89E}">
      <dgm:prSet/>
      <dgm:spPr/>
      <dgm:t>
        <a:bodyPr/>
        <a:lstStyle/>
        <a:p>
          <a:endParaRPr lang="en-IN" sz="2000" b="0">
            <a:solidFill>
              <a:schemeClr val="bg2"/>
            </a:solidFill>
            <a:latin typeface="Poppins" panose="00000500000000000000" pitchFamily="2" charset="0"/>
            <a:cs typeface="Poppins" panose="00000500000000000000" pitchFamily="2" charset="0"/>
          </a:endParaRPr>
        </a:p>
      </dgm:t>
    </dgm:pt>
    <dgm:pt modelId="{9F709613-EC66-4EF7-BF23-6E5DC7BD3A63}" type="sibTrans" cxnId="{4E61C210-0B65-463A-86CD-B974971BC89E}">
      <dgm:prSet custT="1"/>
      <dgm:spPr/>
      <dgm:t>
        <a:bodyPr/>
        <a:lstStyle/>
        <a:p>
          <a:endParaRPr lang="en-IN" sz="2000" b="0">
            <a:solidFill>
              <a:schemeClr val="bg2"/>
            </a:solidFill>
            <a:latin typeface="Poppins" panose="00000500000000000000" pitchFamily="2" charset="0"/>
            <a:cs typeface="Poppins" panose="00000500000000000000" pitchFamily="2" charset="0"/>
          </a:endParaRPr>
        </a:p>
      </dgm:t>
    </dgm:pt>
    <dgm:pt modelId="{2EBBC1EE-0165-4FB0-8431-A9791C633775}" type="asst">
      <dgm:prSet phldrT="[Text]" custT="1"/>
      <dgm:spPr/>
      <dgm:t>
        <a:bodyPr/>
        <a:lstStyle/>
        <a:p>
          <a:r>
            <a:rPr lang="en-US" sz="2000" b="0" dirty="0">
              <a:solidFill>
                <a:schemeClr val="bg1"/>
              </a:solidFill>
              <a:latin typeface="Poppins" panose="00000500000000000000" pitchFamily="2" charset="0"/>
              <a:cs typeface="Poppins" panose="00000500000000000000" pitchFamily="2" charset="0"/>
            </a:rPr>
            <a:t>DC/ BLDC Motor</a:t>
          </a:r>
          <a:endParaRPr lang="en-IN" sz="2000" b="0" dirty="0">
            <a:solidFill>
              <a:schemeClr val="bg1"/>
            </a:solidFill>
            <a:latin typeface="Poppins" panose="00000500000000000000" pitchFamily="2" charset="0"/>
            <a:cs typeface="Poppins" panose="00000500000000000000" pitchFamily="2" charset="0"/>
          </a:endParaRPr>
        </a:p>
      </dgm:t>
    </dgm:pt>
    <dgm:pt modelId="{5C72520A-0A8B-4D65-AE0B-88C670D9AD7F}" type="parTrans" cxnId="{C950EF7B-2CF1-4429-A4DA-2BD795983026}">
      <dgm:prSet/>
      <dgm:spPr/>
      <dgm:t>
        <a:bodyPr/>
        <a:lstStyle/>
        <a:p>
          <a:endParaRPr lang="en-IN" sz="2000" b="0">
            <a:solidFill>
              <a:schemeClr val="bg2"/>
            </a:solidFill>
            <a:latin typeface="Poppins" panose="00000500000000000000" pitchFamily="2" charset="0"/>
            <a:cs typeface="Poppins" panose="00000500000000000000" pitchFamily="2" charset="0"/>
          </a:endParaRPr>
        </a:p>
      </dgm:t>
    </dgm:pt>
    <dgm:pt modelId="{BC646BA0-EEC0-4786-B9DC-267EB329018E}" type="sibTrans" cxnId="{C950EF7B-2CF1-4429-A4DA-2BD795983026}">
      <dgm:prSet/>
      <dgm:spPr/>
      <dgm:t>
        <a:bodyPr/>
        <a:lstStyle/>
        <a:p>
          <a:endParaRPr lang="en-IN" sz="2000" b="0">
            <a:solidFill>
              <a:schemeClr val="bg2"/>
            </a:solidFill>
            <a:latin typeface="Poppins" panose="00000500000000000000" pitchFamily="2" charset="0"/>
            <a:cs typeface="Poppins" panose="00000500000000000000" pitchFamily="2" charset="0"/>
          </a:endParaRPr>
        </a:p>
      </dgm:t>
    </dgm:pt>
    <dgm:pt modelId="{0D3FC788-5955-4205-A24E-D456A3BBB652}" type="asst">
      <dgm:prSet phldrT="[Text]" custT="1"/>
      <dgm:spPr/>
      <dgm:t>
        <a:bodyPr/>
        <a:lstStyle/>
        <a:p>
          <a:r>
            <a:rPr lang="en-US" sz="2000" b="0" dirty="0">
              <a:solidFill>
                <a:schemeClr val="bg1"/>
              </a:solidFill>
              <a:latin typeface="Poppins" panose="00000500000000000000" pitchFamily="2" charset="0"/>
              <a:cs typeface="Poppins" panose="00000500000000000000" pitchFamily="2" charset="0"/>
            </a:rPr>
            <a:t>Induction Motor</a:t>
          </a:r>
          <a:endParaRPr lang="en-IN" sz="2000" b="0" dirty="0">
            <a:solidFill>
              <a:schemeClr val="bg1"/>
            </a:solidFill>
            <a:latin typeface="Poppins" panose="00000500000000000000" pitchFamily="2" charset="0"/>
            <a:cs typeface="Poppins" panose="00000500000000000000" pitchFamily="2" charset="0"/>
          </a:endParaRPr>
        </a:p>
      </dgm:t>
    </dgm:pt>
    <dgm:pt modelId="{0A6A48EB-8070-4929-BCC6-8DE78423E7D5}" type="parTrans" cxnId="{6F96043B-7F86-4FCD-AB49-D7BB20B28838}">
      <dgm:prSet/>
      <dgm:spPr/>
      <dgm:t>
        <a:bodyPr/>
        <a:lstStyle/>
        <a:p>
          <a:endParaRPr lang="en-IN" sz="2000" b="0">
            <a:solidFill>
              <a:schemeClr val="bg2"/>
            </a:solidFill>
            <a:latin typeface="Poppins" panose="00000500000000000000" pitchFamily="2" charset="0"/>
            <a:cs typeface="Poppins" panose="00000500000000000000" pitchFamily="2" charset="0"/>
          </a:endParaRPr>
        </a:p>
      </dgm:t>
    </dgm:pt>
    <dgm:pt modelId="{2A4AF2D4-87F4-4381-BABA-5D1A0DB78028}" type="sibTrans" cxnId="{6F96043B-7F86-4FCD-AB49-D7BB20B28838}">
      <dgm:prSet/>
      <dgm:spPr/>
      <dgm:t>
        <a:bodyPr/>
        <a:lstStyle/>
        <a:p>
          <a:endParaRPr lang="en-IN" sz="2000" b="0">
            <a:solidFill>
              <a:schemeClr val="bg2"/>
            </a:solidFill>
            <a:latin typeface="Poppins" panose="00000500000000000000" pitchFamily="2" charset="0"/>
            <a:cs typeface="Poppins" panose="00000500000000000000" pitchFamily="2" charset="0"/>
          </a:endParaRPr>
        </a:p>
      </dgm:t>
    </dgm:pt>
    <dgm:pt modelId="{0E4333EF-DFB6-4A91-9AB5-A5D00F31C2DC}" type="asst">
      <dgm:prSet phldrT="[Text]" custT="1"/>
      <dgm:spPr/>
      <dgm:t>
        <a:bodyPr/>
        <a:lstStyle/>
        <a:p>
          <a:r>
            <a:rPr lang="en-US" sz="2000" b="0" dirty="0">
              <a:solidFill>
                <a:schemeClr val="bg1"/>
              </a:solidFill>
              <a:latin typeface="Poppins" panose="00000500000000000000" pitchFamily="2" charset="0"/>
              <a:cs typeface="Poppins" panose="00000500000000000000" pitchFamily="2" charset="0"/>
            </a:rPr>
            <a:t>PMSM</a:t>
          </a:r>
          <a:endParaRPr lang="en-IN" sz="2000" b="0" dirty="0">
            <a:solidFill>
              <a:schemeClr val="bg1"/>
            </a:solidFill>
            <a:latin typeface="Poppins" panose="00000500000000000000" pitchFamily="2" charset="0"/>
            <a:cs typeface="Poppins" panose="00000500000000000000" pitchFamily="2" charset="0"/>
          </a:endParaRPr>
        </a:p>
      </dgm:t>
    </dgm:pt>
    <dgm:pt modelId="{4F8AADB1-0941-4B4C-9594-29F7A899A2CE}" type="parTrans" cxnId="{D6DA4B41-03CF-462A-9C9C-DD1BEEEE7919}">
      <dgm:prSet/>
      <dgm:spPr/>
      <dgm:t>
        <a:bodyPr/>
        <a:lstStyle/>
        <a:p>
          <a:endParaRPr lang="en-IN" sz="2000" b="0">
            <a:solidFill>
              <a:schemeClr val="bg2"/>
            </a:solidFill>
            <a:latin typeface="Poppins" panose="00000500000000000000" pitchFamily="2" charset="0"/>
            <a:cs typeface="Poppins" panose="00000500000000000000" pitchFamily="2" charset="0"/>
          </a:endParaRPr>
        </a:p>
      </dgm:t>
    </dgm:pt>
    <dgm:pt modelId="{C156A61A-8E66-4DD6-82F8-6C717483ADBB}" type="sibTrans" cxnId="{D6DA4B41-03CF-462A-9C9C-DD1BEEEE7919}">
      <dgm:prSet/>
      <dgm:spPr/>
      <dgm:t>
        <a:bodyPr/>
        <a:lstStyle/>
        <a:p>
          <a:endParaRPr lang="en-IN" sz="2000" b="0">
            <a:solidFill>
              <a:schemeClr val="bg2"/>
            </a:solidFill>
            <a:latin typeface="Poppins" panose="00000500000000000000" pitchFamily="2" charset="0"/>
            <a:cs typeface="Poppins" panose="00000500000000000000" pitchFamily="2" charset="0"/>
          </a:endParaRPr>
        </a:p>
      </dgm:t>
    </dgm:pt>
    <dgm:pt modelId="{E1129103-3EFA-4370-A55A-92BA038C7F57}" type="asst">
      <dgm:prSet phldrT="[Text]" custT="1"/>
      <dgm:spPr/>
      <dgm:t>
        <a:bodyPr/>
        <a:lstStyle/>
        <a:p>
          <a:r>
            <a:rPr lang="en-US" sz="2000" b="0" dirty="0">
              <a:solidFill>
                <a:schemeClr val="tx1"/>
              </a:solidFill>
              <a:latin typeface="Poppins" panose="00000500000000000000" pitchFamily="2" charset="0"/>
              <a:cs typeface="Poppins" panose="00000500000000000000" pitchFamily="2" charset="0"/>
            </a:rPr>
            <a:t>Motor Control Algorithms</a:t>
          </a:r>
          <a:endParaRPr lang="en-IN" sz="2000" b="0" dirty="0">
            <a:solidFill>
              <a:schemeClr val="tx1"/>
            </a:solidFill>
            <a:latin typeface="Poppins" panose="00000500000000000000" pitchFamily="2" charset="0"/>
            <a:cs typeface="Poppins" panose="00000500000000000000" pitchFamily="2" charset="0"/>
          </a:endParaRPr>
        </a:p>
      </dgm:t>
    </dgm:pt>
    <dgm:pt modelId="{D55936B0-65EE-496E-8E98-0FB1E962067B}" type="parTrans" cxnId="{9E5C1AD9-FCD4-4E0A-B2BE-A5611CB9792B}">
      <dgm:prSet/>
      <dgm:spPr/>
      <dgm:t>
        <a:bodyPr/>
        <a:lstStyle/>
        <a:p>
          <a:endParaRPr lang="en-IN" sz="2000" b="0">
            <a:solidFill>
              <a:schemeClr val="bg2"/>
            </a:solidFill>
            <a:latin typeface="Poppins" panose="00000500000000000000" pitchFamily="2" charset="0"/>
            <a:cs typeface="Poppins" panose="00000500000000000000" pitchFamily="2" charset="0"/>
          </a:endParaRPr>
        </a:p>
      </dgm:t>
    </dgm:pt>
    <dgm:pt modelId="{393EC63D-BAEF-47AC-8786-A350EBF64541}" type="sibTrans" cxnId="{9E5C1AD9-FCD4-4E0A-B2BE-A5611CB9792B}">
      <dgm:prSet custT="1"/>
      <dgm:spPr/>
      <dgm:t>
        <a:bodyPr/>
        <a:lstStyle/>
        <a:p>
          <a:endParaRPr lang="en-IN" sz="2000" b="0">
            <a:solidFill>
              <a:schemeClr val="bg2"/>
            </a:solidFill>
            <a:latin typeface="Poppins" panose="00000500000000000000" pitchFamily="2" charset="0"/>
            <a:cs typeface="Poppins" panose="00000500000000000000" pitchFamily="2" charset="0"/>
          </a:endParaRPr>
        </a:p>
      </dgm:t>
    </dgm:pt>
    <dgm:pt modelId="{9BE275C6-D93A-4698-A49E-9765934A2027}" type="asst">
      <dgm:prSet phldrT="[Text]" custT="1"/>
      <dgm:spPr/>
      <dgm:t>
        <a:bodyPr/>
        <a:lstStyle/>
        <a:p>
          <a:r>
            <a:rPr lang="en-US" sz="2000" b="0" dirty="0">
              <a:solidFill>
                <a:schemeClr val="tx1"/>
              </a:solidFill>
              <a:latin typeface="Poppins" panose="00000500000000000000" pitchFamily="2" charset="0"/>
              <a:cs typeface="Poppins" panose="00000500000000000000" pitchFamily="2" charset="0"/>
            </a:rPr>
            <a:t>Regenerative Braking System</a:t>
          </a:r>
          <a:endParaRPr lang="en-IN" sz="2000" b="0" dirty="0">
            <a:solidFill>
              <a:schemeClr val="tx1"/>
            </a:solidFill>
            <a:latin typeface="Poppins" panose="00000500000000000000" pitchFamily="2" charset="0"/>
            <a:cs typeface="Poppins" panose="00000500000000000000" pitchFamily="2" charset="0"/>
          </a:endParaRPr>
        </a:p>
      </dgm:t>
    </dgm:pt>
    <dgm:pt modelId="{0835B233-48EE-4B13-BF94-920D8CB0EFA0}" type="parTrans" cxnId="{AF4CC191-4973-4CE9-B0CA-7061FB3F2823}">
      <dgm:prSet/>
      <dgm:spPr/>
      <dgm:t>
        <a:bodyPr/>
        <a:lstStyle/>
        <a:p>
          <a:endParaRPr lang="en-IN" sz="2000" b="0">
            <a:solidFill>
              <a:schemeClr val="bg2"/>
            </a:solidFill>
            <a:latin typeface="Poppins" panose="00000500000000000000" pitchFamily="2" charset="0"/>
            <a:cs typeface="Poppins" panose="00000500000000000000" pitchFamily="2" charset="0"/>
          </a:endParaRPr>
        </a:p>
      </dgm:t>
    </dgm:pt>
    <dgm:pt modelId="{FC2CF026-B13A-4D03-81BF-98C42A93A7E8}" type="sibTrans" cxnId="{AF4CC191-4973-4CE9-B0CA-7061FB3F2823}">
      <dgm:prSet custT="1"/>
      <dgm:spPr/>
      <dgm:t>
        <a:bodyPr/>
        <a:lstStyle/>
        <a:p>
          <a:endParaRPr lang="en-IN" sz="2000" b="0">
            <a:solidFill>
              <a:schemeClr val="bg2"/>
            </a:solidFill>
            <a:latin typeface="Poppins" panose="00000500000000000000" pitchFamily="2" charset="0"/>
            <a:cs typeface="Poppins" panose="00000500000000000000" pitchFamily="2" charset="0"/>
          </a:endParaRPr>
        </a:p>
      </dgm:t>
    </dgm:pt>
    <dgm:pt modelId="{F04B8707-26AF-4951-86AF-66AD0BF832A2}" type="pres">
      <dgm:prSet presAssocID="{4E61D26C-A76C-48A7-8DE8-B87A060D5519}" presName="Name0" presStyleCnt="0">
        <dgm:presLayoutVars>
          <dgm:dir/>
          <dgm:animLvl val="lvl"/>
          <dgm:resizeHandles val="exact"/>
        </dgm:presLayoutVars>
      </dgm:prSet>
      <dgm:spPr/>
    </dgm:pt>
    <dgm:pt modelId="{3CE22F53-568A-4C6E-82E4-67C28A005628}" type="pres">
      <dgm:prSet presAssocID="{9BE275C6-D93A-4698-A49E-9765934A2027}" presName="boxAndChildren" presStyleCnt="0"/>
      <dgm:spPr/>
    </dgm:pt>
    <dgm:pt modelId="{8B005947-6C20-4F42-836C-D21D44026B59}" type="pres">
      <dgm:prSet presAssocID="{9BE275C6-D93A-4698-A49E-9765934A2027}" presName="parentTextBox" presStyleLbl="asst0" presStyleIdx="0" presStyleCnt="3"/>
      <dgm:spPr/>
    </dgm:pt>
    <dgm:pt modelId="{8BAD4206-E724-445B-9CB7-24B7C70C0198}" type="pres">
      <dgm:prSet presAssocID="{393EC63D-BAEF-47AC-8786-A350EBF64541}" presName="sp" presStyleCnt="0"/>
      <dgm:spPr/>
    </dgm:pt>
    <dgm:pt modelId="{9B14560A-07EB-4B7D-9524-E471E9104A35}" type="pres">
      <dgm:prSet presAssocID="{E1129103-3EFA-4370-A55A-92BA038C7F57}" presName="arrowAndChildren" presStyleCnt="0"/>
      <dgm:spPr/>
    </dgm:pt>
    <dgm:pt modelId="{125BCB8C-5B04-4201-97AD-69D82EAA3AD4}" type="pres">
      <dgm:prSet presAssocID="{E1129103-3EFA-4370-A55A-92BA038C7F57}" presName="parentTextArrow" presStyleLbl="asst0" presStyleIdx="1" presStyleCnt="3"/>
      <dgm:spPr/>
    </dgm:pt>
    <dgm:pt modelId="{4FEBAA26-696D-4B16-B4E6-76DDE47A27F0}" type="pres">
      <dgm:prSet presAssocID="{9F709613-EC66-4EF7-BF23-6E5DC7BD3A63}" presName="sp" presStyleCnt="0"/>
      <dgm:spPr/>
    </dgm:pt>
    <dgm:pt modelId="{2946484B-259B-4048-B75D-2DD460CDD727}" type="pres">
      <dgm:prSet presAssocID="{404A4599-7BCE-464E-8A78-AE35EAE7A337}" presName="arrowAndChildren" presStyleCnt="0"/>
      <dgm:spPr/>
    </dgm:pt>
    <dgm:pt modelId="{93274DE2-7276-4E01-88CD-C0B0FAB2AD3F}" type="pres">
      <dgm:prSet presAssocID="{404A4599-7BCE-464E-8A78-AE35EAE7A337}" presName="parentTextArrow" presStyleLbl="asst0" presStyleIdx="1" presStyleCnt="3"/>
      <dgm:spPr/>
    </dgm:pt>
    <dgm:pt modelId="{5C738055-09DA-4D2C-96A7-D96B8EBF932D}" type="pres">
      <dgm:prSet presAssocID="{404A4599-7BCE-464E-8A78-AE35EAE7A337}" presName="arrow" presStyleLbl="asst0" presStyleIdx="2" presStyleCnt="3"/>
      <dgm:spPr/>
    </dgm:pt>
    <dgm:pt modelId="{E180E006-03DE-45F4-9211-3C976710777C}" type="pres">
      <dgm:prSet presAssocID="{404A4599-7BCE-464E-8A78-AE35EAE7A337}" presName="descendantArrow" presStyleCnt="0"/>
      <dgm:spPr/>
    </dgm:pt>
    <dgm:pt modelId="{45DD9A4F-6D5D-4820-8B23-72ED7DB8F83A}" type="pres">
      <dgm:prSet presAssocID="{2EBBC1EE-0165-4FB0-8431-A9791C633775}" presName="childTextArrow" presStyleLbl="fgAccFollowNode1" presStyleIdx="0" presStyleCnt="3">
        <dgm:presLayoutVars>
          <dgm:bulletEnabled val="1"/>
        </dgm:presLayoutVars>
      </dgm:prSet>
      <dgm:spPr/>
    </dgm:pt>
    <dgm:pt modelId="{89B9AD49-4422-4A3A-A851-0D2D0D82088F}" type="pres">
      <dgm:prSet presAssocID="{0D3FC788-5955-4205-A24E-D456A3BBB652}" presName="childTextArrow" presStyleLbl="fgAccFollowNode1" presStyleIdx="1" presStyleCnt="3">
        <dgm:presLayoutVars>
          <dgm:bulletEnabled val="1"/>
        </dgm:presLayoutVars>
      </dgm:prSet>
      <dgm:spPr/>
    </dgm:pt>
    <dgm:pt modelId="{834C6B78-0251-4ECE-8B5F-9DA085531AC0}" type="pres">
      <dgm:prSet presAssocID="{0E4333EF-DFB6-4A91-9AB5-A5D00F31C2DC}" presName="childTextArrow" presStyleLbl="fgAccFollowNode1" presStyleIdx="2" presStyleCnt="3">
        <dgm:presLayoutVars>
          <dgm:bulletEnabled val="1"/>
        </dgm:presLayoutVars>
      </dgm:prSet>
      <dgm:spPr/>
    </dgm:pt>
    <dgm:pt modelId="{86E9734E-D6DA-40DA-9658-ED941D58396B}" type="pres">
      <dgm:prSet presAssocID="{72FCF3EA-3334-4C03-BBE3-2B460412FD4B}" presName="sp" presStyleCnt="0"/>
      <dgm:spPr/>
    </dgm:pt>
    <dgm:pt modelId="{05354DF5-9D5A-472D-A54A-4D40BA38086E}" type="pres">
      <dgm:prSet presAssocID="{54A31B03-9A2E-4164-8CF7-F6512CFC91CD}" presName="arrowAndChildren" presStyleCnt="0"/>
      <dgm:spPr/>
    </dgm:pt>
    <dgm:pt modelId="{864D984C-EB1F-4210-9F87-F6D3DC5E38A7}" type="pres">
      <dgm:prSet presAssocID="{54A31B03-9A2E-4164-8CF7-F6512CFC91CD}" presName="parentTextArrow" presStyleLbl="node1" presStyleIdx="0" presStyleCnt="1"/>
      <dgm:spPr/>
    </dgm:pt>
  </dgm:ptLst>
  <dgm:cxnLst>
    <dgm:cxn modelId="{4E61C210-0B65-463A-86CD-B974971BC89E}" srcId="{4E61D26C-A76C-48A7-8DE8-B87A060D5519}" destId="{404A4599-7BCE-464E-8A78-AE35EAE7A337}" srcOrd="1" destOrd="0" parTransId="{E18580FE-F12B-4770-A890-8795ED5B8E96}" sibTransId="{9F709613-EC66-4EF7-BF23-6E5DC7BD3A63}"/>
    <dgm:cxn modelId="{F3B8ED11-9D11-486C-88BD-D7960FC9F181}" type="presOf" srcId="{2EBBC1EE-0165-4FB0-8431-A9791C633775}" destId="{45DD9A4F-6D5D-4820-8B23-72ED7DB8F83A}" srcOrd="0" destOrd="0" presId="urn:microsoft.com/office/officeart/2005/8/layout/process4"/>
    <dgm:cxn modelId="{91FF2F26-3138-4035-A733-ACDE84CE62EC}" type="presOf" srcId="{0E4333EF-DFB6-4A91-9AB5-A5D00F31C2DC}" destId="{834C6B78-0251-4ECE-8B5F-9DA085531AC0}" srcOrd="0" destOrd="0" presId="urn:microsoft.com/office/officeart/2005/8/layout/process4"/>
    <dgm:cxn modelId="{0E542433-03D2-47B1-BE2A-F1133629B1FC}" type="presOf" srcId="{54A31B03-9A2E-4164-8CF7-F6512CFC91CD}" destId="{864D984C-EB1F-4210-9F87-F6D3DC5E38A7}" srcOrd="0" destOrd="0" presId="urn:microsoft.com/office/officeart/2005/8/layout/process4"/>
    <dgm:cxn modelId="{6F96043B-7F86-4FCD-AB49-D7BB20B28838}" srcId="{404A4599-7BCE-464E-8A78-AE35EAE7A337}" destId="{0D3FC788-5955-4205-A24E-D456A3BBB652}" srcOrd="1" destOrd="0" parTransId="{0A6A48EB-8070-4929-BCC6-8DE78423E7D5}" sibTransId="{2A4AF2D4-87F4-4381-BABA-5D1A0DB78028}"/>
    <dgm:cxn modelId="{EFA8BF5F-1C60-424C-BEB3-D7DA1A7020C5}" type="presOf" srcId="{404A4599-7BCE-464E-8A78-AE35EAE7A337}" destId="{5C738055-09DA-4D2C-96A7-D96B8EBF932D}" srcOrd="1" destOrd="0" presId="urn:microsoft.com/office/officeart/2005/8/layout/process4"/>
    <dgm:cxn modelId="{D6DA4B41-03CF-462A-9C9C-DD1BEEEE7919}" srcId="{404A4599-7BCE-464E-8A78-AE35EAE7A337}" destId="{0E4333EF-DFB6-4A91-9AB5-A5D00F31C2DC}" srcOrd="2" destOrd="0" parTransId="{4F8AADB1-0941-4B4C-9594-29F7A899A2CE}" sibTransId="{C156A61A-8E66-4DD6-82F8-6C717483ADBB}"/>
    <dgm:cxn modelId="{F56FEA76-091C-4962-8AE6-06FAF3BC34D7}" type="presOf" srcId="{0D3FC788-5955-4205-A24E-D456A3BBB652}" destId="{89B9AD49-4422-4A3A-A851-0D2D0D82088F}" srcOrd="0" destOrd="0" presId="urn:microsoft.com/office/officeart/2005/8/layout/process4"/>
    <dgm:cxn modelId="{C950EF7B-2CF1-4429-A4DA-2BD795983026}" srcId="{404A4599-7BCE-464E-8A78-AE35EAE7A337}" destId="{2EBBC1EE-0165-4FB0-8431-A9791C633775}" srcOrd="0" destOrd="0" parTransId="{5C72520A-0A8B-4D65-AE0B-88C670D9AD7F}" sibTransId="{BC646BA0-EEC0-4786-B9DC-267EB329018E}"/>
    <dgm:cxn modelId="{AF4CC191-4973-4CE9-B0CA-7061FB3F2823}" srcId="{4E61D26C-A76C-48A7-8DE8-B87A060D5519}" destId="{9BE275C6-D93A-4698-A49E-9765934A2027}" srcOrd="3" destOrd="0" parTransId="{0835B233-48EE-4B13-BF94-920D8CB0EFA0}" sibTransId="{FC2CF026-B13A-4D03-81BF-98C42A93A7E8}"/>
    <dgm:cxn modelId="{70B1E692-EF51-4115-9E0A-4C466508177B}" type="presOf" srcId="{404A4599-7BCE-464E-8A78-AE35EAE7A337}" destId="{93274DE2-7276-4E01-88CD-C0B0FAB2AD3F}" srcOrd="0" destOrd="0" presId="urn:microsoft.com/office/officeart/2005/8/layout/process4"/>
    <dgm:cxn modelId="{05B866A6-020F-4ED0-8FE7-948855EC252E}" srcId="{4E61D26C-A76C-48A7-8DE8-B87A060D5519}" destId="{54A31B03-9A2E-4164-8CF7-F6512CFC91CD}" srcOrd="0" destOrd="0" parTransId="{E9A75BB2-789E-4C50-9A05-66D230CD8F7C}" sibTransId="{72FCF3EA-3334-4C03-BBE3-2B460412FD4B}"/>
    <dgm:cxn modelId="{A11A25C5-35CE-4F42-97DF-2A73D2126AD2}" type="presOf" srcId="{4E61D26C-A76C-48A7-8DE8-B87A060D5519}" destId="{F04B8707-26AF-4951-86AF-66AD0BF832A2}" srcOrd="0" destOrd="0" presId="urn:microsoft.com/office/officeart/2005/8/layout/process4"/>
    <dgm:cxn modelId="{2FBB9CD7-DC30-429B-9920-84A64B368F48}" type="presOf" srcId="{E1129103-3EFA-4370-A55A-92BA038C7F57}" destId="{125BCB8C-5B04-4201-97AD-69D82EAA3AD4}" srcOrd="0" destOrd="0" presId="urn:microsoft.com/office/officeart/2005/8/layout/process4"/>
    <dgm:cxn modelId="{9E5C1AD9-FCD4-4E0A-B2BE-A5611CB9792B}" srcId="{4E61D26C-A76C-48A7-8DE8-B87A060D5519}" destId="{E1129103-3EFA-4370-A55A-92BA038C7F57}" srcOrd="2" destOrd="0" parTransId="{D55936B0-65EE-496E-8E98-0FB1E962067B}" sibTransId="{393EC63D-BAEF-47AC-8786-A350EBF64541}"/>
    <dgm:cxn modelId="{64A72BEC-C8B0-4FC4-AA8A-AB0E5179C0E1}" type="presOf" srcId="{9BE275C6-D93A-4698-A49E-9765934A2027}" destId="{8B005947-6C20-4F42-836C-D21D44026B59}" srcOrd="0" destOrd="0" presId="urn:microsoft.com/office/officeart/2005/8/layout/process4"/>
    <dgm:cxn modelId="{34BC7BE0-2CF2-4F43-99C8-DBABF516E228}" type="presParOf" srcId="{F04B8707-26AF-4951-86AF-66AD0BF832A2}" destId="{3CE22F53-568A-4C6E-82E4-67C28A005628}" srcOrd="0" destOrd="0" presId="urn:microsoft.com/office/officeart/2005/8/layout/process4"/>
    <dgm:cxn modelId="{844F500D-AF25-42B4-B14A-92F6C6677C79}" type="presParOf" srcId="{3CE22F53-568A-4C6E-82E4-67C28A005628}" destId="{8B005947-6C20-4F42-836C-D21D44026B59}" srcOrd="0" destOrd="0" presId="urn:microsoft.com/office/officeart/2005/8/layout/process4"/>
    <dgm:cxn modelId="{ADB3D90C-F2CB-48FD-9C58-F61D5F30B495}" type="presParOf" srcId="{F04B8707-26AF-4951-86AF-66AD0BF832A2}" destId="{8BAD4206-E724-445B-9CB7-24B7C70C0198}" srcOrd="1" destOrd="0" presId="urn:microsoft.com/office/officeart/2005/8/layout/process4"/>
    <dgm:cxn modelId="{D7C342F5-095C-428A-988C-34B7B436BE21}" type="presParOf" srcId="{F04B8707-26AF-4951-86AF-66AD0BF832A2}" destId="{9B14560A-07EB-4B7D-9524-E471E9104A35}" srcOrd="2" destOrd="0" presId="urn:microsoft.com/office/officeart/2005/8/layout/process4"/>
    <dgm:cxn modelId="{9D41CB48-611C-47CE-95A2-6BC28A98CC44}" type="presParOf" srcId="{9B14560A-07EB-4B7D-9524-E471E9104A35}" destId="{125BCB8C-5B04-4201-97AD-69D82EAA3AD4}" srcOrd="0" destOrd="0" presId="urn:microsoft.com/office/officeart/2005/8/layout/process4"/>
    <dgm:cxn modelId="{DEDD690B-70E4-4BAD-99BC-5667D6A1FF83}" type="presParOf" srcId="{F04B8707-26AF-4951-86AF-66AD0BF832A2}" destId="{4FEBAA26-696D-4B16-B4E6-76DDE47A27F0}" srcOrd="3" destOrd="0" presId="urn:microsoft.com/office/officeart/2005/8/layout/process4"/>
    <dgm:cxn modelId="{82004F08-4739-48EE-ACE6-6B6FD7DF2E6C}" type="presParOf" srcId="{F04B8707-26AF-4951-86AF-66AD0BF832A2}" destId="{2946484B-259B-4048-B75D-2DD460CDD727}" srcOrd="4" destOrd="0" presId="urn:microsoft.com/office/officeart/2005/8/layout/process4"/>
    <dgm:cxn modelId="{EF94E3EE-9A60-4A1D-A5AE-71BF4AAA032A}" type="presParOf" srcId="{2946484B-259B-4048-B75D-2DD460CDD727}" destId="{93274DE2-7276-4E01-88CD-C0B0FAB2AD3F}" srcOrd="0" destOrd="0" presId="urn:microsoft.com/office/officeart/2005/8/layout/process4"/>
    <dgm:cxn modelId="{4D1262DF-5565-47FD-8D08-2F1F3EC4A9D6}" type="presParOf" srcId="{2946484B-259B-4048-B75D-2DD460CDD727}" destId="{5C738055-09DA-4D2C-96A7-D96B8EBF932D}" srcOrd="1" destOrd="0" presId="urn:microsoft.com/office/officeart/2005/8/layout/process4"/>
    <dgm:cxn modelId="{BECA14CA-4C6C-4E77-B30D-518F23FDEFE0}" type="presParOf" srcId="{2946484B-259B-4048-B75D-2DD460CDD727}" destId="{E180E006-03DE-45F4-9211-3C976710777C}" srcOrd="2" destOrd="0" presId="urn:microsoft.com/office/officeart/2005/8/layout/process4"/>
    <dgm:cxn modelId="{F8F5570E-5A79-469F-BC5A-61B0D232B0E4}" type="presParOf" srcId="{E180E006-03DE-45F4-9211-3C976710777C}" destId="{45DD9A4F-6D5D-4820-8B23-72ED7DB8F83A}" srcOrd="0" destOrd="0" presId="urn:microsoft.com/office/officeart/2005/8/layout/process4"/>
    <dgm:cxn modelId="{1B3FE30F-D58E-4B83-91EB-47A6B82A9F1F}" type="presParOf" srcId="{E180E006-03DE-45F4-9211-3C976710777C}" destId="{89B9AD49-4422-4A3A-A851-0D2D0D82088F}" srcOrd="1" destOrd="0" presId="urn:microsoft.com/office/officeart/2005/8/layout/process4"/>
    <dgm:cxn modelId="{721978EF-B0D8-4E5F-9864-AA805ED1D44A}" type="presParOf" srcId="{E180E006-03DE-45F4-9211-3C976710777C}" destId="{834C6B78-0251-4ECE-8B5F-9DA085531AC0}" srcOrd="2" destOrd="0" presId="urn:microsoft.com/office/officeart/2005/8/layout/process4"/>
    <dgm:cxn modelId="{70B51925-4DF9-4396-8F9F-C2937E40FD96}" type="presParOf" srcId="{F04B8707-26AF-4951-86AF-66AD0BF832A2}" destId="{86E9734E-D6DA-40DA-9658-ED941D58396B}" srcOrd="5" destOrd="0" presId="urn:microsoft.com/office/officeart/2005/8/layout/process4"/>
    <dgm:cxn modelId="{82FC626A-6D81-4C70-9FD8-C5B431E7D0B8}" type="presParOf" srcId="{F04B8707-26AF-4951-86AF-66AD0BF832A2}" destId="{05354DF5-9D5A-472D-A54A-4D40BA38086E}" srcOrd="6" destOrd="0" presId="urn:microsoft.com/office/officeart/2005/8/layout/process4"/>
    <dgm:cxn modelId="{9A81125D-1C44-401A-B6CB-126A1D49F547}" type="presParOf" srcId="{05354DF5-9D5A-472D-A54A-4D40BA38086E}" destId="{864D984C-EB1F-4210-9F87-F6D3DC5E38A7}" srcOrd="0" destOrd="0" presId="urn:microsoft.com/office/officeart/2005/8/layout/process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E61D26C-A76C-48A7-8DE8-B87A060D5519}" type="doc">
      <dgm:prSet loTypeId="urn:microsoft.com/office/officeart/2005/8/layout/process4" loCatId="process" qsTypeId="urn:microsoft.com/office/officeart/2005/8/quickstyle/3d4" qsCatId="3D" csTypeId="urn:microsoft.com/office/officeart/2005/8/colors/colorful4" csCatId="colorful" phldr="1"/>
      <dgm:spPr/>
      <dgm:t>
        <a:bodyPr/>
        <a:lstStyle/>
        <a:p>
          <a:endParaRPr lang="en-IN"/>
        </a:p>
      </dgm:t>
    </dgm:pt>
    <dgm:pt modelId="{C79B24D8-56E2-4971-B502-BC3BD09A0BD9}">
      <dgm:prSet custT="1"/>
      <dgm:spPr/>
      <dgm:t>
        <a:bodyPr/>
        <a:lstStyle/>
        <a:p>
          <a:pPr algn="ctr"/>
          <a:r>
            <a:rPr lang="en-US" sz="2000" dirty="0">
              <a:solidFill>
                <a:schemeClr val="tx1"/>
              </a:solidFill>
              <a:latin typeface="Poppins" panose="00000500000000000000" pitchFamily="2" charset="0"/>
              <a:cs typeface="Poppins" panose="00000500000000000000" pitchFamily="2" charset="0"/>
            </a:rPr>
            <a:t>Structural Design of EVs</a:t>
          </a:r>
          <a:endParaRPr lang="en-IN" sz="2000" dirty="0">
            <a:solidFill>
              <a:schemeClr val="tx1"/>
            </a:solidFill>
            <a:latin typeface="Poppins" panose="00000500000000000000" pitchFamily="2" charset="0"/>
            <a:cs typeface="Poppins" panose="00000500000000000000" pitchFamily="2" charset="0"/>
          </a:endParaRPr>
        </a:p>
      </dgm:t>
    </dgm:pt>
    <dgm:pt modelId="{E41566F0-E873-4926-9903-EA3576A88103}" type="parTrans" cxnId="{62814E12-9AB0-46E7-82DA-AF1A21516F4B}">
      <dgm:prSet/>
      <dgm:spPr/>
      <dgm:t>
        <a:bodyPr/>
        <a:lstStyle/>
        <a:p>
          <a:pPr algn="ctr"/>
          <a:endParaRPr lang="en-IN" sz="2000">
            <a:solidFill>
              <a:schemeClr val="bg2"/>
            </a:solidFill>
            <a:latin typeface="Poppins" panose="00000500000000000000" pitchFamily="2" charset="0"/>
            <a:cs typeface="Poppins" panose="00000500000000000000" pitchFamily="2" charset="0"/>
          </a:endParaRPr>
        </a:p>
      </dgm:t>
    </dgm:pt>
    <dgm:pt modelId="{10823405-452B-43D2-96FE-0E291812E5DA}" type="sibTrans" cxnId="{62814E12-9AB0-46E7-82DA-AF1A21516F4B}">
      <dgm:prSet/>
      <dgm:spPr/>
      <dgm:t>
        <a:bodyPr/>
        <a:lstStyle/>
        <a:p>
          <a:pPr algn="ctr"/>
          <a:endParaRPr lang="en-IN" sz="2000">
            <a:solidFill>
              <a:schemeClr val="bg2"/>
            </a:solidFill>
            <a:latin typeface="Poppins" panose="00000500000000000000" pitchFamily="2" charset="0"/>
            <a:cs typeface="Poppins" panose="00000500000000000000" pitchFamily="2" charset="0"/>
          </a:endParaRPr>
        </a:p>
      </dgm:t>
    </dgm:pt>
    <dgm:pt modelId="{FBEA52EB-608F-4909-98C3-E1602A8CF311}">
      <dgm:prSet custT="1"/>
      <dgm:spPr/>
      <dgm:t>
        <a:bodyPr/>
        <a:lstStyle/>
        <a:p>
          <a:pPr algn="ctr"/>
          <a:r>
            <a:rPr lang="en-US" sz="2000" dirty="0">
              <a:solidFill>
                <a:schemeClr val="tx1"/>
              </a:solidFill>
              <a:latin typeface="Poppins" panose="00000500000000000000" pitchFamily="2" charset="0"/>
              <a:cs typeface="Poppins" panose="00000500000000000000" pitchFamily="2" charset="0"/>
            </a:rPr>
            <a:t>Lightweight EVs Material</a:t>
          </a:r>
          <a:endParaRPr lang="en-IN" sz="2000" dirty="0">
            <a:solidFill>
              <a:schemeClr val="tx1"/>
            </a:solidFill>
            <a:latin typeface="Poppins" panose="00000500000000000000" pitchFamily="2" charset="0"/>
            <a:cs typeface="Poppins" panose="00000500000000000000" pitchFamily="2" charset="0"/>
          </a:endParaRPr>
        </a:p>
      </dgm:t>
    </dgm:pt>
    <dgm:pt modelId="{3D97C683-D562-4772-BA3D-00EC4E8E7233}" type="parTrans" cxnId="{F684DB81-46FA-44B2-A0E3-0E663343DECA}">
      <dgm:prSet/>
      <dgm:spPr/>
      <dgm:t>
        <a:bodyPr/>
        <a:lstStyle/>
        <a:p>
          <a:pPr algn="ctr"/>
          <a:endParaRPr lang="en-IN" sz="2000">
            <a:solidFill>
              <a:schemeClr val="bg2"/>
            </a:solidFill>
            <a:latin typeface="Poppins" panose="00000500000000000000" pitchFamily="2" charset="0"/>
            <a:cs typeface="Poppins" panose="00000500000000000000" pitchFamily="2" charset="0"/>
          </a:endParaRPr>
        </a:p>
      </dgm:t>
    </dgm:pt>
    <dgm:pt modelId="{0F39CAD1-B160-4F06-A818-D4B389F6F983}" type="sibTrans" cxnId="{F684DB81-46FA-44B2-A0E3-0E663343DECA}">
      <dgm:prSet/>
      <dgm:spPr/>
      <dgm:t>
        <a:bodyPr/>
        <a:lstStyle/>
        <a:p>
          <a:pPr algn="ctr"/>
          <a:endParaRPr lang="en-IN" sz="2000">
            <a:solidFill>
              <a:schemeClr val="bg2"/>
            </a:solidFill>
            <a:latin typeface="Poppins" panose="00000500000000000000" pitchFamily="2" charset="0"/>
            <a:cs typeface="Poppins" panose="00000500000000000000" pitchFamily="2" charset="0"/>
          </a:endParaRPr>
        </a:p>
      </dgm:t>
    </dgm:pt>
    <dgm:pt modelId="{A24CFB63-CCA1-42C6-99D3-AFA518C749C2}">
      <dgm:prSet custT="1"/>
      <dgm:spPr/>
      <dgm:t>
        <a:bodyPr/>
        <a:lstStyle/>
        <a:p>
          <a:pPr algn="ctr"/>
          <a:r>
            <a:rPr lang="en-US" sz="2000" dirty="0">
              <a:solidFill>
                <a:schemeClr val="tx1"/>
              </a:solidFill>
              <a:latin typeface="Poppins" panose="00000500000000000000" pitchFamily="2" charset="0"/>
              <a:cs typeface="Poppins" panose="00000500000000000000" pitchFamily="2" charset="0"/>
            </a:rPr>
            <a:t>Battery Technology for EV’s</a:t>
          </a:r>
          <a:endParaRPr lang="en-IN" sz="2000" dirty="0">
            <a:solidFill>
              <a:schemeClr val="tx1"/>
            </a:solidFill>
            <a:latin typeface="Poppins" panose="00000500000000000000" pitchFamily="2" charset="0"/>
            <a:cs typeface="Poppins" panose="00000500000000000000" pitchFamily="2" charset="0"/>
          </a:endParaRPr>
        </a:p>
      </dgm:t>
    </dgm:pt>
    <dgm:pt modelId="{BD859982-A146-40C7-A1F3-F456C702764D}" type="parTrans" cxnId="{F24F331C-0E87-4FB0-8711-B7CF6A3F1829}">
      <dgm:prSet/>
      <dgm:spPr/>
      <dgm:t>
        <a:bodyPr/>
        <a:lstStyle/>
        <a:p>
          <a:pPr algn="ctr"/>
          <a:endParaRPr lang="en-IN" sz="2000">
            <a:solidFill>
              <a:schemeClr val="bg2"/>
            </a:solidFill>
            <a:latin typeface="Poppins" panose="00000500000000000000" pitchFamily="2" charset="0"/>
            <a:cs typeface="Poppins" panose="00000500000000000000" pitchFamily="2" charset="0"/>
          </a:endParaRPr>
        </a:p>
      </dgm:t>
    </dgm:pt>
    <dgm:pt modelId="{2972C8D7-F322-4008-A965-241DC80E9EFD}" type="sibTrans" cxnId="{F24F331C-0E87-4FB0-8711-B7CF6A3F1829}">
      <dgm:prSet/>
      <dgm:spPr/>
      <dgm:t>
        <a:bodyPr/>
        <a:lstStyle/>
        <a:p>
          <a:pPr algn="ctr"/>
          <a:endParaRPr lang="en-IN" sz="2000">
            <a:solidFill>
              <a:schemeClr val="bg2"/>
            </a:solidFill>
            <a:latin typeface="Poppins" panose="00000500000000000000" pitchFamily="2" charset="0"/>
            <a:cs typeface="Poppins" panose="00000500000000000000" pitchFamily="2" charset="0"/>
          </a:endParaRPr>
        </a:p>
      </dgm:t>
    </dgm:pt>
    <dgm:pt modelId="{E0C2D3EB-D163-4B4D-B1CC-B3FEF9F578B1}">
      <dgm:prSet phldrT="[Text]" custT="1"/>
      <dgm:spPr/>
      <dgm:t>
        <a:bodyPr/>
        <a:lstStyle/>
        <a:p>
          <a:pPr algn="ctr"/>
          <a:r>
            <a:rPr lang="en-US" sz="2000" b="0" dirty="0">
              <a:solidFill>
                <a:schemeClr val="tx1"/>
              </a:solidFill>
              <a:latin typeface="Poppins" panose="00000500000000000000" pitchFamily="2" charset="0"/>
              <a:cs typeface="Poppins" panose="00000500000000000000" pitchFamily="2" charset="0"/>
            </a:rPr>
            <a:t>Vehicle Dynamics in EV’s</a:t>
          </a:r>
          <a:endParaRPr lang="en-IN" sz="2000" dirty="0">
            <a:solidFill>
              <a:schemeClr val="tx1"/>
            </a:solidFill>
            <a:latin typeface="Poppins" panose="00000500000000000000" pitchFamily="2" charset="0"/>
            <a:cs typeface="Poppins" panose="00000500000000000000" pitchFamily="2" charset="0"/>
          </a:endParaRPr>
        </a:p>
      </dgm:t>
    </dgm:pt>
    <dgm:pt modelId="{AD6C8F55-B1B2-4BE7-BA82-CC7A8F97FAB2}" type="parTrans" cxnId="{6CA7EF43-D7C1-4930-98D5-F1F2BFCD7886}">
      <dgm:prSet/>
      <dgm:spPr/>
      <dgm:t>
        <a:bodyPr/>
        <a:lstStyle/>
        <a:p>
          <a:pPr algn="ctr"/>
          <a:endParaRPr lang="en-IN"/>
        </a:p>
      </dgm:t>
    </dgm:pt>
    <dgm:pt modelId="{B1056F95-FD71-4D14-89FE-9C82056096A6}" type="sibTrans" cxnId="{6CA7EF43-D7C1-4930-98D5-F1F2BFCD7886}">
      <dgm:prSet/>
      <dgm:spPr/>
      <dgm:t>
        <a:bodyPr/>
        <a:lstStyle/>
        <a:p>
          <a:pPr algn="ctr"/>
          <a:endParaRPr lang="en-IN"/>
        </a:p>
      </dgm:t>
    </dgm:pt>
    <dgm:pt modelId="{F04B8707-26AF-4951-86AF-66AD0BF832A2}" type="pres">
      <dgm:prSet presAssocID="{4E61D26C-A76C-48A7-8DE8-B87A060D5519}" presName="Name0" presStyleCnt="0">
        <dgm:presLayoutVars>
          <dgm:dir/>
          <dgm:animLvl val="lvl"/>
          <dgm:resizeHandles val="exact"/>
        </dgm:presLayoutVars>
      </dgm:prSet>
      <dgm:spPr/>
    </dgm:pt>
    <dgm:pt modelId="{4035B608-2538-484F-9F41-630A97BB5233}" type="pres">
      <dgm:prSet presAssocID="{A24CFB63-CCA1-42C6-99D3-AFA518C749C2}" presName="boxAndChildren" presStyleCnt="0"/>
      <dgm:spPr/>
    </dgm:pt>
    <dgm:pt modelId="{BE59CB25-2E48-477D-911F-010F64759F13}" type="pres">
      <dgm:prSet presAssocID="{A24CFB63-CCA1-42C6-99D3-AFA518C749C2}" presName="parentTextBox" presStyleLbl="node1" presStyleIdx="0" presStyleCnt="4"/>
      <dgm:spPr/>
    </dgm:pt>
    <dgm:pt modelId="{129DDAFF-5139-48BB-BEF9-D0EBABFDABCB}" type="pres">
      <dgm:prSet presAssocID="{0F39CAD1-B160-4F06-A818-D4B389F6F983}" presName="sp" presStyleCnt="0"/>
      <dgm:spPr/>
    </dgm:pt>
    <dgm:pt modelId="{B0E71639-5657-4926-A54D-0E8AC37958B3}" type="pres">
      <dgm:prSet presAssocID="{FBEA52EB-608F-4909-98C3-E1602A8CF311}" presName="arrowAndChildren" presStyleCnt="0"/>
      <dgm:spPr/>
    </dgm:pt>
    <dgm:pt modelId="{296390E6-2BC7-49EE-AA2C-6C9C8A30B991}" type="pres">
      <dgm:prSet presAssocID="{FBEA52EB-608F-4909-98C3-E1602A8CF311}" presName="parentTextArrow" presStyleLbl="node1" presStyleIdx="1" presStyleCnt="4"/>
      <dgm:spPr/>
    </dgm:pt>
    <dgm:pt modelId="{2825CB63-B4CA-4C96-A06B-5C4D12988D5A}" type="pres">
      <dgm:prSet presAssocID="{10823405-452B-43D2-96FE-0E291812E5DA}" presName="sp" presStyleCnt="0"/>
      <dgm:spPr/>
    </dgm:pt>
    <dgm:pt modelId="{AF452709-CC74-47ED-AAAE-BD39EF159974}" type="pres">
      <dgm:prSet presAssocID="{C79B24D8-56E2-4971-B502-BC3BD09A0BD9}" presName="arrowAndChildren" presStyleCnt="0"/>
      <dgm:spPr/>
    </dgm:pt>
    <dgm:pt modelId="{DAB340E0-90B3-4DAB-9A93-13821A8AF6D8}" type="pres">
      <dgm:prSet presAssocID="{C79B24D8-56E2-4971-B502-BC3BD09A0BD9}" presName="parentTextArrow" presStyleLbl="node1" presStyleIdx="2" presStyleCnt="4"/>
      <dgm:spPr/>
    </dgm:pt>
    <dgm:pt modelId="{150A525F-728C-4BC6-B726-DC24B1689407}" type="pres">
      <dgm:prSet presAssocID="{B1056F95-FD71-4D14-89FE-9C82056096A6}" presName="sp" presStyleCnt="0"/>
      <dgm:spPr/>
    </dgm:pt>
    <dgm:pt modelId="{90B15907-DBC2-4BE4-8405-E37B016A93D5}" type="pres">
      <dgm:prSet presAssocID="{E0C2D3EB-D163-4B4D-B1CC-B3FEF9F578B1}" presName="arrowAndChildren" presStyleCnt="0"/>
      <dgm:spPr/>
    </dgm:pt>
    <dgm:pt modelId="{0702275E-3019-4717-8D2E-E31054C78593}" type="pres">
      <dgm:prSet presAssocID="{E0C2D3EB-D163-4B4D-B1CC-B3FEF9F578B1}" presName="parentTextArrow" presStyleLbl="node1" presStyleIdx="3" presStyleCnt="4"/>
      <dgm:spPr/>
    </dgm:pt>
  </dgm:ptLst>
  <dgm:cxnLst>
    <dgm:cxn modelId="{62814E12-9AB0-46E7-82DA-AF1A21516F4B}" srcId="{4E61D26C-A76C-48A7-8DE8-B87A060D5519}" destId="{C79B24D8-56E2-4971-B502-BC3BD09A0BD9}" srcOrd="1" destOrd="0" parTransId="{E41566F0-E873-4926-9903-EA3576A88103}" sibTransId="{10823405-452B-43D2-96FE-0E291812E5DA}"/>
    <dgm:cxn modelId="{F24F331C-0E87-4FB0-8711-B7CF6A3F1829}" srcId="{4E61D26C-A76C-48A7-8DE8-B87A060D5519}" destId="{A24CFB63-CCA1-42C6-99D3-AFA518C749C2}" srcOrd="3" destOrd="0" parTransId="{BD859982-A146-40C7-A1F3-F456C702764D}" sibTransId="{2972C8D7-F322-4008-A965-241DC80E9EFD}"/>
    <dgm:cxn modelId="{53593C2F-FA26-46A8-8CDD-91AD54C083D3}" type="presOf" srcId="{A24CFB63-CCA1-42C6-99D3-AFA518C749C2}" destId="{BE59CB25-2E48-477D-911F-010F64759F13}" srcOrd="0" destOrd="0" presId="urn:microsoft.com/office/officeart/2005/8/layout/process4"/>
    <dgm:cxn modelId="{6CA7EF43-D7C1-4930-98D5-F1F2BFCD7886}" srcId="{4E61D26C-A76C-48A7-8DE8-B87A060D5519}" destId="{E0C2D3EB-D163-4B4D-B1CC-B3FEF9F578B1}" srcOrd="0" destOrd="0" parTransId="{AD6C8F55-B1B2-4BE7-BA82-CC7A8F97FAB2}" sibTransId="{B1056F95-FD71-4D14-89FE-9C82056096A6}"/>
    <dgm:cxn modelId="{F684DB81-46FA-44B2-A0E3-0E663343DECA}" srcId="{4E61D26C-A76C-48A7-8DE8-B87A060D5519}" destId="{FBEA52EB-608F-4909-98C3-E1602A8CF311}" srcOrd="2" destOrd="0" parTransId="{3D97C683-D562-4772-BA3D-00EC4E8E7233}" sibTransId="{0F39CAD1-B160-4F06-A818-D4B389F6F983}"/>
    <dgm:cxn modelId="{41081EC0-CA84-4619-9952-94B3D2B443BD}" type="presOf" srcId="{FBEA52EB-608F-4909-98C3-E1602A8CF311}" destId="{296390E6-2BC7-49EE-AA2C-6C9C8A30B991}" srcOrd="0" destOrd="0" presId="urn:microsoft.com/office/officeart/2005/8/layout/process4"/>
    <dgm:cxn modelId="{A11A25C5-35CE-4F42-97DF-2A73D2126AD2}" type="presOf" srcId="{4E61D26C-A76C-48A7-8DE8-B87A060D5519}" destId="{F04B8707-26AF-4951-86AF-66AD0BF832A2}" srcOrd="0" destOrd="0" presId="urn:microsoft.com/office/officeart/2005/8/layout/process4"/>
    <dgm:cxn modelId="{33C69EE3-8CF7-44E0-823F-CD78B74FFE6A}" type="presOf" srcId="{E0C2D3EB-D163-4B4D-B1CC-B3FEF9F578B1}" destId="{0702275E-3019-4717-8D2E-E31054C78593}" srcOrd="0" destOrd="0" presId="urn:microsoft.com/office/officeart/2005/8/layout/process4"/>
    <dgm:cxn modelId="{DF7DA8EB-4B60-4E77-BF61-D8E6DFA9D066}" type="presOf" srcId="{C79B24D8-56E2-4971-B502-BC3BD09A0BD9}" destId="{DAB340E0-90B3-4DAB-9A93-13821A8AF6D8}" srcOrd="0" destOrd="0" presId="urn:microsoft.com/office/officeart/2005/8/layout/process4"/>
    <dgm:cxn modelId="{B739C582-CFFA-4751-9588-54518BCF1E73}" type="presParOf" srcId="{F04B8707-26AF-4951-86AF-66AD0BF832A2}" destId="{4035B608-2538-484F-9F41-630A97BB5233}" srcOrd="0" destOrd="0" presId="urn:microsoft.com/office/officeart/2005/8/layout/process4"/>
    <dgm:cxn modelId="{DCCC2C3E-7DB9-4557-AB38-D778DAB6AFC4}" type="presParOf" srcId="{4035B608-2538-484F-9F41-630A97BB5233}" destId="{BE59CB25-2E48-477D-911F-010F64759F13}" srcOrd="0" destOrd="0" presId="urn:microsoft.com/office/officeart/2005/8/layout/process4"/>
    <dgm:cxn modelId="{3F99C997-478D-4EA4-BCC0-F0CA968EDBF2}" type="presParOf" srcId="{F04B8707-26AF-4951-86AF-66AD0BF832A2}" destId="{129DDAFF-5139-48BB-BEF9-D0EBABFDABCB}" srcOrd="1" destOrd="0" presId="urn:microsoft.com/office/officeart/2005/8/layout/process4"/>
    <dgm:cxn modelId="{73A055AA-4336-47A6-BC2B-D379D4E682BE}" type="presParOf" srcId="{F04B8707-26AF-4951-86AF-66AD0BF832A2}" destId="{B0E71639-5657-4926-A54D-0E8AC37958B3}" srcOrd="2" destOrd="0" presId="urn:microsoft.com/office/officeart/2005/8/layout/process4"/>
    <dgm:cxn modelId="{80326A40-8C40-4700-A745-A72B2916159B}" type="presParOf" srcId="{B0E71639-5657-4926-A54D-0E8AC37958B3}" destId="{296390E6-2BC7-49EE-AA2C-6C9C8A30B991}" srcOrd="0" destOrd="0" presId="urn:microsoft.com/office/officeart/2005/8/layout/process4"/>
    <dgm:cxn modelId="{98FFE7F3-1E17-45E8-9C96-9E65291A5248}" type="presParOf" srcId="{F04B8707-26AF-4951-86AF-66AD0BF832A2}" destId="{2825CB63-B4CA-4C96-A06B-5C4D12988D5A}" srcOrd="3" destOrd="0" presId="urn:microsoft.com/office/officeart/2005/8/layout/process4"/>
    <dgm:cxn modelId="{DAB226CF-0F94-4480-B9A5-20223074AA4A}" type="presParOf" srcId="{F04B8707-26AF-4951-86AF-66AD0BF832A2}" destId="{AF452709-CC74-47ED-AAAE-BD39EF159974}" srcOrd="4" destOrd="0" presId="urn:microsoft.com/office/officeart/2005/8/layout/process4"/>
    <dgm:cxn modelId="{D4D10123-0EA1-4406-BE9F-A80334487453}" type="presParOf" srcId="{AF452709-CC74-47ED-AAAE-BD39EF159974}" destId="{DAB340E0-90B3-4DAB-9A93-13821A8AF6D8}" srcOrd="0" destOrd="0" presId="urn:microsoft.com/office/officeart/2005/8/layout/process4"/>
    <dgm:cxn modelId="{1CBF1FDE-7F08-44E9-9EE5-BA0B964893DD}" type="presParOf" srcId="{F04B8707-26AF-4951-86AF-66AD0BF832A2}" destId="{150A525F-728C-4BC6-B726-DC24B1689407}" srcOrd="5" destOrd="0" presId="urn:microsoft.com/office/officeart/2005/8/layout/process4"/>
    <dgm:cxn modelId="{2BD72077-EC39-471C-B191-E765B33F8684}" type="presParOf" srcId="{F04B8707-26AF-4951-86AF-66AD0BF832A2}" destId="{90B15907-DBC2-4BE4-8405-E37B016A93D5}" srcOrd="6" destOrd="0" presId="urn:microsoft.com/office/officeart/2005/8/layout/process4"/>
    <dgm:cxn modelId="{52A4478E-0BC9-4E8E-92E7-9176808770F2}" type="presParOf" srcId="{90B15907-DBC2-4BE4-8405-E37B016A93D5}" destId="{0702275E-3019-4717-8D2E-E31054C78593}" srcOrd="0" destOrd="0" presId="urn:microsoft.com/office/officeart/2005/8/layout/process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4E61D26C-A76C-48A7-8DE8-B87A060D5519}" type="doc">
      <dgm:prSet loTypeId="urn:microsoft.com/office/officeart/2005/8/layout/process4" loCatId="process" qsTypeId="urn:microsoft.com/office/officeart/2005/8/quickstyle/3d4" qsCatId="3D" csTypeId="urn:microsoft.com/office/officeart/2005/8/colors/colorful4" csCatId="colorful" phldr="1"/>
      <dgm:spPr/>
      <dgm:t>
        <a:bodyPr/>
        <a:lstStyle/>
        <a:p>
          <a:endParaRPr lang="en-IN"/>
        </a:p>
      </dgm:t>
    </dgm:pt>
    <dgm:pt modelId="{54A31B03-9A2E-4164-8CF7-F6512CFC91CD}">
      <dgm:prSet phldrT="[Text]" custT="1"/>
      <dgm:spPr/>
      <dgm:t>
        <a:bodyPr/>
        <a:lstStyle/>
        <a:p>
          <a:r>
            <a:rPr lang="en-US" sz="2000" dirty="0">
              <a:solidFill>
                <a:schemeClr val="tx1"/>
              </a:solidFill>
              <a:latin typeface="Poppins" panose="00000500000000000000" pitchFamily="2" charset="0"/>
              <a:cs typeface="Poppins" panose="00000500000000000000" pitchFamily="2" charset="0"/>
            </a:rPr>
            <a:t>Battery Management System</a:t>
          </a:r>
          <a:endParaRPr lang="en-IN" sz="2000" b="0" dirty="0">
            <a:solidFill>
              <a:schemeClr val="tx1"/>
            </a:solidFill>
            <a:latin typeface="Poppins" panose="00000500000000000000" pitchFamily="2" charset="0"/>
            <a:cs typeface="Poppins" panose="00000500000000000000" pitchFamily="2" charset="0"/>
          </a:endParaRPr>
        </a:p>
      </dgm:t>
    </dgm:pt>
    <dgm:pt modelId="{E9A75BB2-789E-4C50-9A05-66D230CD8F7C}" type="parTrans" cxnId="{05B866A6-020F-4ED0-8FE7-948855EC252E}">
      <dgm:prSet/>
      <dgm:spPr/>
      <dgm:t>
        <a:bodyPr/>
        <a:lstStyle/>
        <a:p>
          <a:endParaRPr lang="en-IN" sz="2000" b="0">
            <a:solidFill>
              <a:schemeClr val="bg2"/>
            </a:solidFill>
            <a:latin typeface="Poppins" panose="00000500000000000000" pitchFamily="2" charset="0"/>
            <a:cs typeface="Poppins" panose="00000500000000000000" pitchFamily="2" charset="0"/>
          </a:endParaRPr>
        </a:p>
      </dgm:t>
    </dgm:pt>
    <dgm:pt modelId="{72FCF3EA-3334-4C03-BBE3-2B460412FD4B}" type="sibTrans" cxnId="{05B866A6-020F-4ED0-8FE7-948855EC252E}">
      <dgm:prSet custT="1"/>
      <dgm:spPr/>
      <dgm:t>
        <a:bodyPr/>
        <a:lstStyle/>
        <a:p>
          <a:endParaRPr lang="en-IN" sz="2000" b="0">
            <a:solidFill>
              <a:schemeClr val="bg2"/>
            </a:solidFill>
            <a:latin typeface="Poppins" panose="00000500000000000000" pitchFamily="2" charset="0"/>
            <a:cs typeface="Poppins" panose="00000500000000000000" pitchFamily="2" charset="0"/>
          </a:endParaRPr>
        </a:p>
      </dgm:t>
    </dgm:pt>
    <dgm:pt modelId="{51CF0EB2-BD9E-4CBC-A709-35EB39B4C3E9}">
      <dgm:prSet/>
      <dgm:spPr/>
      <dgm:t>
        <a:bodyPr/>
        <a:lstStyle/>
        <a:p>
          <a:r>
            <a:rPr lang="en-US" dirty="0">
              <a:solidFill>
                <a:schemeClr val="tx1"/>
              </a:solidFill>
              <a:latin typeface="Poppins" panose="00000500000000000000" pitchFamily="2" charset="0"/>
              <a:cs typeface="Poppins" panose="00000500000000000000" pitchFamily="2" charset="0"/>
            </a:rPr>
            <a:t>Charging Infrastructure System</a:t>
          </a:r>
          <a:endParaRPr lang="en-IN" dirty="0">
            <a:solidFill>
              <a:schemeClr val="tx1"/>
            </a:solidFill>
            <a:latin typeface="Poppins" panose="00000500000000000000" pitchFamily="2" charset="0"/>
            <a:cs typeface="Poppins" panose="00000500000000000000" pitchFamily="2" charset="0"/>
          </a:endParaRPr>
        </a:p>
      </dgm:t>
    </dgm:pt>
    <dgm:pt modelId="{07FCDE84-249A-478D-8684-EE87E002071C}" type="parTrans" cxnId="{8866EFB0-9688-4A03-AD21-E9A3DA202B9F}">
      <dgm:prSet/>
      <dgm:spPr/>
      <dgm:t>
        <a:bodyPr/>
        <a:lstStyle/>
        <a:p>
          <a:endParaRPr lang="en-IN"/>
        </a:p>
      </dgm:t>
    </dgm:pt>
    <dgm:pt modelId="{686BE363-F9DC-4B9B-A01A-87F1C6E30C63}" type="sibTrans" cxnId="{8866EFB0-9688-4A03-AD21-E9A3DA202B9F}">
      <dgm:prSet/>
      <dgm:spPr/>
      <dgm:t>
        <a:bodyPr/>
        <a:lstStyle/>
        <a:p>
          <a:endParaRPr lang="en-IN"/>
        </a:p>
      </dgm:t>
    </dgm:pt>
    <dgm:pt modelId="{77441367-F360-45E3-8AF9-9EFEE644A5D4}">
      <dgm:prSet/>
      <dgm:spPr/>
      <dgm:t>
        <a:bodyPr/>
        <a:lstStyle/>
        <a:p>
          <a:r>
            <a:rPr lang="en-US" dirty="0">
              <a:solidFill>
                <a:schemeClr val="tx1"/>
              </a:solidFill>
              <a:latin typeface="Poppins" panose="00000500000000000000" pitchFamily="2" charset="0"/>
              <a:cs typeface="Poppins" panose="00000500000000000000" pitchFamily="2" charset="0"/>
            </a:rPr>
            <a:t>Performance, Emerging Technologies, and Innovation for EV’s </a:t>
          </a:r>
          <a:endParaRPr lang="en-IN" dirty="0">
            <a:solidFill>
              <a:schemeClr val="tx1"/>
            </a:solidFill>
            <a:latin typeface="Poppins" panose="00000500000000000000" pitchFamily="2" charset="0"/>
            <a:cs typeface="Poppins" panose="00000500000000000000" pitchFamily="2" charset="0"/>
          </a:endParaRPr>
        </a:p>
      </dgm:t>
    </dgm:pt>
    <dgm:pt modelId="{96BF6793-9E30-46E9-9466-5A1E8A5025D1}" type="parTrans" cxnId="{AE44DCC0-EA31-4B6B-8E02-385B23E99B85}">
      <dgm:prSet/>
      <dgm:spPr/>
      <dgm:t>
        <a:bodyPr/>
        <a:lstStyle/>
        <a:p>
          <a:endParaRPr lang="en-IN"/>
        </a:p>
      </dgm:t>
    </dgm:pt>
    <dgm:pt modelId="{2CBB6C86-6184-4881-B3DE-B59DA37EDC34}" type="sibTrans" cxnId="{AE44DCC0-EA31-4B6B-8E02-385B23E99B85}">
      <dgm:prSet/>
      <dgm:spPr/>
      <dgm:t>
        <a:bodyPr/>
        <a:lstStyle/>
        <a:p>
          <a:endParaRPr lang="en-IN"/>
        </a:p>
      </dgm:t>
    </dgm:pt>
    <dgm:pt modelId="{24700F86-A7E1-4BAD-82CE-A766C549C2D8}">
      <dgm:prSet/>
      <dgm:spPr/>
      <dgm:t>
        <a:bodyPr/>
        <a:lstStyle/>
        <a:p>
          <a:r>
            <a:rPr lang="en-US" dirty="0">
              <a:solidFill>
                <a:schemeClr val="tx1"/>
              </a:solidFill>
              <a:latin typeface="Poppins" panose="00000500000000000000" pitchFamily="2" charset="0"/>
              <a:cs typeface="Poppins" panose="00000500000000000000" pitchFamily="2" charset="0"/>
            </a:rPr>
            <a:t>Safety Standards for EVs</a:t>
          </a:r>
          <a:endParaRPr lang="en-IN" dirty="0">
            <a:solidFill>
              <a:schemeClr val="tx1"/>
            </a:solidFill>
            <a:latin typeface="Poppins" panose="00000500000000000000" pitchFamily="2" charset="0"/>
            <a:cs typeface="Poppins" panose="00000500000000000000" pitchFamily="2" charset="0"/>
          </a:endParaRPr>
        </a:p>
      </dgm:t>
    </dgm:pt>
    <dgm:pt modelId="{946EF949-2B63-4575-B0AA-2144080F02E0}" type="parTrans" cxnId="{4140F3D2-63A8-4845-BD88-0545791D41D9}">
      <dgm:prSet/>
      <dgm:spPr/>
      <dgm:t>
        <a:bodyPr/>
        <a:lstStyle/>
        <a:p>
          <a:endParaRPr lang="en-IN"/>
        </a:p>
      </dgm:t>
    </dgm:pt>
    <dgm:pt modelId="{0039B364-B40A-4426-BA3F-385F22C12C49}" type="sibTrans" cxnId="{4140F3D2-63A8-4845-BD88-0545791D41D9}">
      <dgm:prSet/>
      <dgm:spPr/>
      <dgm:t>
        <a:bodyPr/>
        <a:lstStyle/>
        <a:p>
          <a:endParaRPr lang="en-IN"/>
        </a:p>
      </dgm:t>
    </dgm:pt>
    <dgm:pt modelId="{F04B8707-26AF-4951-86AF-66AD0BF832A2}" type="pres">
      <dgm:prSet presAssocID="{4E61D26C-A76C-48A7-8DE8-B87A060D5519}" presName="Name0" presStyleCnt="0">
        <dgm:presLayoutVars>
          <dgm:dir/>
          <dgm:animLvl val="lvl"/>
          <dgm:resizeHandles val="exact"/>
        </dgm:presLayoutVars>
      </dgm:prSet>
      <dgm:spPr/>
    </dgm:pt>
    <dgm:pt modelId="{F9DA669A-5310-48B9-BFEF-2A7D21C59C92}" type="pres">
      <dgm:prSet presAssocID="{24700F86-A7E1-4BAD-82CE-A766C549C2D8}" presName="boxAndChildren" presStyleCnt="0"/>
      <dgm:spPr/>
    </dgm:pt>
    <dgm:pt modelId="{F2BC99F3-D8DA-4B0D-806F-8B20D1093426}" type="pres">
      <dgm:prSet presAssocID="{24700F86-A7E1-4BAD-82CE-A766C549C2D8}" presName="parentTextBox" presStyleLbl="node1" presStyleIdx="0" presStyleCnt="4"/>
      <dgm:spPr/>
    </dgm:pt>
    <dgm:pt modelId="{EC6A2425-2C21-449D-A59F-EC3B3066C77E}" type="pres">
      <dgm:prSet presAssocID="{2CBB6C86-6184-4881-B3DE-B59DA37EDC34}" presName="sp" presStyleCnt="0"/>
      <dgm:spPr/>
    </dgm:pt>
    <dgm:pt modelId="{D6DFC089-F109-4FF5-A50F-892A48BB7EA0}" type="pres">
      <dgm:prSet presAssocID="{77441367-F360-45E3-8AF9-9EFEE644A5D4}" presName="arrowAndChildren" presStyleCnt="0"/>
      <dgm:spPr/>
    </dgm:pt>
    <dgm:pt modelId="{A4E01F0E-2D04-49E3-9159-F5604FBDF3BB}" type="pres">
      <dgm:prSet presAssocID="{77441367-F360-45E3-8AF9-9EFEE644A5D4}" presName="parentTextArrow" presStyleLbl="node1" presStyleIdx="1" presStyleCnt="4"/>
      <dgm:spPr/>
    </dgm:pt>
    <dgm:pt modelId="{927CE7CA-564C-4BBF-9525-B89D237A6C8B}" type="pres">
      <dgm:prSet presAssocID="{686BE363-F9DC-4B9B-A01A-87F1C6E30C63}" presName="sp" presStyleCnt="0"/>
      <dgm:spPr/>
    </dgm:pt>
    <dgm:pt modelId="{0F11563D-88B4-45BE-8A81-21F55215EEA5}" type="pres">
      <dgm:prSet presAssocID="{51CF0EB2-BD9E-4CBC-A709-35EB39B4C3E9}" presName="arrowAndChildren" presStyleCnt="0"/>
      <dgm:spPr/>
    </dgm:pt>
    <dgm:pt modelId="{E0218708-2B53-41AA-9031-72184B881E4D}" type="pres">
      <dgm:prSet presAssocID="{51CF0EB2-BD9E-4CBC-A709-35EB39B4C3E9}" presName="parentTextArrow" presStyleLbl="node1" presStyleIdx="2" presStyleCnt="4"/>
      <dgm:spPr/>
    </dgm:pt>
    <dgm:pt modelId="{86E9734E-D6DA-40DA-9658-ED941D58396B}" type="pres">
      <dgm:prSet presAssocID="{72FCF3EA-3334-4C03-BBE3-2B460412FD4B}" presName="sp" presStyleCnt="0"/>
      <dgm:spPr/>
    </dgm:pt>
    <dgm:pt modelId="{05354DF5-9D5A-472D-A54A-4D40BA38086E}" type="pres">
      <dgm:prSet presAssocID="{54A31B03-9A2E-4164-8CF7-F6512CFC91CD}" presName="arrowAndChildren" presStyleCnt="0"/>
      <dgm:spPr/>
    </dgm:pt>
    <dgm:pt modelId="{864D984C-EB1F-4210-9F87-F6D3DC5E38A7}" type="pres">
      <dgm:prSet presAssocID="{54A31B03-9A2E-4164-8CF7-F6512CFC91CD}" presName="parentTextArrow" presStyleLbl="node1" presStyleIdx="3" presStyleCnt="4"/>
      <dgm:spPr/>
    </dgm:pt>
  </dgm:ptLst>
  <dgm:cxnLst>
    <dgm:cxn modelId="{D0264614-3DEE-421C-A137-606DC56A29D2}" type="presOf" srcId="{24700F86-A7E1-4BAD-82CE-A766C549C2D8}" destId="{F2BC99F3-D8DA-4B0D-806F-8B20D1093426}" srcOrd="0" destOrd="0" presId="urn:microsoft.com/office/officeart/2005/8/layout/process4"/>
    <dgm:cxn modelId="{0E542433-03D2-47B1-BE2A-F1133629B1FC}" type="presOf" srcId="{54A31B03-9A2E-4164-8CF7-F6512CFC91CD}" destId="{864D984C-EB1F-4210-9F87-F6D3DC5E38A7}" srcOrd="0" destOrd="0" presId="urn:microsoft.com/office/officeart/2005/8/layout/process4"/>
    <dgm:cxn modelId="{05B866A6-020F-4ED0-8FE7-948855EC252E}" srcId="{4E61D26C-A76C-48A7-8DE8-B87A060D5519}" destId="{54A31B03-9A2E-4164-8CF7-F6512CFC91CD}" srcOrd="0" destOrd="0" parTransId="{E9A75BB2-789E-4C50-9A05-66D230CD8F7C}" sibTransId="{72FCF3EA-3334-4C03-BBE3-2B460412FD4B}"/>
    <dgm:cxn modelId="{BB0C04AA-0D01-4BD3-8879-455FAEE91A38}" type="presOf" srcId="{77441367-F360-45E3-8AF9-9EFEE644A5D4}" destId="{A4E01F0E-2D04-49E3-9159-F5604FBDF3BB}" srcOrd="0" destOrd="0" presId="urn:microsoft.com/office/officeart/2005/8/layout/process4"/>
    <dgm:cxn modelId="{8866EFB0-9688-4A03-AD21-E9A3DA202B9F}" srcId="{4E61D26C-A76C-48A7-8DE8-B87A060D5519}" destId="{51CF0EB2-BD9E-4CBC-A709-35EB39B4C3E9}" srcOrd="1" destOrd="0" parTransId="{07FCDE84-249A-478D-8684-EE87E002071C}" sibTransId="{686BE363-F9DC-4B9B-A01A-87F1C6E30C63}"/>
    <dgm:cxn modelId="{AE44DCC0-EA31-4B6B-8E02-385B23E99B85}" srcId="{4E61D26C-A76C-48A7-8DE8-B87A060D5519}" destId="{77441367-F360-45E3-8AF9-9EFEE644A5D4}" srcOrd="2" destOrd="0" parTransId="{96BF6793-9E30-46E9-9466-5A1E8A5025D1}" sibTransId="{2CBB6C86-6184-4881-B3DE-B59DA37EDC34}"/>
    <dgm:cxn modelId="{A11A25C5-35CE-4F42-97DF-2A73D2126AD2}" type="presOf" srcId="{4E61D26C-A76C-48A7-8DE8-B87A060D5519}" destId="{F04B8707-26AF-4951-86AF-66AD0BF832A2}" srcOrd="0" destOrd="0" presId="urn:microsoft.com/office/officeart/2005/8/layout/process4"/>
    <dgm:cxn modelId="{60DFA1CA-6AAA-47FE-A051-0AE4085865E6}" type="presOf" srcId="{51CF0EB2-BD9E-4CBC-A709-35EB39B4C3E9}" destId="{E0218708-2B53-41AA-9031-72184B881E4D}" srcOrd="0" destOrd="0" presId="urn:microsoft.com/office/officeart/2005/8/layout/process4"/>
    <dgm:cxn modelId="{4140F3D2-63A8-4845-BD88-0545791D41D9}" srcId="{4E61D26C-A76C-48A7-8DE8-B87A060D5519}" destId="{24700F86-A7E1-4BAD-82CE-A766C549C2D8}" srcOrd="3" destOrd="0" parTransId="{946EF949-2B63-4575-B0AA-2144080F02E0}" sibTransId="{0039B364-B40A-4426-BA3F-385F22C12C49}"/>
    <dgm:cxn modelId="{3E663979-14BC-4E7B-9BE6-81478EEB72DB}" type="presParOf" srcId="{F04B8707-26AF-4951-86AF-66AD0BF832A2}" destId="{F9DA669A-5310-48B9-BFEF-2A7D21C59C92}" srcOrd="0" destOrd="0" presId="urn:microsoft.com/office/officeart/2005/8/layout/process4"/>
    <dgm:cxn modelId="{976514B0-E1D4-4DAB-A45C-A5275199F82D}" type="presParOf" srcId="{F9DA669A-5310-48B9-BFEF-2A7D21C59C92}" destId="{F2BC99F3-D8DA-4B0D-806F-8B20D1093426}" srcOrd="0" destOrd="0" presId="urn:microsoft.com/office/officeart/2005/8/layout/process4"/>
    <dgm:cxn modelId="{DAC399A6-EB2B-4491-A60A-7437B9BEF009}" type="presParOf" srcId="{F04B8707-26AF-4951-86AF-66AD0BF832A2}" destId="{EC6A2425-2C21-449D-A59F-EC3B3066C77E}" srcOrd="1" destOrd="0" presId="urn:microsoft.com/office/officeart/2005/8/layout/process4"/>
    <dgm:cxn modelId="{8135B6EF-E3E3-409A-90CB-0D3AAB06C5E8}" type="presParOf" srcId="{F04B8707-26AF-4951-86AF-66AD0BF832A2}" destId="{D6DFC089-F109-4FF5-A50F-892A48BB7EA0}" srcOrd="2" destOrd="0" presId="urn:microsoft.com/office/officeart/2005/8/layout/process4"/>
    <dgm:cxn modelId="{9DFF5B29-E249-41CE-B452-D092C0A628EE}" type="presParOf" srcId="{D6DFC089-F109-4FF5-A50F-892A48BB7EA0}" destId="{A4E01F0E-2D04-49E3-9159-F5604FBDF3BB}" srcOrd="0" destOrd="0" presId="urn:microsoft.com/office/officeart/2005/8/layout/process4"/>
    <dgm:cxn modelId="{6B7D8362-B24F-403A-8E06-99676E0A5B46}" type="presParOf" srcId="{F04B8707-26AF-4951-86AF-66AD0BF832A2}" destId="{927CE7CA-564C-4BBF-9525-B89D237A6C8B}" srcOrd="3" destOrd="0" presId="urn:microsoft.com/office/officeart/2005/8/layout/process4"/>
    <dgm:cxn modelId="{F73481BE-5A3A-40A5-8892-7531550C677E}" type="presParOf" srcId="{F04B8707-26AF-4951-86AF-66AD0BF832A2}" destId="{0F11563D-88B4-45BE-8A81-21F55215EEA5}" srcOrd="4" destOrd="0" presId="urn:microsoft.com/office/officeart/2005/8/layout/process4"/>
    <dgm:cxn modelId="{32B01719-5E78-4852-92AF-9FAB0F57BE87}" type="presParOf" srcId="{0F11563D-88B4-45BE-8A81-21F55215EEA5}" destId="{E0218708-2B53-41AA-9031-72184B881E4D}" srcOrd="0" destOrd="0" presId="urn:microsoft.com/office/officeart/2005/8/layout/process4"/>
    <dgm:cxn modelId="{70B51925-4DF9-4396-8F9F-C2937E40FD96}" type="presParOf" srcId="{F04B8707-26AF-4951-86AF-66AD0BF832A2}" destId="{86E9734E-D6DA-40DA-9658-ED941D58396B}" srcOrd="5" destOrd="0" presId="urn:microsoft.com/office/officeart/2005/8/layout/process4"/>
    <dgm:cxn modelId="{82FC626A-6D81-4C70-9FD8-C5B431E7D0B8}" type="presParOf" srcId="{F04B8707-26AF-4951-86AF-66AD0BF832A2}" destId="{05354DF5-9D5A-472D-A54A-4D40BA38086E}" srcOrd="6" destOrd="0" presId="urn:microsoft.com/office/officeart/2005/8/layout/process4"/>
    <dgm:cxn modelId="{9A81125D-1C44-401A-B6CB-126A1D49F547}" type="presParOf" srcId="{05354DF5-9D5A-472D-A54A-4D40BA38086E}" destId="{864D984C-EB1F-4210-9F87-F6D3DC5E38A7}" srcOrd="0" destOrd="0" presId="urn:microsoft.com/office/officeart/2005/8/layout/process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005947-6C20-4F42-836C-D21D44026B59}">
      <dsp:nvSpPr>
        <dsp:cNvPr id="0" name=""/>
        <dsp:cNvSpPr/>
      </dsp:nvSpPr>
      <dsp:spPr>
        <a:xfrm>
          <a:off x="0" y="3333365"/>
          <a:ext cx="8517834" cy="729258"/>
        </a:xfrm>
        <a:prstGeom prst="rect">
          <a:avLst/>
        </a:prstGeom>
        <a:solidFill>
          <a:schemeClr val="accent4">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142240" tIns="142240" rIns="142240" bIns="142240" numCol="1" spcCol="1270" anchor="ctr" anchorCtr="0">
          <a:noAutofit/>
        </a:bodyPr>
        <a:lstStyle/>
        <a:p>
          <a:pPr marL="0" lvl="0" indent="0" algn="ctr" defTabSz="889000">
            <a:lnSpc>
              <a:spcPct val="90000"/>
            </a:lnSpc>
            <a:spcBef>
              <a:spcPct val="0"/>
            </a:spcBef>
            <a:spcAft>
              <a:spcPct val="35000"/>
            </a:spcAft>
            <a:buNone/>
          </a:pPr>
          <a:r>
            <a:rPr lang="en-US" sz="2000" b="0" kern="1200" dirty="0">
              <a:solidFill>
                <a:schemeClr val="tx1"/>
              </a:solidFill>
              <a:latin typeface="Poppins" panose="00000500000000000000" pitchFamily="2" charset="0"/>
              <a:cs typeface="Poppins" panose="00000500000000000000" pitchFamily="2" charset="0"/>
            </a:rPr>
            <a:t>Regenerative Braking System</a:t>
          </a:r>
          <a:endParaRPr lang="en-IN" sz="2000" b="0" kern="1200" dirty="0">
            <a:solidFill>
              <a:schemeClr val="tx1"/>
            </a:solidFill>
            <a:latin typeface="Poppins" panose="00000500000000000000" pitchFamily="2" charset="0"/>
            <a:cs typeface="Poppins" panose="00000500000000000000" pitchFamily="2" charset="0"/>
          </a:endParaRPr>
        </a:p>
      </dsp:txBody>
      <dsp:txXfrm>
        <a:off x="0" y="3333365"/>
        <a:ext cx="8517834" cy="729258"/>
      </dsp:txXfrm>
    </dsp:sp>
    <dsp:sp modelId="{125BCB8C-5B04-4201-97AD-69D82EAA3AD4}">
      <dsp:nvSpPr>
        <dsp:cNvPr id="0" name=""/>
        <dsp:cNvSpPr/>
      </dsp:nvSpPr>
      <dsp:spPr>
        <a:xfrm rot="10800000">
          <a:off x="0" y="2222704"/>
          <a:ext cx="8517834" cy="1121600"/>
        </a:xfrm>
        <a:prstGeom prst="upArrowCallout">
          <a:avLst/>
        </a:prstGeom>
        <a:solidFill>
          <a:schemeClr val="accent4">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142240" tIns="142240" rIns="142240" bIns="142240" numCol="1" spcCol="1270" anchor="ctr" anchorCtr="0">
          <a:noAutofit/>
        </a:bodyPr>
        <a:lstStyle/>
        <a:p>
          <a:pPr marL="0" lvl="0" indent="0" algn="ctr" defTabSz="889000">
            <a:lnSpc>
              <a:spcPct val="90000"/>
            </a:lnSpc>
            <a:spcBef>
              <a:spcPct val="0"/>
            </a:spcBef>
            <a:spcAft>
              <a:spcPct val="35000"/>
            </a:spcAft>
            <a:buNone/>
          </a:pPr>
          <a:r>
            <a:rPr lang="en-US" sz="2000" b="0" kern="1200" dirty="0">
              <a:solidFill>
                <a:schemeClr val="tx1"/>
              </a:solidFill>
              <a:latin typeface="Poppins" panose="00000500000000000000" pitchFamily="2" charset="0"/>
              <a:cs typeface="Poppins" panose="00000500000000000000" pitchFamily="2" charset="0"/>
            </a:rPr>
            <a:t>Motor Control Algorithms</a:t>
          </a:r>
          <a:endParaRPr lang="en-IN" sz="2000" b="0" kern="1200" dirty="0">
            <a:solidFill>
              <a:schemeClr val="tx1"/>
            </a:solidFill>
            <a:latin typeface="Poppins" panose="00000500000000000000" pitchFamily="2" charset="0"/>
            <a:cs typeface="Poppins" panose="00000500000000000000" pitchFamily="2" charset="0"/>
          </a:endParaRPr>
        </a:p>
      </dsp:txBody>
      <dsp:txXfrm rot="10800000">
        <a:off x="0" y="2222704"/>
        <a:ext cx="8517834" cy="728782"/>
      </dsp:txXfrm>
    </dsp:sp>
    <dsp:sp modelId="{5C738055-09DA-4D2C-96A7-D96B8EBF932D}">
      <dsp:nvSpPr>
        <dsp:cNvPr id="0" name=""/>
        <dsp:cNvSpPr/>
      </dsp:nvSpPr>
      <dsp:spPr>
        <a:xfrm rot="10800000">
          <a:off x="0" y="1112042"/>
          <a:ext cx="8517834" cy="1121600"/>
        </a:xfrm>
        <a:prstGeom prst="upArrowCallout">
          <a:avLst/>
        </a:prstGeom>
        <a:solidFill>
          <a:schemeClr val="accent4">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142240" tIns="142240" rIns="142240" bIns="142240" numCol="1" spcCol="1270" anchor="ctr" anchorCtr="0">
          <a:noAutofit/>
        </a:bodyPr>
        <a:lstStyle/>
        <a:p>
          <a:pPr marL="0" lvl="0" indent="0" algn="ctr" defTabSz="889000">
            <a:lnSpc>
              <a:spcPct val="90000"/>
            </a:lnSpc>
            <a:spcBef>
              <a:spcPct val="0"/>
            </a:spcBef>
            <a:spcAft>
              <a:spcPct val="35000"/>
            </a:spcAft>
            <a:buNone/>
          </a:pPr>
          <a:r>
            <a:rPr lang="en-US" sz="2000" b="0" kern="1200" dirty="0">
              <a:solidFill>
                <a:schemeClr val="tx1"/>
              </a:solidFill>
              <a:latin typeface="Poppins" panose="00000500000000000000" pitchFamily="2" charset="0"/>
              <a:cs typeface="Poppins" panose="00000500000000000000" pitchFamily="2" charset="0"/>
            </a:rPr>
            <a:t>Electric Motor Drive System</a:t>
          </a:r>
          <a:endParaRPr lang="en-IN" sz="2000" b="0" kern="1200" dirty="0">
            <a:solidFill>
              <a:schemeClr val="tx1"/>
            </a:solidFill>
            <a:latin typeface="Poppins" panose="00000500000000000000" pitchFamily="2" charset="0"/>
            <a:cs typeface="Poppins" panose="00000500000000000000" pitchFamily="2" charset="0"/>
          </a:endParaRPr>
        </a:p>
      </dsp:txBody>
      <dsp:txXfrm rot="-10800000">
        <a:off x="0" y="1112042"/>
        <a:ext cx="8517834" cy="393681"/>
      </dsp:txXfrm>
    </dsp:sp>
    <dsp:sp modelId="{45DD9A4F-6D5D-4820-8B23-72ED7DB8F83A}">
      <dsp:nvSpPr>
        <dsp:cNvPr id="0" name=""/>
        <dsp:cNvSpPr/>
      </dsp:nvSpPr>
      <dsp:spPr>
        <a:xfrm>
          <a:off x="4159" y="1505724"/>
          <a:ext cx="2836505" cy="335358"/>
        </a:xfrm>
        <a:prstGeom prst="rect">
          <a:avLst/>
        </a:prstGeom>
        <a:solidFill>
          <a:schemeClr val="accent4">
            <a:tint val="40000"/>
            <a:alpha val="90000"/>
            <a:hueOff val="0"/>
            <a:satOff val="0"/>
            <a:lumOff val="0"/>
            <a:alphaOff val="0"/>
          </a:schemeClr>
        </a:solidFill>
        <a:ln w="9525" cap="rnd" cmpd="sng" algn="ctr">
          <a:solidFill>
            <a:schemeClr val="accent4">
              <a:tint val="40000"/>
              <a:alpha val="90000"/>
              <a:hueOff val="0"/>
              <a:satOff val="0"/>
              <a:lumOff val="0"/>
              <a:alphaOff val="0"/>
            </a:schemeClr>
          </a:solidFill>
          <a:prstDash val="solid"/>
        </a:ln>
        <a:effectLst/>
        <a:scene3d>
          <a:camera prst="orthographicFront"/>
          <a:lightRig rig="chilly" dir="t"/>
        </a:scene3d>
        <a:sp3d z="12700" extrusionH="1700" prstMaterial="dkEdge">
          <a:bevelT w="25400" h="6350" prst="softRound"/>
          <a:bevelB w="0" h="0" prst="convex"/>
        </a:sp3d>
      </dsp:spPr>
      <dsp:style>
        <a:lnRef idx="1">
          <a:scrgbClr r="0" g="0" b="0"/>
        </a:lnRef>
        <a:fillRef idx="1">
          <a:scrgbClr r="0" g="0" b="0"/>
        </a:fillRef>
        <a:effectRef idx="0">
          <a:scrgbClr r="0" g="0" b="0"/>
        </a:effectRef>
        <a:fontRef idx="minor"/>
      </dsp:style>
      <dsp:txBody>
        <a:bodyPr spcFirstLastPara="0" vert="horz" wrap="square" lIns="142240" tIns="25400" rIns="142240" bIns="25400" numCol="1" spcCol="1270" anchor="ctr" anchorCtr="0">
          <a:noAutofit/>
        </a:bodyPr>
        <a:lstStyle/>
        <a:p>
          <a:pPr marL="0" lvl="0" indent="0" algn="ctr" defTabSz="889000">
            <a:lnSpc>
              <a:spcPct val="90000"/>
            </a:lnSpc>
            <a:spcBef>
              <a:spcPct val="0"/>
            </a:spcBef>
            <a:spcAft>
              <a:spcPct val="35000"/>
            </a:spcAft>
            <a:buNone/>
          </a:pPr>
          <a:r>
            <a:rPr lang="en-US" sz="2000" b="0" kern="1200" dirty="0">
              <a:solidFill>
                <a:schemeClr val="bg1"/>
              </a:solidFill>
              <a:latin typeface="Poppins" panose="00000500000000000000" pitchFamily="2" charset="0"/>
              <a:cs typeface="Poppins" panose="00000500000000000000" pitchFamily="2" charset="0"/>
            </a:rPr>
            <a:t>DC/ BLDC Motor</a:t>
          </a:r>
          <a:endParaRPr lang="en-IN" sz="2000" b="0" kern="1200" dirty="0">
            <a:solidFill>
              <a:schemeClr val="bg1"/>
            </a:solidFill>
            <a:latin typeface="Poppins" panose="00000500000000000000" pitchFamily="2" charset="0"/>
            <a:cs typeface="Poppins" panose="00000500000000000000" pitchFamily="2" charset="0"/>
          </a:endParaRPr>
        </a:p>
      </dsp:txBody>
      <dsp:txXfrm>
        <a:off x="4159" y="1505724"/>
        <a:ext cx="2836505" cy="335358"/>
      </dsp:txXfrm>
    </dsp:sp>
    <dsp:sp modelId="{89B9AD49-4422-4A3A-A851-0D2D0D82088F}">
      <dsp:nvSpPr>
        <dsp:cNvPr id="0" name=""/>
        <dsp:cNvSpPr/>
      </dsp:nvSpPr>
      <dsp:spPr>
        <a:xfrm>
          <a:off x="2840664" y="1505724"/>
          <a:ext cx="2836505" cy="335358"/>
        </a:xfrm>
        <a:prstGeom prst="rect">
          <a:avLst/>
        </a:prstGeom>
        <a:solidFill>
          <a:schemeClr val="accent4">
            <a:tint val="40000"/>
            <a:alpha val="90000"/>
            <a:hueOff val="440806"/>
            <a:satOff val="2226"/>
            <a:lumOff val="-900"/>
            <a:alphaOff val="0"/>
          </a:schemeClr>
        </a:solidFill>
        <a:ln w="9525" cap="rnd" cmpd="sng" algn="ctr">
          <a:solidFill>
            <a:schemeClr val="accent4">
              <a:tint val="40000"/>
              <a:alpha val="90000"/>
              <a:hueOff val="440806"/>
              <a:satOff val="2226"/>
              <a:lumOff val="-900"/>
              <a:alphaOff val="0"/>
            </a:schemeClr>
          </a:solidFill>
          <a:prstDash val="solid"/>
        </a:ln>
        <a:effectLst/>
        <a:scene3d>
          <a:camera prst="orthographicFront"/>
          <a:lightRig rig="chilly" dir="t"/>
        </a:scene3d>
        <a:sp3d z="12700" extrusionH="1700" prstMaterial="dkEdge">
          <a:bevelT w="25400" h="6350" prst="softRound"/>
          <a:bevelB w="0" h="0" prst="convex"/>
        </a:sp3d>
      </dsp:spPr>
      <dsp:style>
        <a:lnRef idx="1">
          <a:scrgbClr r="0" g="0" b="0"/>
        </a:lnRef>
        <a:fillRef idx="1">
          <a:scrgbClr r="0" g="0" b="0"/>
        </a:fillRef>
        <a:effectRef idx="0">
          <a:scrgbClr r="0" g="0" b="0"/>
        </a:effectRef>
        <a:fontRef idx="minor"/>
      </dsp:style>
      <dsp:txBody>
        <a:bodyPr spcFirstLastPara="0" vert="horz" wrap="square" lIns="142240" tIns="25400" rIns="142240" bIns="25400" numCol="1" spcCol="1270" anchor="ctr" anchorCtr="0">
          <a:noAutofit/>
        </a:bodyPr>
        <a:lstStyle/>
        <a:p>
          <a:pPr marL="0" lvl="0" indent="0" algn="ctr" defTabSz="889000">
            <a:lnSpc>
              <a:spcPct val="90000"/>
            </a:lnSpc>
            <a:spcBef>
              <a:spcPct val="0"/>
            </a:spcBef>
            <a:spcAft>
              <a:spcPct val="35000"/>
            </a:spcAft>
            <a:buNone/>
          </a:pPr>
          <a:r>
            <a:rPr lang="en-US" sz="2000" b="0" kern="1200" dirty="0">
              <a:solidFill>
                <a:schemeClr val="bg1"/>
              </a:solidFill>
              <a:latin typeface="Poppins" panose="00000500000000000000" pitchFamily="2" charset="0"/>
              <a:cs typeface="Poppins" panose="00000500000000000000" pitchFamily="2" charset="0"/>
            </a:rPr>
            <a:t>Induction Motor</a:t>
          </a:r>
          <a:endParaRPr lang="en-IN" sz="2000" b="0" kern="1200" dirty="0">
            <a:solidFill>
              <a:schemeClr val="bg1"/>
            </a:solidFill>
            <a:latin typeface="Poppins" panose="00000500000000000000" pitchFamily="2" charset="0"/>
            <a:cs typeface="Poppins" panose="00000500000000000000" pitchFamily="2" charset="0"/>
          </a:endParaRPr>
        </a:p>
      </dsp:txBody>
      <dsp:txXfrm>
        <a:off x="2840664" y="1505724"/>
        <a:ext cx="2836505" cy="335358"/>
      </dsp:txXfrm>
    </dsp:sp>
    <dsp:sp modelId="{834C6B78-0251-4ECE-8B5F-9DA085531AC0}">
      <dsp:nvSpPr>
        <dsp:cNvPr id="0" name=""/>
        <dsp:cNvSpPr/>
      </dsp:nvSpPr>
      <dsp:spPr>
        <a:xfrm>
          <a:off x="5677169" y="1505724"/>
          <a:ext cx="2836505" cy="335358"/>
        </a:xfrm>
        <a:prstGeom prst="rect">
          <a:avLst/>
        </a:prstGeom>
        <a:solidFill>
          <a:schemeClr val="accent4">
            <a:tint val="40000"/>
            <a:alpha val="90000"/>
            <a:hueOff val="881612"/>
            <a:satOff val="4452"/>
            <a:lumOff val="-1800"/>
            <a:alphaOff val="0"/>
          </a:schemeClr>
        </a:solidFill>
        <a:ln w="9525" cap="rnd" cmpd="sng" algn="ctr">
          <a:solidFill>
            <a:schemeClr val="accent4">
              <a:tint val="40000"/>
              <a:alpha val="90000"/>
              <a:hueOff val="881612"/>
              <a:satOff val="4452"/>
              <a:lumOff val="-1800"/>
              <a:alphaOff val="0"/>
            </a:schemeClr>
          </a:solidFill>
          <a:prstDash val="solid"/>
        </a:ln>
        <a:effectLst/>
        <a:scene3d>
          <a:camera prst="orthographicFront"/>
          <a:lightRig rig="chilly" dir="t"/>
        </a:scene3d>
        <a:sp3d z="12700" extrusionH="1700" prstMaterial="dkEdge">
          <a:bevelT w="25400" h="6350" prst="softRound"/>
          <a:bevelB w="0" h="0" prst="convex"/>
        </a:sp3d>
      </dsp:spPr>
      <dsp:style>
        <a:lnRef idx="1">
          <a:scrgbClr r="0" g="0" b="0"/>
        </a:lnRef>
        <a:fillRef idx="1">
          <a:scrgbClr r="0" g="0" b="0"/>
        </a:fillRef>
        <a:effectRef idx="0">
          <a:scrgbClr r="0" g="0" b="0"/>
        </a:effectRef>
        <a:fontRef idx="minor"/>
      </dsp:style>
      <dsp:txBody>
        <a:bodyPr spcFirstLastPara="0" vert="horz" wrap="square" lIns="142240" tIns="25400" rIns="142240" bIns="25400" numCol="1" spcCol="1270" anchor="ctr" anchorCtr="0">
          <a:noAutofit/>
        </a:bodyPr>
        <a:lstStyle/>
        <a:p>
          <a:pPr marL="0" lvl="0" indent="0" algn="ctr" defTabSz="889000">
            <a:lnSpc>
              <a:spcPct val="90000"/>
            </a:lnSpc>
            <a:spcBef>
              <a:spcPct val="0"/>
            </a:spcBef>
            <a:spcAft>
              <a:spcPct val="35000"/>
            </a:spcAft>
            <a:buNone/>
          </a:pPr>
          <a:r>
            <a:rPr lang="en-US" sz="2000" b="0" kern="1200" dirty="0">
              <a:solidFill>
                <a:schemeClr val="bg1"/>
              </a:solidFill>
              <a:latin typeface="Poppins" panose="00000500000000000000" pitchFamily="2" charset="0"/>
              <a:cs typeface="Poppins" panose="00000500000000000000" pitchFamily="2" charset="0"/>
            </a:rPr>
            <a:t>PMSM</a:t>
          </a:r>
          <a:endParaRPr lang="en-IN" sz="2000" b="0" kern="1200" dirty="0">
            <a:solidFill>
              <a:schemeClr val="bg1"/>
            </a:solidFill>
            <a:latin typeface="Poppins" panose="00000500000000000000" pitchFamily="2" charset="0"/>
            <a:cs typeface="Poppins" panose="00000500000000000000" pitchFamily="2" charset="0"/>
          </a:endParaRPr>
        </a:p>
      </dsp:txBody>
      <dsp:txXfrm>
        <a:off x="5677169" y="1505724"/>
        <a:ext cx="2836505" cy="335358"/>
      </dsp:txXfrm>
    </dsp:sp>
    <dsp:sp modelId="{864D984C-EB1F-4210-9F87-F6D3DC5E38A7}">
      <dsp:nvSpPr>
        <dsp:cNvPr id="0" name=""/>
        <dsp:cNvSpPr/>
      </dsp:nvSpPr>
      <dsp:spPr>
        <a:xfrm rot="10800000">
          <a:off x="0" y="1381"/>
          <a:ext cx="8517834" cy="1121600"/>
        </a:xfrm>
        <a:prstGeom prst="upArrowCallout">
          <a:avLst/>
        </a:prstGeom>
        <a:solidFill>
          <a:schemeClr val="accent4">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142240" tIns="142240" rIns="142240" bIns="142240" numCol="1" spcCol="1270" anchor="ctr" anchorCtr="0">
          <a:noAutofit/>
        </a:bodyPr>
        <a:lstStyle/>
        <a:p>
          <a:pPr marL="0" lvl="0" indent="0" algn="ctr" defTabSz="889000">
            <a:lnSpc>
              <a:spcPct val="90000"/>
            </a:lnSpc>
            <a:spcBef>
              <a:spcPct val="0"/>
            </a:spcBef>
            <a:spcAft>
              <a:spcPct val="35000"/>
            </a:spcAft>
            <a:buNone/>
          </a:pPr>
          <a:r>
            <a:rPr lang="en-US" sz="2000" b="0" kern="1200" dirty="0">
              <a:solidFill>
                <a:schemeClr val="tx1"/>
              </a:solidFill>
              <a:latin typeface="Poppins" panose="00000500000000000000" pitchFamily="2" charset="0"/>
              <a:cs typeface="Poppins" panose="00000500000000000000" pitchFamily="2" charset="0"/>
            </a:rPr>
            <a:t>Electric Vehicle Technology</a:t>
          </a:r>
          <a:endParaRPr lang="en-IN" sz="2000" b="0" kern="1200" dirty="0">
            <a:solidFill>
              <a:schemeClr val="tx1"/>
            </a:solidFill>
            <a:latin typeface="Poppins" panose="00000500000000000000" pitchFamily="2" charset="0"/>
            <a:cs typeface="Poppins" panose="00000500000000000000" pitchFamily="2" charset="0"/>
          </a:endParaRPr>
        </a:p>
      </dsp:txBody>
      <dsp:txXfrm rot="10800000">
        <a:off x="0" y="1381"/>
        <a:ext cx="8517834" cy="72878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E59CB25-2E48-477D-911F-010F64759F13}">
      <dsp:nvSpPr>
        <dsp:cNvPr id="0" name=""/>
        <dsp:cNvSpPr/>
      </dsp:nvSpPr>
      <dsp:spPr>
        <a:xfrm>
          <a:off x="0" y="3333365"/>
          <a:ext cx="8517834" cy="729258"/>
        </a:xfrm>
        <a:prstGeom prst="rect">
          <a:avLst/>
        </a:prstGeom>
        <a:solidFill>
          <a:schemeClr val="accent4">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142240" tIns="142240" rIns="142240" bIns="142240" numCol="1" spcCol="1270" anchor="ctr" anchorCtr="0">
          <a:noAutofit/>
        </a:bodyPr>
        <a:lstStyle/>
        <a:p>
          <a:pPr marL="0" lvl="0" indent="0" algn="ctr" defTabSz="889000">
            <a:lnSpc>
              <a:spcPct val="90000"/>
            </a:lnSpc>
            <a:spcBef>
              <a:spcPct val="0"/>
            </a:spcBef>
            <a:spcAft>
              <a:spcPct val="35000"/>
            </a:spcAft>
            <a:buNone/>
          </a:pPr>
          <a:r>
            <a:rPr lang="en-US" sz="2000" kern="1200" dirty="0">
              <a:solidFill>
                <a:schemeClr val="tx1"/>
              </a:solidFill>
              <a:latin typeface="Poppins" panose="00000500000000000000" pitchFamily="2" charset="0"/>
              <a:cs typeface="Poppins" panose="00000500000000000000" pitchFamily="2" charset="0"/>
            </a:rPr>
            <a:t>Battery Technology for EV’s</a:t>
          </a:r>
          <a:endParaRPr lang="en-IN" sz="2000" kern="1200" dirty="0">
            <a:solidFill>
              <a:schemeClr val="tx1"/>
            </a:solidFill>
            <a:latin typeface="Poppins" panose="00000500000000000000" pitchFamily="2" charset="0"/>
            <a:cs typeface="Poppins" panose="00000500000000000000" pitchFamily="2" charset="0"/>
          </a:endParaRPr>
        </a:p>
      </dsp:txBody>
      <dsp:txXfrm>
        <a:off x="0" y="3333365"/>
        <a:ext cx="8517834" cy="729258"/>
      </dsp:txXfrm>
    </dsp:sp>
    <dsp:sp modelId="{296390E6-2BC7-49EE-AA2C-6C9C8A30B991}">
      <dsp:nvSpPr>
        <dsp:cNvPr id="0" name=""/>
        <dsp:cNvSpPr/>
      </dsp:nvSpPr>
      <dsp:spPr>
        <a:xfrm rot="10800000">
          <a:off x="0" y="2222704"/>
          <a:ext cx="8517834" cy="1121600"/>
        </a:xfrm>
        <a:prstGeom prst="upArrowCallout">
          <a:avLst/>
        </a:prstGeom>
        <a:solidFill>
          <a:schemeClr val="accent4">
            <a:hueOff val="214114"/>
            <a:satOff val="5867"/>
            <a:lumOff val="-3856"/>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142240" tIns="142240" rIns="142240" bIns="142240" numCol="1" spcCol="1270" anchor="ctr" anchorCtr="0">
          <a:noAutofit/>
        </a:bodyPr>
        <a:lstStyle/>
        <a:p>
          <a:pPr marL="0" lvl="0" indent="0" algn="ctr" defTabSz="889000">
            <a:lnSpc>
              <a:spcPct val="90000"/>
            </a:lnSpc>
            <a:spcBef>
              <a:spcPct val="0"/>
            </a:spcBef>
            <a:spcAft>
              <a:spcPct val="35000"/>
            </a:spcAft>
            <a:buNone/>
          </a:pPr>
          <a:r>
            <a:rPr lang="en-US" sz="2000" kern="1200" dirty="0">
              <a:solidFill>
                <a:schemeClr val="tx1"/>
              </a:solidFill>
              <a:latin typeface="Poppins" panose="00000500000000000000" pitchFamily="2" charset="0"/>
              <a:cs typeface="Poppins" panose="00000500000000000000" pitchFamily="2" charset="0"/>
            </a:rPr>
            <a:t>Lightweight EVs Material</a:t>
          </a:r>
          <a:endParaRPr lang="en-IN" sz="2000" kern="1200" dirty="0">
            <a:solidFill>
              <a:schemeClr val="tx1"/>
            </a:solidFill>
            <a:latin typeface="Poppins" panose="00000500000000000000" pitchFamily="2" charset="0"/>
            <a:cs typeface="Poppins" panose="00000500000000000000" pitchFamily="2" charset="0"/>
          </a:endParaRPr>
        </a:p>
      </dsp:txBody>
      <dsp:txXfrm rot="10800000">
        <a:off x="0" y="2222704"/>
        <a:ext cx="8517834" cy="728782"/>
      </dsp:txXfrm>
    </dsp:sp>
    <dsp:sp modelId="{DAB340E0-90B3-4DAB-9A93-13821A8AF6D8}">
      <dsp:nvSpPr>
        <dsp:cNvPr id="0" name=""/>
        <dsp:cNvSpPr/>
      </dsp:nvSpPr>
      <dsp:spPr>
        <a:xfrm rot="10800000">
          <a:off x="0" y="1112042"/>
          <a:ext cx="8517834" cy="1121600"/>
        </a:xfrm>
        <a:prstGeom prst="upArrowCallout">
          <a:avLst/>
        </a:prstGeom>
        <a:solidFill>
          <a:schemeClr val="accent4">
            <a:hueOff val="428227"/>
            <a:satOff val="11734"/>
            <a:lumOff val="-7713"/>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142240" tIns="142240" rIns="142240" bIns="142240" numCol="1" spcCol="1270" anchor="ctr" anchorCtr="0">
          <a:noAutofit/>
        </a:bodyPr>
        <a:lstStyle/>
        <a:p>
          <a:pPr marL="0" lvl="0" indent="0" algn="ctr" defTabSz="889000">
            <a:lnSpc>
              <a:spcPct val="90000"/>
            </a:lnSpc>
            <a:spcBef>
              <a:spcPct val="0"/>
            </a:spcBef>
            <a:spcAft>
              <a:spcPct val="35000"/>
            </a:spcAft>
            <a:buNone/>
          </a:pPr>
          <a:r>
            <a:rPr lang="en-US" sz="2000" kern="1200" dirty="0">
              <a:solidFill>
                <a:schemeClr val="tx1"/>
              </a:solidFill>
              <a:latin typeface="Poppins" panose="00000500000000000000" pitchFamily="2" charset="0"/>
              <a:cs typeface="Poppins" panose="00000500000000000000" pitchFamily="2" charset="0"/>
            </a:rPr>
            <a:t>Structural Design of EVs</a:t>
          </a:r>
          <a:endParaRPr lang="en-IN" sz="2000" kern="1200" dirty="0">
            <a:solidFill>
              <a:schemeClr val="tx1"/>
            </a:solidFill>
            <a:latin typeface="Poppins" panose="00000500000000000000" pitchFamily="2" charset="0"/>
            <a:cs typeface="Poppins" panose="00000500000000000000" pitchFamily="2" charset="0"/>
          </a:endParaRPr>
        </a:p>
      </dsp:txBody>
      <dsp:txXfrm rot="10800000">
        <a:off x="0" y="1112042"/>
        <a:ext cx="8517834" cy="728782"/>
      </dsp:txXfrm>
    </dsp:sp>
    <dsp:sp modelId="{0702275E-3019-4717-8D2E-E31054C78593}">
      <dsp:nvSpPr>
        <dsp:cNvPr id="0" name=""/>
        <dsp:cNvSpPr/>
      </dsp:nvSpPr>
      <dsp:spPr>
        <a:xfrm rot="10800000">
          <a:off x="0" y="1381"/>
          <a:ext cx="8517834" cy="1121600"/>
        </a:xfrm>
        <a:prstGeom prst="upArrowCallout">
          <a:avLst/>
        </a:prstGeom>
        <a:solidFill>
          <a:schemeClr val="accent4">
            <a:hueOff val="642341"/>
            <a:satOff val="17601"/>
            <a:lumOff val="-11569"/>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142240" tIns="142240" rIns="142240" bIns="142240" numCol="1" spcCol="1270" anchor="ctr" anchorCtr="0">
          <a:noAutofit/>
        </a:bodyPr>
        <a:lstStyle/>
        <a:p>
          <a:pPr marL="0" lvl="0" indent="0" algn="ctr" defTabSz="889000">
            <a:lnSpc>
              <a:spcPct val="90000"/>
            </a:lnSpc>
            <a:spcBef>
              <a:spcPct val="0"/>
            </a:spcBef>
            <a:spcAft>
              <a:spcPct val="35000"/>
            </a:spcAft>
            <a:buNone/>
          </a:pPr>
          <a:r>
            <a:rPr lang="en-US" sz="2000" b="0" kern="1200" dirty="0">
              <a:solidFill>
                <a:schemeClr val="tx1"/>
              </a:solidFill>
              <a:latin typeface="Poppins" panose="00000500000000000000" pitchFamily="2" charset="0"/>
              <a:cs typeface="Poppins" panose="00000500000000000000" pitchFamily="2" charset="0"/>
            </a:rPr>
            <a:t>Vehicle Dynamics in EV’s</a:t>
          </a:r>
          <a:endParaRPr lang="en-IN" sz="2000" kern="1200" dirty="0">
            <a:solidFill>
              <a:schemeClr val="tx1"/>
            </a:solidFill>
            <a:latin typeface="Poppins" panose="00000500000000000000" pitchFamily="2" charset="0"/>
            <a:cs typeface="Poppins" panose="00000500000000000000" pitchFamily="2" charset="0"/>
          </a:endParaRPr>
        </a:p>
      </dsp:txBody>
      <dsp:txXfrm rot="10800000">
        <a:off x="0" y="1381"/>
        <a:ext cx="8517834" cy="72878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2BC99F3-D8DA-4B0D-806F-8B20D1093426}">
      <dsp:nvSpPr>
        <dsp:cNvPr id="0" name=""/>
        <dsp:cNvSpPr/>
      </dsp:nvSpPr>
      <dsp:spPr>
        <a:xfrm>
          <a:off x="0" y="3333365"/>
          <a:ext cx="8517834" cy="729258"/>
        </a:xfrm>
        <a:prstGeom prst="rect">
          <a:avLst/>
        </a:prstGeom>
        <a:solidFill>
          <a:schemeClr val="accent4">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149352" tIns="149352" rIns="149352" bIns="149352" numCol="1" spcCol="1270" anchor="ctr" anchorCtr="0">
          <a:noAutofit/>
        </a:bodyPr>
        <a:lstStyle/>
        <a:p>
          <a:pPr marL="0" lvl="0" indent="0" algn="ctr" defTabSz="933450">
            <a:lnSpc>
              <a:spcPct val="90000"/>
            </a:lnSpc>
            <a:spcBef>
              <a:spcPct val="0"/>
            </a:spcBef>
            <a:spcAft>
              <a:spcPct val="35000"/>
            </a:spcAft>
            <a:buNone/>
          </a:pPr>
          <a:r>
            <a:rPr lang="en-US" sz="2100" kern="1200" dirty="0">
              <a:solidFill>
                <a:schemeClr val="tx1"/>
              </a:solidFill>
              <a:latin typeface="Poppins" panose="00000500000000000000" pitchFamily="2" charset="0"/>
              <a:cs typeface="Poppins" panose="00000500000000000000" pitchFamily="2" charset="0"/>
            </a:rPr>
            <a:t>Safety Standards for EVs</a:t>
          </a:r>
          <a:endParaRPr lang="en-IN" sz="2100" kern="1200" dirty="0">
            <a:solidFill>
              <a:schemeClr val="tx1"/>
            </a:solidFill>
            <a:latin typeface="Poppins" panose="00000500000000000000" pitchFamily="2" charset="0"/>
            <a:cs typeface="Poppins" panose="00000500000000000000" pitchFamily="2" charset="0"/>
          </a:endParaRPr>
        </a:p>
      </dsp:txBody>
      <dsp:txXfrm>
        <a:off x="0" y="3333365"/>
        <a:ext cx="8517834" cy="729258"/>
      </dsp:txXfrm>
    </dsp:sp>
    <dsp:sp modelId="{A4E01F0E-2D04-49E3-9159-F5604FBDF3BB}">
      <dsp:nvSpPr>
        <dsp:cNvPr id="0" name=""/>
        <dsp:cNvSpPr/>
      </dsp:nvSpPr>
      <dsp:spPr>
        <a:xfrm rot="10800000">
          <a:off x="0" y="2222704"/>
          <a:ext cx="8517834" cy="1121600"/>
        </a:xfrm>
        <a:prstGeom prst="upArrowCallout">
          <a:avLst/>
        </a:prstGeom>
        <a:solidFill>
          <a:schemeClr val="accent4">
            <a:hueOff val="214114"/>
            <a:satOff val="5867"/>
            <a:lumOff val="-3856"/>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149352" tIns="149352" rIns="149352" bIns="149352" numCol="1" spcCol="1270" anchor="ctr" anchorCtr="0">
          <a:noAutofit/>
        </a:bodyPr>
        <a:lstStyle/>
        <a:p>
          <a:pPr marL="0" lvl="0" indent="0" algn="ctr" defTabSz="933450">
            <a:lnSpc>
              <a:spcPct val="90000"/>
            </a:lnSpc>
            <a:spcBef>
              <a:spcPct val="0"/>
            </a:spcBef>
            <a:spcAft>
              <a:spcPct val="35000"/>
            </a:spcAft>
            <a:buNone/>
          </a:pPr>
          <a:r>
            <a:rPr lang="en-US" sz="2100" kern="1200" dirty="0">
              <a:solidFill>
                <a:schemeClr val="tx1"/>
              </a:solidFill>
              <a:latin typeface="Poppins" panose="00000500000000000000" pitchFamily="2" charset="0"/>
              <a:cs typeface="Poppins" panose="00000500000000000000" pitchFamily="2" charset="0"/>
            </a:rPr>
            <a:t>Performance, Emerging Technologies, and Innovation for EV’s </a:t>
          </a:r>
          <a:endParaRPr lang="en-IN" sz="2100" kern="1200" dirty="0">
            <a:solidFill>
              <a:schemeClr val="tx1"/>
            </a:solidFill>
            <a:latin typeface="Poppins" panose="00000500000000000000" pitchFamily="2" charset="0"/>
            <a:cs typeface="Poppins" panose="00000500000000000000" pitchFamily="2" charset="0"/>
          </a:endParaRPr>
        </a:p>
      </dsp:txBody>
      <dsp:txXfrm rot="10800000">
        <a:off x="0" y="2222704"/>
        <a:ext cx="8517834" cy="728782"/>
      </dsp:txXfrm>
    </dsp:sp>
    <dsp:sp modelId="{E0218708-2B53-41AA-9031-72184B881E4D}">
      <dsp:nvSpPr>
        <dsp:cNvPr id="0" name=""/>
        <dsp:cNvSpPr/>
      </dsp:nvSpPr>
      <dsp:spPr>
        <a:xfrm rot="10800000">
          <a:off x="0" y="1112042"/>
          <a:ext cx="8517834" cy="1121600"/>
        </a:xfrm>
        <a:prstGeom prst="upArrowCallout">
          <a:avLst/>
        </a:prstGeom>
        <a:solidFill>
          <a:schemeClr val="accent4">
            <a:hueOff val="428227"/>
            <a:satOff val="11734"/>
            <a:lumOff val="-7713"/>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149352" tIns="149352" rIns="149352" bIns="149352" numCol="1" spcCol="1270" anchor="ctr" anchorCtr="0">
          <a:noAutofit/>
        </a:bodyPr>
        <a:lstStyle/>
        <a:p>
          <a:pPr marL="0" lvl="0" indent="0" algn="ctr" defTabSz="933450">
            <a:lnSpc>
              <a:spcPct val="90000"/>
            </a:lnSpc>
            <a:spcBef>
              <a:spcPct val="0"/>
            </a:spcBef>
            <a:spcAft>
              <a:spcPct val="35000"/>
            </a:spcAft>
            <a:buNone/>
          </a:pPr>
          <a:r>
            <a:rPr lang="en-US" sz="2100" kern="1200" dirty="0">
              <a:solidFill>
                <a:schemeClr val="tx1"/>
              </a:solidFill>
              <a:latin typeface="Poppins" panose="00000500000000000000" pitchFamily="2" charset="0"/>
              <a:cs typeface="Poppins" panose="00000500000000000000" pitchFamily="2" charset="0"/>
            </a:rPr>
            <a:t>Charging Infrastructure System</a:t>
          </a:r>
          <a:endParaRPr lang="en-IN" sz="2100" kern="1200" dirty="0">
            <a:solidFill>
              <a:schemeClr val="tx1"/>
            </a:solidFill>
            <a:latin typeface="Poppins" panose="00000500000000000000" pitchFamily="2" charset="0"/>
            <a:cs typeface="Poppins" panose="00000500000000000000" pitchFamily="2" charset="0"/>
          </a:endParaRPr>
        </a:p>
      </dsp:txBody>
      <dsp:txXfrm rot="10800000">
        <a:off x="0" y="1112042"/>
        <a:ext cx="8517834" cy="728782"/>
      </dsp:txXfrm>
    </dsp:sp>
    <dsp:sp modelId="{864D984C-EB1F-4210-9F87-F6D3DC5E38A7}">
      <dsp:nvSpPr>
        <dsp:cNvPr id="0" name=""/>
        <dsp:cNvSpPr/>
      </dsp:nvSpPr>
      <dsp:spPr>
        <a:xfrm rot="10800000">
          <a:off x="0" y="1381"/>
          <a:ext cx="8517834" cy="1121600"/>
        </a:xfrm>
        <a:prstGeom prst="upArrowCallout">
          <a:avLst/>
        </a:prstGeom>
        <a:solidFill>
          <a:schemeClr val="accent4">
            <a:hueOff val="642341"/>
            <a:satOff val="17601"/>
            <a:lumOff val="-11569"/>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142240" tIns="142240" rIns="142240" bIns="142240" numCol="1" spcCol="1270" anchor="ctr" anchorCtr="0">
          <a:noAutofit/>
        </a:bodyPr>
        <a:lstStyle/>
        <a:p>
          <a:pPr marL="0" lvl="0" indent="0" algn="ctr" defTabSz="889000">
            <a:lnSpc>
              <a:spcPct val="90000"/>
            </a:lnSpc>
            <a:spcBef>
              <a:spcPct val="0"/>
            </a:spcBef>
            <a:spcAft>
              <a:spcPct val="35000"/>
            </a:spcAft>
            <a:buNone/>
          </a:pPr>
          <a:r>
            <a:rPr lang="en-US" sz="2000" kern="1200" dirty="0">
              <a:solidFill>
                <a:schemeClr val="tx1"/>
              </a:solidFill>
              <a:latin typeface="Poppins" panose="00000500000000000000" pitchFamily="2" charset="0"/>
              <a:cs typeface="Poppins" panose="00000500000000000000" pitchFamily="2" charset="0"/>
            </a:rPr>
            <a:t>Battery Management System</a:t>
          </a:r>
          <a:endParaRPr lang="en-IN" sz="2000" b="0" kern="1200" dirty="0">
            <a:solidFill>
              <a:schemeClr val="tx1"/>
            </a:solidFill>
            <a:latin typeface="Poppins" panose="00000500000000000000" pitchFamily="2" charset="0"/>
            <a:cs typeface="Poppins" panose="00000500000000000000" pitchFamily="2" charset="0"/>
          </a:endParaRPr>
        </a:p>
      </dsp:txBody>
      <dsp:txXfrm rot="10800000">
        <a:off x="0" y="1381"/>
        <a:ext cx="8517834" cy="728782"/>
      </dsp:txXfrm>
    </dsp:sp>
  </dsp:spTree>
</dsp:drawing>
</file>

<file path=ppt/diagrams/layout1.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4">
  <dgm:title val=""/>
  <dgm:desc val=""/>
  <dgm:catLst>
    <dgm:cat type="3D" pri="11400"/>
  </dgm:catLst>
  <dgm:scene3d>
    <a:camera prst="orthographicFront"/>
    <a:lightRig rig="threePt" dir="t"/>
  </dgm:scene3d>
  <dgm:styleLbl name="node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ven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chilly" dir="t"/>
    </dgm:scene3d>
    <dgm:sp3d prstMaterial="translucentPowder">
      <a:bevelT w="127000" h="25400" prst="softRound"/>
    </dgm:sp3d>
    <dgm:txPr/>
    <dgm:style>
      <a:lnRef idx="1">
        <a:scrgbClr r="0" g="0" b="0"/>
      </a:lnRef>
      <a:fillRef idx="1">
        <a:scrgbClr r="0" g="0" b="0"/>
      </a:fillRef>
      <a:effectRef idx="0">
        <a:scrgbClr r="0" g="0" b="0"/>
      </a:effectRef>
      <a:fontRef idx="minor">
        <a:schemeClr val="lt1"/>
      </a:fontRef>
    </dgm:style>
  </dgm:styleLbl>
  <dgm:styleLbl name="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4">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fgImgPlace1">
    <dgm:scene3d>
      <a:camera prst="orthographicFront"/>
      <a:lightRig rig="chilly" dir="t"/>
    </dgm:scene3d>
    <dgm:sp3d z="12700" extrusionH="12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alignImgPlac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bgImgPlace1">
    <dgm:scene3d>
      <a:camera prst="orthographicFront"/>
      <a:lightRig rig="chilly" dir="t"/>
    </dgm:scene3d>
    <dgm:sp3d z="-257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chilly" dir="t"/>
    </dgm:scene3d>
    <dgm:sp3d z="-70000" extrusionH="1700" prstMaterial="translucentPowder">
      <a:bevelT w="25400" h="6350" prst="softRound"/>
      <a:bevelB w="0" h="0" prst="convex"/>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bgSibTrans2D1">
    <dgm:scene3d>
      <a:camera prst="orthographicFront"/>
      <a:lightRig rig="chilly" dir="t"/>
    </dgm:scene3d>
    <dgm:sp3d z="-25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sibTrans1D1">
    <dgm:scene3d>
      <a:camera prst="orthographicFront"/>
      <a:lightRig rig="chilly"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chilly"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parChTrans2D1">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2">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3">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4">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1D1">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con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1">
    <dgm:scene3d>
      <a:camera prst="orthographicFront"/>
      <a:lightRig rig="chilly" dir="t"/>
    </dgm:scene3d>
    <dgm:sp3d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trAlignAcc1">
    <dgm:scene3d>
      <a:camera prst="orthographicFront"/>
      <a:lightRig rig="chilly" dir="t"/>
    </dgm:scene3d>
    <dgm:sp3d prstMaterial="dkEdge">
      <a:bevelT w="127000" h="25400"/>
    </dgm:sp3d>
    <dgm:txPr/>
    <dgm:style>
      <a:lnRef idx="1">
        <a:scrgbClr r="0" g="0" b="0"/>
      </a:lnRef>
      <a:fillRef idx="1">
        <a:scrgbClr r="0" g="0" b="0"/>
      </a:fillRef>
      <a:effectRef idx="0">
        <a:scrgbClr r="0" g="0" b="0"/>
      </a:effectRef>
      <a:fontRef idx="minor">
        <a:schemeClr val="lt1"/>
      </a:fontRef>
    </dgm:style>
  </dgm:styleLbl>
  <dgm:styleLbl name="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AlignAcc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0">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2">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3">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4">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dkBgShp">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trBgShp">
    <dgm:scene3d>
      <a:camera prst="orthographicFront"/>
      <a:lightRig rig="chilly"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3d4">
  <dgm:title val=""/>
  <dgm:desc val=""/>
  <dgm:catLst>
    <dgm:cat type="3D" pri="11400"/>
  </dgm:catLst>
  <dgm:scene3d>
    <a:camera prst="orthographicFront"/>
    <a:lightRig rig="threePt" dir="t"/>
  </dgm:scene3d>
  <dgm:styleLbl name="node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ven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chilly" dir="t"/>
    </dgm:scene3d>
    <dgm:sp3d prstMaterial="translucentPowder">
      <a:bevelT w="127000" h="25400" prst="softRound"/>
    </dgm:sp3d>
    <dgm:txPr/>
    <dgm:style>
      <a:lnRef idx="1">
        <a:scrgbClr r="0" g="0" b="0"/>
      </a:lnRef>
      <a:fillRef idx="1">
        <a:scrgbClr r="0" g="0" b="0"/>
      </a:fillRef>
      <a:effectRef idx="0">
        <a:scrgbClr r="0" g="0" b="0"/>
      </a:effectRef>
      <a:fontRef idx="minor">
        <a:schemeClr val="lt1"/>
      </a:fontRef>
    </dgm:style>
  </dgm:styleLbl>
  <dgm:styleLbl name="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4">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fgImgPlace1">
    <dgm:scene3d>
      <a:camera prst="orthographicFront"/>
      <a:lightRig rig="chilly" dir="t"/>
    </dgm:scene3d>
    <dgm:sp3d z="12700" extrusionH="12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alignImgPlac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bgImgPlace1">
    <dgm:scene3d>
      <a:camera prst="orthographicFront"/>
      <a:lightRig rig="chilly" dir="t"/>
    </dgm:scene3d>
    <dgm:sp3d z="-257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chilly" dir="t"/>
    </dgm:scene3d>
    <dgm:sp3d z="-70000" extrusionH="1700" prstMaterial="translucentPowder">
      <a:bevelT w="25400" h="6350" prst="softRound"/>
      <a:bevelB w="0" h="0" prst="convex"/>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bgSibTrans2D1">
    <dgm:scene3d>
      <a:camera prst="orthographicFront"/>
      <a:lightRig rig="chilly" dir="t"/>
    </dgm:scene3d>
    <dgm:sp3d z="-25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sibTrans1D1">
    <dgm:scene3d>
      <a:camera prst="orthographicFront"/>
      <a:lightRig rig="chilly"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chilly"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parChTrans2D1">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2">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3">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4">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1D1">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con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1">
    <dgm:scene3d>
      <a:camera prst="orthographicFront"/>
      <a:lightRig rig="chilly" dir="t"/>
    </dgm:scene3d>
    <dgm:sp3d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trAlignAcc1">
    <dgm:scene3d>
      <a:camera prst="orthographicFront"/>
      <a:lightRig rig="chilly" dir="t"/>
    </dgm:scene3d>
    <dgm:sp3d prstMaterial="dkEdge">
      <a:bevelT w="127000" h="25400"/>
    </dgm:sp3d>
    <dgm:txPr/>
    <dgm:style>
      <a:lnRef idx="1">
        <a:scrgbClr r="0" g="0" b="0"/>
      </a:lnRef>
      <a:fillRef idx="1">
        <a:scrgbClr r="0" g="0" b="0"/>
      </a:fillRef>
      <a:effectRef idx="0">
        <a:scrgbClr r="0" g="0" b="0"/>
      </a:effectRef>
      <a:fontRef idx="minor">
        <a:schemeClr val="lt1"/>
      </a:fontRef>
    </dgm:style>
  </dgm:styleLbl>
  <dgm:styleLbl name="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AlignAcc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0">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2">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3">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4">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dkBgShp">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trBgShp">
    <dgm:scene3d>
      <a:camera prst="orthographicFront"/>
      <a:lightRig rig="chilly"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3d4">
  <dgm:title val=""/>
  <dgm:desc val=""/>
  <dgm:catLst>
    <dgm:cat type="3D" pri="11400"/>
  </dgm:catLst>
  <dgm:scene3d>
    <a:camera prst="orthographicFront"/>
    <a:lightRig rig="threePt" dir="t"/>
  </dgm:scene3d>
  <dgm:styleLbl name="node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ven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chilly" dir="t"/>
    </dgm:scene3d>
    <dgm:sp3d prstMaterial="translucentPowder">
      <a:bevelT w="127000" h="25400" prst="softRound"/>
    </dgm:sp3d>
    <dgm:txPr/>
    <dgm:style>
      <a:lnRef idx="1">
        <a:scrgbClr r="0" g="0" b="0"/>
      </a:lnRef>
      <a:fillRef idx="1">
        <a:scrgbClr r="0" g="0" b="0"/>
      </a:fillRef>
      <a:effectRef idx="0">
        <a:scrgbClr r="0" g="0" b="0"/>
      </a:effectRef>
      <a:fontRef idx="minor">
        <a:schemeClr val="lt1"/>
      </a:fontRef>
    </dgm:style>
  </dgm:styleLbl>
  <dgm:styleLbl name="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4">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fgImgPlace1">
    <dgm:scene3d>
      <a:camera prst="orthographicFront"/>
      <a:lightRig rig="chilly" dir="t"/>
    </dgm:scene3d>
    <dgm:sp3d z="12700" extrusionH="12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alignImgPlac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bgImgPlace1">
    <dgm:scene3d>
      <a:camera prst="orthographicFront"/>
      <a:lightRig rig="chilly" dir="t"/>
    </dgm:scene3d>
    <dgm:sp3d z="-257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chilly" dir="t"/>
    </dgm:scene3d>
    <dgm:sp3d z="-70000" extrusionH="1700" prstMaterial="translucentPowder">
      <a:bevelT w="25400" h="6350" prst="softRound"/>
      <a:bevelB w="0" h="0" prst="convex"/>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bgSibTrans2D1">
    <dgm:scene3d>
      <a:camera prst="orthographicFront"/>
      <a:lightRig rig="chilly" dir="t"/>
    </dgm:scene3d>
    <dgm:sp3d z="-25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sibTrans1D1">
    <dgm:scene3d>
      <a:camera prst="orthographicFront"/>
      <a:lightRig rig="chilly"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chilly"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parChTrans2D1">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2">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3">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4">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1D1">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con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1">
    <dgm:scene3d>
      <a:camera prst="orthographicFront"/>
      <a:lightRig rig="chilly" dir="t"/>
    </dgm:scene3d>
    <dgm:sp3d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trAlignAcc1">
    <dgm:scene3d>
      <a:camera prst="orthographicFront"/>
      <a:lightRig rig="chilly" dir="t"/>
    </dgm:scene3d>
    <dgm:sp3d prstMaterial="dkEdge">
      <a:bevelT w="127000" h="25400"/>
    </dgm:sp3d>
    <dgm:txPr/>
    <dgm:style>
      <a:lnRef idx="1">
        <a:scrgbClr r="0" g="0" b="0"/>
      </a:lnRef>
      <a:fillRef idx="1">
        <a:scrgbClr r="0" g="0" b="0"/>
      </a:fillRef>
      <a:effectRef idx="0">
        <a:scrgbClr r="0" g="0" b="0"/>
      </a:effectRef>
      <a:fontRef idx="minor">
        <a:schemeClr val="lt1"/>
      </a:fontRef>
    </dgm:style>
  </dgm:styleLbl>
  <dgm:styleLbl name="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AlignAcc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0">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2">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3">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4">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dkBgShp">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trBgShp">
    <dgm:scene3d>
      <a:camera prst="orthographicFront"/>
      <a:lightRig rig="chilly"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5"/>
        <p:cNvGrpSpPr/>
        <p:nvPr/>
      </p:nvGrpSpPr>
      <p:grpSpPr>
        <a:xfrm>
          <a:off x="0" y="0"/>
          <a:ext cx="0" cy="0"/>
          <a:chOff x="0" y="0"/>
          <a:chExt cx="0" cy="0"/>
        </a:xfrm>
      </p:grpSpPr>
      <p:sp>
        <p:nvSpPr>
          <p:cNvPr id="446" name="Google Shape;446;g11a8596d4f5_2_1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7" name="Google Shape;447;g11a8596d4f5_2_1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1"/>
        <p:cNvGrpSpPr/>
        <p:nvPr/>
      </p:nvGrpSpPr>
      <p:grpSpPr>
        <a:xfrm>
          <a:off x="0" y="0"/>
          <a:ext cx="0" cy="0"/>
          <a:chOff x="0" y="0"/>
          <a:chExt cx="0" cy="0"/>
        </a:xfrm>
      </p:grpSpPr>
      <p:sp>
        <p:nvSpPr>
          <p:cNvPr id="512" name="Google Shape;512;g13a4aff8b98_0_40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3" name="Google Shape;513;g13a4aff8b98_0_40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9"/>
        <p:cNvGrpSpPr/>
        <p:nvPr/>
      </p:nvGrpSpPr>
      <p:grpSpPr>
        <a:xfrm>
          <a:off x="0" y="0"/>
          <a:ext cx="0" cy="0"/>
          <a:chOff x="0" y="0"/>
          <a:chExt cx="0" cy="0"/>
        </a:xfrm>
      </p:grpSpPr>
      <p:sp>
        <p:nvSpPr>
          <p:cNvPr id="880" name="Google Shape;880;g13b9488f8bd_0_3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1" name="Google Shape;881;g13b9488f8bd_0_3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09837264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1"/>
        <p:cNvGrpSpPr/>
        <p:nvPr/>
      </p:nvGrpSpPr>
      <p:grpSpPr>
        <a:xfrm>
          <a:off x="0" y="0"/>
          <a:ext cx="0" cy="0"/>
          <a:chOff x="0" y="0"/>
          <a:chExt cx="0" cy="0"/>
        </a:xfrm>
      </p:grpSpPr>
      <p:sp>
        <p:nvSpPr>
          <p:cNvPr id="672" name="Google Shape;672;g12ddc63ab00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3" name="Google Shape;673;g12ddc63ab00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1098436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5"/>
        <p:cNvGrpSpPr/>
        <p:nvPr/>
      </p:nvGrpSpPr>
      <p:grpSpPr>
        <a:xfrm>
          <a:off x="0" y="0"/>
          <a:ext cx="0" cy="0"/>
          <a:chOff x="0" y="0"/>
          <a:chExt cx="0" cy="0"/>
        </a:xfrm>
      </p:grpSpPr>
      <p:sp>
        <p:nvSpPr>
          <p:cNvPr id="636" name="Google Shape;636;g13a4aff8b98_0_4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7" name="Google Shape;637;g13a4aff8b98_0_4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9"/>
        <p:cNvGrpSpPr/>
        <p:nvPr/>
      </p:nvGrpSpPr>
      <p:grpSpPr>
        <a:xfrm>
          <a:off x="0" y="0"/>
          <a:ext cx="0" cy="0"/>
          <a:chOff x="0" y="0"/>
          <a:chExt cx="0" cy="0"/>
        </a:xfrm>
      </p:grpSpPr>
      <p:sp>
        <p:nvSpPr>
          <p:cNvPr id="880" name="Google Shape;880;g13b9488f8bd_0_3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1" name="Google Shape;881;g13b9488f8bd_0_3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09837264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9"/>
        <p:cNvGrpSpPr/>
        <p:nvPr/>
      </p:nvGrpSpPr>
      <p:grpSpPr>
        <a:xfrm>
          <a:off x="0" y="0"/>
          <a:ext cx="0" cy="0"/>
          <a:chOff x="0" y="0"/>
          <a:chExt cx="0" cy="0"/>
        </a:xfrm>
      </p:grpSpPr>
      <p:sp>
        <p:nvSpPr>
          <p:cNvPr id="550" name="Google Shape;550;g13675c7cf38_0_4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1" name="Google Shape;551;g13675c7cf38_0_4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5"/>
        <p:cNvGrpSpPr/>
        <p:nvPr/>
      </p:nvGrpSpPr>
      <p:grpSpPr>
        <a:xfrm>
          <a:off x="0" y="0"/>
          <a:ext cx="0" cy="0"/>
          <a:chOff x="0" y="0"/>
          <a:chExt cx="0" cy="0"/>
        </a:xfrm>
      </p:grpSpPr>
      <p:sp>
        <p:nvSpPr>
          <p:cNvPr id="636" name="Google Shape;636;g13a4aff8b98_0_4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7" name="Google Shape;637;g13a4aff8b98_0_4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1"/>
        <p:cNvGrpSpPr/>
        <p:nvPr/>
      </p:nvGrpSpPr>
      <p:grpSpPr>
        <a:xfrm>
          <a:off x="0" y="0"/>
          <a:ext cx="0" cy="0"/>
          <a:chOff x="0" y="0"/>
          <a:chExt cx="0" cy="0"/>
        </a:xfrm>
      </p:grpSpPr>
      <p:sp>
        <p:nvSpPr>
          <p:cNvPr id="672" name="Google Shape;672;g12ddc63ab00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3" name="Google Shape;673;g12ddc63ab00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25"/>
        <p:cNvGrpSpPr/>
        <p:nvPr/>
      </p:nvGrpSpPr>
      <p:grpSpPr>
        <a:xfrm>
          <a:off x="0" y="0"/>
          <a:ext cx="0" cy="0"/>
          <a:chOff x="0" y="0"/>
          <a:chExt cx="0" cy="0"/>
        </a:xfrm>
      </p:grpSpPr>
      <p:sp>
        <p:nvSpPr>
          <p:cNvPr id="5126" name="Google Shape;5126;g13b9488f8bd_0_4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27" name="Google Shape;5127;g13b9488f8bd_0_4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37990169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5"/>
        <p:cNvGrpSpPr/>
        <p:nvPr/>
      </p:nvGrpSpPr>
      <p:grpSpPr>
        <a:xfrm>
          <a:off x="0" y="0"/>
          <a:ext cx="0" cy="0"/>
          <a:chOff x="0" y="0"/>
          <a:chExt cx="0" cy="0"/>
        </a:xfrm>
      </p:grpSpPr>
      <p:sp>
        <p:nvSpPr>
          <p:cNvPr id="736" name="Google Shape;736;g13a4aff8b98_0_5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7" name="Google Shape;737;g13a4aff8b98_0_5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0"/>
        <p:cNvGrpSpPr/>
        <p:nvPr/>
      </p:nvGrpSpPr>
      <p:grpSpPr>
        <a:xfrm>
          <a:off x="0" y="0"/>
          <a:ext cx="0" cy="0"/>
          <a:chOff x="0" y="0"/>
          <a:chExt cx="0" cy="0"/>
        </a:xfrm>
      </p:grpSpPr>
      <p:sp>
        <p:nvSpPr>
          <p:cNvPr id="791" name="Google Shape;791;g13a4aff8b98_0_6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92" name="Google Shape;792;g13a4aff8b98_0_6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53031212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25"/>
        <p:cNvGrpSpPr/>
        <p:nvPr/>
      </p:nvGrpSpPr>
      <p:grpSpPr>
        <a:xfrm>
          <a:off x="0" y="0"/>
          <a:ext cx="0" cy="0"/>
          <a:chOff x="0" y="0"/>
          <a:chExt cx="0" cy="0"/>
        </a:xfrm>
      </p:grpSpPr>
      <p:sp>
        <p:nvSpPr>
          <p:cNvPr id="5126" name="Google Shape;5126;g13b9488f8bd_0_4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27" name="Google Shape;5127;g13b9488f8bd_0_4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2429295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028020" y="1327155"/>
            <a:ext cx="7080026" cy="1371601"/>
          </a:xfrm>
        </p:spPr>
        <p:txBody>
          <a:bodyPr anchor="b">
            <a:normAutofit/>
          </a:bodyPr>
          <a:lstStyle>
            <a:lvl1pPr algn="ctr">
              <a:defRPr sz="4050"/>
            </a:lvl1pPr>
          </a:lstStyle>
          <a:p>
            <a:r>
              <a:rPr lang="en-US"/>
              <a:t>Click to edit Master title style</a:t>
            </a:r>
            <a:endParaRPr lang="en-US" dirty="0"/>
          </a:p>
        </p:txBody>
      </p:sp>
      <p:sp>
        <p:nvSpPr>
          <p:cNvPr id="3" name="Subtitle 2"/>
          <p:cNvSpPr>
            <a:spLocks noGrp="1"/>
          </p:cNvSpPr>
          <p:nvPr>
            <p:ph type="subTitle" idx="1"/>
          </p:nvPr>
        </p:nvSpPr>
        <p:spPr>
          <a:xfrm>
            <a:off x="1028020" y="2698755"/>
            <a:ext cx="7080026" cy="787400"/>
          </a:xfrm>
        </p:spPr>
        <p:txBody>
          <a:bodyPr anchor="t"/>
          <a:lstStyle>
            <a:lvl1pPr marL="0" indent="0" algn="ctr">
              <a:buNone/>
              <a:defRPr>
                <a:solidFill>
                  <a:schemeClr val="tx1"/>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AFF9DAA-24EA-42C6-A9F7-80082ABBB58B}" type="datetimeFigureOut">
              <a:rPr lang="en-US" smtClean="0"/>
              <a:t>3/8/2026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B45DBCB-93A7-4839-9981-E211EA162658}" type="slidenum">
              <a:rPr lang="en-US" smtClean="0"/>
              <a:t>‹#›</a:t>
            </a:fld>
            <a:endParaRPr lang="en-US"/>
          </a:p>
        </p:txBody>
      </p:sp>
    </p:spTree>
    <p:extLst>
      <p:ext uri="{BB962C8B-B14F-4D97-AF65-F5344CB8AC3E}">
        <p14:creationId xmlns:p14="http://schemas.microsoft.com/office/powerpoint/2010/main" val="920811638"/>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AFF9DAA-24EA-42C6-A9F7-80082ABBB58B}" type="datetimeFigureOut">
              <a:rPr lang="en-US" smtClean="0"/>
              <a:t>3/8/2026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B45DBCB-93A7-4839-9981-E211EA162658}" type="slidenum">
              <a:rPr lang="en-US" smtClean="0"/>
              <a:t>‹#›</a:t>
            </a:fld>
            <a:endParaRPr lang="en-US"/>
          </a:p>
        </p:txBody>
      </p:sp>
    </p:spTree>
    <p:extLst>
      <p:ext uri="{BB962C8B-B14F-4D97-AF65-F5344CB8AC3E}">
        <p14:creationId xmlns:p14="http://schemas.microsoft.com/office/powerpoint/2010/main" val="570371487"/>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71551" y="1320801"/>
            <a:ext cx="7192913" cy="1371610"/>
          </a:xfrm>
        </p:spPr>
        <p:txBody>
          <a:bodyPr anchor="b"/>
          <a:lstStyle>
            <a:lvl1pPr algn="ctr">
              <a:defRPr sz="3000" b="0" cap="none"/>
            </a:lvl1pPr>
          </a:lstStyle>
          <a:p>
            <a:r>
              <a:rPr lang="en-US"/>
              <a:t>Click to edit Master title style</a:t>
            </a:r>
            <a:endParaRPr lang="en-US" dirty="0"/>
          </a:p>
        </p:txBody>
      </p:sp>
      <p:sp>
        <p:nvSpPr>
          <p:cNvPr id="3" name="Text Placeholder 2"/>
          <p:cNvSpPr>
            <a:spLocks noGrp="1"/>
          </p:cNvSpPr>
          <p:nvPr>
            <p:ph type="body" idx="1"/>
          </p:nvPr>
        </p:nvSpPr>
        <p:spPr>
          <a:xfrm>
            <a:off x="971551" y="2692409"/>
            <a:ext cx="7192913" cy="1130291"/>
          </a:xfrm>
        </p:spPr>
        <p:txBody>
          <a:bodyPr anchor="t"/>
          <a:lstStyle>
            <a:lvl1pPr marL="0" indent="0" algn="ctr">
              <a:buNone/>
              <a:defRPr sz="1500">
                <a:solidFill>
                  <a:schemeClr val="tx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AFF9DAA-24EA-42C6-A9F7-80082ABBB58B}" type="datetimeFigureOut">
              <a:rPr lang="en-US" smtClean="0"/>
              <a:t>3/8/2026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B45DBCB-93A7-4839-9981-E211EA162658}" type="slidenum">
              <a:rPr lang="en-US" smtClean="0"/>
              <a:t>‹#›</a:t>
            </a:fld>
            <a:endParaRPr lang="en-US"/>
          </a:p>
        </p:txBody>
      </p:sp>
    </p:spTree>
    <p:extLst>
      <p:ext uri="{BB962C8B-B14F-4D97-AF65-F5344CB8AC3E}">
        <p14:creationId xmlns:p14="http://schemas.microsoft.com/office/powerpoint/2010/main" val="17180042"/>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347" y="1299337"/>
            <a:ext cx="3795373" cy="3044063"/>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52169" y="1299337"/>
            <a:ext cx="3798499" cy="3044063"/>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AFF9DAA-24EA-42C6-A9F7-80082ABBB58B}" type="datetimeFigureOut">
              <a:rPr lang="en-US" smtClean="0"/>
              <a:t>3/8/2026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B45DBCB-93A7-4839-9981-E211EA162658}" type="slidenum">
              <a:rPr lang="en-US" smtClean="0"/>
              <a:t>‹#›</a:t>
            </a:fld>
            <a:endParaRPr lang="en-US"/>
          </a:p>
        </p:txBody>
      </p:sp>
    </p:spTree>
    <p:extLst>
      <p:ext uri="{BB962C8B-B14F-4D97-AF65-F5344CB8AC3E}">
        <p14:creationId xmlns:p14="http://schemas.microsoft.com/office/powerpoint/2010/main" val="2526534668"/>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20" name="Picture 19"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5346" y="1300880"/>
            <a:ext cx="3816804" cy="3111577"/>
          </a:xfrm>
          <a:prstGeom prst="rect">
            <a:avLst/>
          </a:prstGeom>
        </p:spPr>
      </p:pic>
      <p:pic>
        <p:nvPicPr>
          <p:cNvPr id="21" name="Picture 20"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33864" y="1300880"/>
            <a:ext cx="3816804" cy="3111577"/>
          </a:xfrm>
          <a:prstGeom prst="rect">
            <a:avLst/>
          </a:prstGeom>
        </p:spPr>
      </p:pic>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754404" y="1376441"/>
            <a:ext cx="3657258" cy="408663"/>
          </a:xfrm>
        </p:spPr>
        <p:txBody>
          <a:bodyPr anchor="b">
            <a:noAutofit/>
          </a:bodyPr>
          <a:lstStyle>
            <a:lvl1pPr marL="0" indent="0" algn="ctr">
              <a:buNone/>
              <a:defRPr sz="1800" b="0"/>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754404" y="1785103"/>
            <a:ext cx="3657258" cy="2558297"/>
          </a:xfrm>
        </p:spPr>
        <p:txBody>
          <a:bodyPr anchor="t">
            <a:normAutofit/>
          </a:bodyPr>
          <a:lstStyle>
            <a:lvl1pPr>
              <a:defRPr sz="1350"/>
            </a:lvl1pPr>
            <a:lvl2pPr>
              <a:defRPr sz="1200"/>
            </a:lvl2pPr>
            <a:lvl3pPr>
              <a:defRPr sz="1050"/>
            </a:lvl3pPr>
            <a:lvl4pPr>
              <a:defRPr sz="900"/>
            </a:lvl4pPr>
            <a:lvl5pP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721225" y="1376441"/>
            <a:ext cx="3671498" cy="408662"/>
          </a:xfrm>
        </p:spPr>
        <p:txBody>
          <a:bodyPr anchor="b">
            <a:noAutofit/>
          </a:bodyPr>
          <a:lstStyle>
            <a:lvl1pPr marL="0" indent="0" algn="ctr">
              <a:buNone/>
              <a:defRPr sz="1800" b="0"/>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721225" y="1785103"/>
            <a:ext cx="3671498" cy="2558297"/>
          </a:xfrm>
        </p:spPr>
        <p:txBody>
          <a:bodyPr anchor="t">
            <a:normAutofit/>
          </a:bodyPr>
          <a:lstStyle>
            <a:lvl1pPr>
              <a:defRPr sz="1350"/>
            </a:lvl1pPr>
            <a:lvl2pPr>
              <a:defRPr sz="1200"/>
            </a:lvl2pPr>
            <a:lvl3pPr>
              <a:defRPr sz="1050"/>
            </a:lvl3pPr>
            <a:lvl4pPr>
              <a:defRPr sz="900"/>
            </a:lvl4pPr>
            <a:lvl5pP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AFF9DAA-24EA-42C6-A9F7-80082ABBB58B}" type="datetimeFigureOut">
              <a:rPr lang="en-US" smtClean="0"/>
              <a:t>3/8/2026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B45DBCB-93A7-4839-9981-E211EA162658}" type="slidenum">
              <a:rPr lang="en-US" smtClean="0"/>
              <a:t>‹#›</a:t>
            </a:fld>
            <a:endParaRPr lang="en-US"/>
          </a:p>
        </p:txBody>
      </p:sp>
    </p:spTree>
    <p:extLst>
      <p:ext uri="{BB962C8B-B14F-4D97-AF65-F5344CB8AC3E}">
        <p14:creationId xmlns:p14="http://schemas.microsoft.com/office/powerpoint/2010/main" val="4154467634"/>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AFF9DAA-24EA-42C6-A9F7-80082ABBB58B}" type="datetimeFigureOut">
              <a:rPr lang="en-US" smtClean="0"/>
              <a:t>3/8/2026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B45DBCB-93A7-4839-9981-E211EA162658}" type="slidenum">
              <a:rPr lang="en-US" smtClean="0"/>
              <a:t>‹#›</a:t>
            </a:fld>
            <a:endParaRPr lang="en-US"/>
          </a:p>
        </p:txBody>
      </p:sp>
    </p:spTree>
    <p:extLst>
      <p:ext uri="{BB962C8B-B14F-4D97-AF65-F5344CB8AC3E}">
        <p14:creationId xmlns:p14="http://schemas.microsoft.com/office/powerpoint/2010/main" val="3168527468"/>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AFF9DAA-24EA-42C6-A9F7-80082ABBB58B}" type="datetimeFigureOut">
              <a:rPr lang="en-US" smtClean="0"/>
              <a:t>3/8/2026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B45DBCB-93A7-4839-9981-E211EA162658}" type="slidenum">
              <a:rPr lang="en-US" smtClean="0"/>
              <a:t>‹#›</a:t>
            </a:fld>
            <a:endParaRPr lang="en-US"/>
          </a:p>
        </p:txBody>
      </p:sp>
    </p:spTree>
    <p:extLst>
      <p:ext uri="{BB962C8B-B14F-4D97-AF65-F5344CB8AC3E}">
        <p14:creationId xmlns:p14="http://schemas.microsoft.com/office/powerpoint/2010/main" val="149929153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347" y="457200"/>
            <a:ext cx="2780167" cy="1366439"/>
          </a:xfrm>
        </p:spPr>
        <p:txBody>
          <a:bodyPr anchor="b">
            <a:normAutofit/>
          </a:bodyPr>
          <a:lstStyle>
            <a:lvl1pPr algn="ctr">
              <a:defRPr sz="1800" b="0"/>
            </a:lvl1pPr>
          </a:lstStyle>
          <a:p>
            <a:r>
              <a:rPr lang="en-US"/>
              <a:t>Click to edit Master title style</a:t>
            </a:r>
            <a:endParaRPr lang="en-US" dirty="0"/>
          </a:p>
        </p:txBody>
      </p:sp>
      <p:sp>
        <p:nvSpPr>
          <p:cNvPr id="3" name="Content Placeholder 2"/>
          <p:cNvSpPr>
            <a:spLocks noGrp="1"/>
          </p:cNvSpPr>
          <p:nvPr>
            <p:ph idx="1"/>
          </p:nvPr>
        </p:nvSpPr>
        <p:spPr>
          <a:xfrm>
            <a:off x="3641725" y="457200"/>
            <a:ext cx="4808943" cy="38862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347" y="1823639"/>
            <a:ext cx="2780167" cy="2519761"/>
          </a:xfrm>
        </p:spPr>
        <p:txBody>
          <a:bodyPr anchor="t">
            <a:normAutofit/>
          </a:bodyPr>
          <a:lstStyle>
            <a:lvl1pPr marL="0" indent="0" algn="ctr">
              <a:buNone/>
              <a:defRPr sz="12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4AFF9DAA-24EA-42C6-A9F7-80082ABBB58B}" type="datetimeFigureOut">
              <a:rPr lang="en-US" smtClean="0"/>
              <a:t>3/8/2026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B45DBCB-93A7-4839-9981-E211EA162658}" type="slidenum">
              <a:rPr lang="en-US" smtClean="0"/>
              <a:t>‹#›</a:t>
            </a:fld>
            <a:endParaRPr lang="en-US"/>
          </a:p>
        </p:txBody>
      </p:sp>
    </p:spTree>
    <p:extLst>
      <p:ext uri="{BB962C8B-B14F-4D97-AF65-F5344CB8AC3E}">
        <p14:creationId xmlns:p14="http://schemas.microsoft.com/office/powerpoint/2010/main" val="3516368767"/>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22" name="Picture 21" descr="Slate-V2-HD-vert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70249" y="457200"/>
            <a:ext cx="2688125" cy="3903624"/>
          </a:xfrm>
          <a:prstGeom prst="rect">
            <a:avLst/>
          </a:prstGeom>
        </p:spPr>
      </p:pic>
      <p:sp>
        <p:nvSpPr>
          <p:cNvPr id="2" name="Title 1"/>
          <p:cNvSpPr>
            <a:spLocks noGrp="1"/>
          </p:cNvSpPr>
          <p:nvPr>
            <p:ph type="title"/>
          </p:nvPr>
        </p:nvSpPr>
        <p:spPr>
          <a:xfrm>
            <a:off x="685347" y="457442"/>
            <a:ext cx="4451212" cy="1372004"/>
          </a:xfrm>
        </p:spPr>
        <p:txBody>
          <a:bodyPr anchor="b">
            <a:no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5581914" y="572776"/>
            <a:ext cx="2456813" cy="3684617"/>
          </a:xfrm>
          <a:effectLst>
            <a:outerShdw blurRad="38100" dist="25400" dir="4440000">
              <a:srgbClr val="000000">
                <a:alpha val="36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4" name="Text Placeholder 3"/>
          <p:cNvSpPr>
            <a:spLocks noGrp="1"/>
          </p:cNvSpPr>
          <p:nvPr>
            <p:ph type="body" sz="half" idx="2"/>
          </p:nvPr>
        </p:nvSpPr>
        <p:spPr>
          <a:xfrm>
            <a:off x="685347" y="1829445"/>
            <a:ext cx="4451212" cy="2532101"/>
          </a:xfrm>
        </p:spPr>
        <p:txBody>
          <a:bodyPr anchor="t">
            <a:normAutofit/>
          </a:bodyPr>
          <a:lstStyle>
            <a:lvl1pPr marL="0" indent="0" algn="ctr">
              <a:buNone/>
              <a:defRPr sz="12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4AFF9DAA-24EA-42C6-A9F7-80082ABBB58B}" type="datetimeFigureOut">
              <a:rPr lang="en-US" smtClean="0"/>
              <a:t>3/8/2026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B45DBCB-93A7-4839-9981-E211EA162658}" type="slidenum">
              <a:rPr lang="en-US" smtClean="0"/>
              <a:t>‹#›</a:t>
            </a:fld>
            <a:endParaRPr lang="en-US"/>
          </a:p>
        </p:txBody>
      </p:sp>
    </p:spTree>
    <p:extLst>
      <p:ext uri="{BB962C8B-B14F-4D97-AF65-F5344CB8AC3E}">
        <p14:creationId xmlns:p14="http://schemas.microsoft.com/office/powerpoint/2010/main" val="1774328887"/>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6" name="Picture 15" descr="Slate-V2-HD-pano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0413" y="410855"/>
            <a:ext cx="7606349" cy="2862605"/>
          </a:xfrm>
          <a:prstGeom prst="rect">
            <a:avLst/>
          </a:prstGeom>
        </p:spPr>
      </p:pic>
      <p:sp>
        <p:nvSpPr>
          <p:cNvPr id="2" name="Title 1"/>
          <p:cNvSpPr>
            <a:spLocks noGrp="1"/>
          </p:cNvSpPr>
          <p:nvPr>
            <p:ph type="title"/>
          </p:nvPr>
        </p:nvSpPr>
        <p:spPr>
          <a:xfrm>
            <a:off x="685354" y="3423941"/>
            <a:ext cx="7766495" cy="407604"/>
          </a:xfrm>
        </p:spPr>
        <p:txBody>
          <a:bodyPr anchor="b">
            <a:normAutofit/>
          </a:bodyPr>
          <a:lstStyle>
            <a:lvl1pPr algn="ctr">
              <a:defRPr sz="21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77012" y="521257"/>
            <a:ext cx="7384010" cy="2644253"/>
          </a:xfrm>
          <a:effectLst>
            <a:outerShdw blurRad="38100" dist="25400" dir="4440000">
              <a:srgbClr val="000000">
                <a:alpha val="36000"/>
              </a:srgbClr>
            </a:outerShdw>
          </a:effectLst>
        </p:spPr>
        <p:txBody>
          <a:bodyPr anchor="t">
            <a:normAutofit/>
          </a:bodyPr>
          <a:lstStyle>
            <a:lvl1pPr marL="0" indent="0" algn="ctr">
              <a:buNone/>
              <a:defRPr sz="1500"/>
            </a:lvl1pPr>
            <a:lvl2pPr marL="342900" indent="0">
              <a:buNone/>
              <a:defRPr sz="1500"/>
            </a:lvl2pPr>
            <a:lvl3pPr marL="685800" indent="0">
              <a:buNone/>
              <a:defRPr sz="15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685346" y="3831546"/>
            <a:ext cx="7765322" cy="511854"/>
          </a:xfrm>
        </p:spPr>
        <p:txBody>
          <a:bodyPr anchor="t"/>
          <a:lstStyle>
            <a:lvl1pPr marL="0" indent="0" algn="ctr">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4AFF9DAA-24EA-42C6-A9F7-80082ABBB58B}" type="datetimeFigureOut">
              <a:rPr lang="en-US" smtClean="0"/>
              <a:t>3/8/2026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B45DBCB-93A7-4839-9981-E211EA162658}" type="slidenum">
              <a:rPr lang="en-US" smtClean="0"/>
              <a:t>‹#›</a:t>
            </a:fld>
            <a:endParaRPr lang="en-US"/>
          </a:p>
        </p:txBody>
      </p:sp>
    </p:spTree>
    <p:extLst>
      <p:ext uri="{BB962C8B-B14F-4D97-AF65-F5344CB8AC3E}">
        <p14:creationId xmlns:p14="http://schemas.microsoft.com/office/powerpoint/2010/main" val="2471091318"/>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85346" y="456328"/>
            <a:ext cx="7765322" cy="2650758"/>
          </a:xfrm>
        </p:spPr>
        <p:txBody>
          <a:bodyPr anchor="ctr"/>
          <a:lstStyle>
            <a:lvl1pPr>
              <a:defRPr sz="2400"/>
            </a:lvl1pPr>
          </a:lstStyle>
          <a:p>
            <a:r>
              <a:rPr lang="en-US"/>
              <a:t>Click to edit Master title style</a:t>
            </a:r>
            <a:endParaRPr lang="en-US" dirty="0"/>
          </a:p>
        </p:txBody>
      </p:sp>
      <p:sp>
        <p:nvSpPr>
          <p:cNvPr id="4" name="Text Placeholder 3"/>
          <p:cNvSpPr>
            <a:spLocks noGrp="1"/>
          </p:cNvSpPr>
          <p:nvPr>
            <p:ph type="body" sz="half" idx="2"/>
          </p:nvPr>
        </p:nvSpPr>
        <p:spPr>
          <a:xfrm>
            <a:off x="685346" y="3221385"/>
            <a:ext cx="7765322" cy="1126370"/>
          </a:xfrm>
        </p:spPr>
        <p:txBody>
          <a:bodyPr anchor="ctr"/>
          <a:lstStyle>
            <a:lvl1pPr marL="0" indent="0" algn="ctr">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4AFF9DAA-24EA-42C6-A9F7-80082ABBB58B}" type="datetimeFigureOut">
              <a:rPr lang="en-US" smtClean="0"/>
              <a:t>3/8/2026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B45DBCB-93A7-4839-9981-E211EA162658}" type="slidenum">
              <a:rPr lang="en-US" smtClean="0"/>
              <a:t>‹#›</a:t>
            </a:fld>
            <a:endParaRPr lang="en-US"/>
          </a:p>
        </p:txBody>
      </p:sp>
    </p:spTree>
    <p:extLst>
      <p:ext uri="{BB962C8B-B14F-4D97-AF65-F5344CB8AC3E}">
        <p14:creationId xmlns:p14="http://schemas.microsoft.com/office/powerpoint/2010/main" val="241104238"/>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84659" y="457200"/>
            <a:ext cx="6977064" cy="2244678"/>
          </a:xfrm>
        </p:spPr>
        <p:txBody>
          <a:bodyPr anchor="ctr"/>
          <a:lstStyle>
            <a:lvl1pPr>
              <a:defRPr sz="2400"/>
            </a:lvl1pPr>
          </a:lstStyle>
          <a:p>
            <a:r>
              <a:rPr lang="en-US"/>
              <a:t>Click to edit Master title style</a:t>
            </a:r>
            <a:endParaRPr lang="en-US" dirty="0"/>
          </a:p>
        </p:txBody>
      </p:sp>
      <p:sp>
        <p:nvSpPr>
          <p:cNvPr id="12" name="Text Placeholder 3"/>
          <p:cNvSpPr>
            <a:spLocks noGrp="1"/>
          </p:cNvSpPr>
          <p:nvPr>
            <p:ph type="body" sz="half" idx="13"/>
          </p:nvPr>
        </p:nvSpPr>
        <p:spPr>
          <a:xfrm>
            <a:off x="1290484" y="2707524"/>
            <a:ext cx="6564224" cy="399562"/>
          </a:xfrm>
        </p:spPr>
        <p:txBody>
          <a:bodyPr anchor="t">
            <a:normAutofit/>
          </a:bodyPr>
          <a:lstStyle>
            <a:lvl1pPr marL="0" indent="0" algn="r">
              <a:buNone/>
              <a:defRPr sz="105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4" name="Text Placeholder 3"/>
          <p:cNvSpPr>
            <a:spLocks noGrp="1"/>
          </p:cNvSpPr>
          <p:nvPr>
            <p:ph type="body" sz="half" idx="2"/>
          </p:nvPr>
        </p:nvSpPr>
        <p:spPr>
          <a:xfrm>
            <a:off x="685346" y="3228265"/>
            <a:ext cx="7765322" cy="1117122"/>
          </a:xfrm>
        </p:spPr>
        <p:txBody>
          <a:bodyPr anchor="ctr">
            <a:normAutofit/>
          </a:bodyPr>
          <a:lstStyle>
            <a:lvl1pPr marL="0" indent="0" algn="ctr">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4AFF9DAA-24EA-42C6-A9F7-80082ABBB58B}" type="datetimeFigureOut">
              <a:rPr lang="en-US" smtClean="0"/>
              <a:t>3/8/2026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B45DBCB-93A7-4839-9981-E211EA162658}" type="slidenum">
              <a:rPr lang="en-US" smtClean="0"/>
              <a:t>‹#›</a:t>
            </a:fld>
            <a:endParaRPr lang="en-US"/>
          </a:p>
        </p:txBody>
      </p:sp>
      <p:sp>
        <p:nvSpPr>
          <p:cNvPr id="11" name="TextBox 10"/>
          <p:cNvSpPr txBox="1"/>
          <p:nvPr/>
        </p:nvSpPr>
        <p:spPr>
          <a:xfrm>
            <a:off x="742950" y="663597"/>
            <a:ext cx="457200" cy="438582"/>
          </a:xfrm>
          <a:prstGeom prst="rect">
            <a:avLst/>
          </a:prstGeom>
        </p:spPr>
        <p:txBody>
          <a:bodyPr vert="horz" lIns="68580" tIns="34290" rIns="68580" bIns="3429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6000" dirty="0">
                <a:solidFill>
                  <a:schemeClr val="tx1"/>
                </a:solidFill>
                <a:effectLst/>
              </a:rPr>
              <a:t>“</a:t>
            </a:r>
          </a:p>
        </p:txBody>
      </p:sp>
      <p:sp>
        <p:nvSpPr>
          <p:cNvPr id="13" name="TextBox 12"/>
          <p:cNvSpPr txBox="1"/>
          <p:nvPr/>
        </p:nvSpPr>
        <p:spPr>
          <a:xfrm>
            <a:off x="7878537" y="2196194"/>
            <a:ext cx="457200" cy="438582"/>
          </a:xfrm>
          <a:prstGeom prst="rect">
            <a:avLst/>
          </a:prstGeom>
        </p:spPr>
        <p:txBody>
          <a:bodyPr vert="horz" lIns="68580" tIns="34290" rIns="68580" bIns="3429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6000" dirty="0">
                <a:solidFill>
                  <a:schemeClr val="tx1"/>
                </a:solidFill>
                <a:effectLst/>
              </a:rPr>
              <a:t>”</a:t>
            </a:r>
          </a:p>
        </p:txBody>
      </p:sp>
    </p:spTree>
    <p:extLst>
      <p:ext uri="{BB962C8B-B14F-4D97-AF65-F5344CB8AC3E}">
        <p14:creationId xmlns:p14="http://schemas.microsoft.com/office/powerpoint/2010/main" val="3505926885"/>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85346" y="1595207"/>
            <a:ext cx="7765322" cy="1883876"/>
          </a:xfrm>
        </p:spPr>
        <p:txBody>
          <a:bodyPr anchor="b"/>
          <a:lstStyle>
            <a:lvl1pPr>
              <a:defRPr sz="2400"/>
            </a:lvl1pPr>
          </a:lstStyle>
          <a:p>
            <a:r>
              <a:rPr lang="en-US"/>
              <a:t>Click to edit Master title style</a:t>
            </a:r>
            <a:endParaRPr lang="en-US" dirty="0"/>
          </a:p>
        </p:txBody>
      </p:sp>
      <p:sp>
        <p:nvSpPr>
          <p:cNvPr id="4" name="Text Placeholder 3"/>
          <p:cNvSpPr>
            <a:spLocks noGrp="1"/>
          </p:cNvSpPr>
          <p:nvPr>
            <p:ph type="body" sz="half" idx="2"/>
          </p:nvPr>
        </p:nvSpPr>
        <p:spPr>
          <a:xfrm>
            <a:off x="685339" y="3487917"/>
            <a:ext cx="7764149" cy="855483"/>
          </a:xfrm>
        </p:spPr>
        <p:txBody>
          <a:bodyPr anchor="t"/>
          <a:lstStyle>
            <a:lvl1pPr marL="0" indent="0" algn="ctr">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4AFF9DAA-24EA-42C6-A9F7-80082ABBB58B}" type="datetimeFigureOut">
              <a:rPr lang="en-US" smtClean="0"/>
              <a:t>3/8/2026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B45DBCB-93A7-4839-9981-E211EA162658}" type="slidenum">
              <a:rPr lang="en-US" smtClean="0"/>
              <a:t>‹#›</a:t>
            </a:fld>
            <a:endParaRPr lang="en-US"/>
          </a:p>
        </p:txBody>
      </p:sp>
    </p:spTree>
    <p:extLst>
      <p:ext uri="{BB962C8B-B14F-4D97-AF65-F5344CB8AC3E}">
        <p14:creationId xmlns:p14="http://schemas.microsoft.com/office/powerpoint/2010/main" val="3851731979"/>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685346" y="457200"/>
            <a:ext cx="7765322" cy="727838"/>
          </a:xfrm>
        </p:spPr>
        <p:txBody>
          <a:bodyPr/>
          <a:lstStyle/>
          <a:p>
            <a:r>
              <a:rPr lang="en-US"/>
              <a:t>Click to edit Master title style</a:t>
            </a:r>
            <a:endParaRPr lang="en-US" dirty="0"/>
          </a:p>
        </p:txBody>
      </p:sp>
      <p:sp>
        <p:nvSpPr>
          <p:cNvPr id="7" name="Text Placeholder 2"/>
          <p:cNvSpPr>
            <a:spLocks noGrp="1"/>
          </p:cNvSpPr>
          <p:nvPr>
            <p:ph type="body" idx="1"/>
          </p:nvPr>
        </p:nvSpPr>
        <p:spPr>
          <a:xfrm>
            <a:off x="685346" y="1414462"/>
            <a:ext cx="2475738" cy="432197"/>
          </a:xfrm>
        </p:spPr>
        <p:txBody>
          <a:bodyPr anchor="b">
            <a:noAutofit/>
          </a:bodyPr>
          <a:lstStyle>
            <a:lvl1pPr marL="0" indent="0" algn="ctr">
              <a:buNone/>
              <a:defRPr sz="1800" b="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8" name="Text Placeholder 3"/>
          <p:cNvSpPr>
            <a:spLocks noGrp="1"/>
          </p:cNvSpPr>
          <p:nvPr>
            <p:ph type="body" sz="half" idx="15"/>
          </p:nvPr>
        </p:nvSpPr>
        <p:spPr>
          <a:xfrm>
            <a:off x="685346" y="1928812"/>
            <a:ext cx="2475738" cy="2414588"/>
          </a:xfrm>
        </p:spPr>
        <p:txBody>
          <a:bodyPr anchor="t">
            <a:normAutofit/>
          </a:bodyPr>
          <a:lstStyle>
            <a:lvl1pPr marL="0" indent="0" algn="ctr">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9" name="Text Placeholder 4"/>
          <p:cNvSpPr>
            <a:spLocks noGrp="1"/>
          </p:cNvSpPr>
          <p:nvPr>
            <p:ph type="body" sz="quarter" idx="3"/>
          </p:nvPr>
        </p:nvSpPr>
        <p:spPr>
          <a:xfrm>
            <a:off x="3335033" y="1414462"/>
            <a:ext cx="2475738" cy="432197"/>
          </a:xfrm>
        </p:spPr>
        <p:txBody>
          <a:bodyPr anchor="b">
            <a:noAutofit/>
          </a:bodyPr>
          <a:lstStyle>
            <a:lvl1pPr marL="0" indent="0" algn="ctr">
              <a:buNone/>
              <a:defRPr sz="1800" b="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0" name="Text Placeholder 3"/>
          <p:cNvSpPr>
            <a:spLocks noGrp="1"/>
          </p:cNvSpPr>
          <p:nvPr>
            <p:ph type="body" sz="half" idx="16"/>
          </p:nvPr>
        </p:nvSpPr>
        <p:spPr>
          <a:xfrm>
            <a:off x="3331076" y="1928812"/>
            <a:ext cx="2475738" cy="2414588"/>
          </a:xfrm>
        </p:spPr>
        <p:txBody>
          <a:bodyPr anchor="t">
            <a:normAutofit/>
          </a:bodyPr>
          <a:lstStyle>
            <a:lvl1pPr marL="0" indent="0" algn="ctr">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11" name="Text Placeholder 4"/>
          <p:cNvSpPr>
            <a:spLocks noGrp="1"/>
          </p:cNvSpPr>
          <p:nvPr>
            <p:ph type="body" sz="quarter" idx="13"/>
          </p:nvPr>
        </p:nvSpPr>
        <p:spPr>
          <a:xfrm>
            <a:off x="5974929" y="1414462"/>
            <a:ext cx="2475738" cy="432197"/>
          </a:xfrm>
        </p:spPr>
        <p:txBody>
          <a:bodyPr anchor="b">
            <a:noAutofit/>
          </a:bodyPr>
          <a:lstStyle>
            <a:lvl1pPr marL="0" indent="0" algn="ctr">
              <a:buNone/>
              <a:defRPr sz="1800" b="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2" name="Text Placeholder 3"/>
          <p:cNvSpPr>
            <a:spLocks noGrp="1"/>
          </p:cNvSpPr>
          <p:nvPr>
            <p:ph type="body" sz="half" idx="17"/>
          </p:nvPr>
        </p:nvSpPr>
        <p:spPr>
          <a:xfrm>
            <a:off x="5974929" y="1928812"/>
            <a:ext cx="2475738" cy="2414588"/>
          </a:xfrm>
        </p:spPr>
        <p:txBody>
          <a:bodyPr anchor="t">
            <a:normAutofit/>
          </a:bodyPr>
          <a:lstStyle>
            <a:lvl1pPr marL="0" indent="0" algn="ctr">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3" name="Date Placeholder 2"/>
          <p:cNvSpPr>
            <a:spLocks noGrp="1"/>
          </p:cNvSpPr>
          <p:nvPr>
            <p:ph type="dt" sz="half" idx="10"/>
          </p:nvPr>
        </p:nvSpPr>
        <p:spPr/>
        <p:txBody>
          <a:bodyPr/>
          <a:lstStyle/>
          <a:p>
            <a:fld id="{4AFF9DAA-24EA-42C6-A9F7-80082ABBB58B}" type="datetimeFigureOut">
              <a:rPr lang="en-US" smtClean="0"/>
              <a:t>3/8/2026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B45DBCB-93A7-4839-9981-E211EA162658}" type="slidenum">
              <a:rPr lang="en-US" smtClean="0"/>
              <a:t>‹#›</a:t>
            </a:fld>
            <a:endParaRPr lang="en-US"/>
          </a:p>
        </p:txBody>
      </p:sp>
    </p:spTree>
    <p:extLst>
      <p:ext uri="{BB962C8B-B14F-4D97-AF65-F5344CB8AC3E}">
        <p14:creationId xmlns:p14="http://schemas.microsoft.com/office/powerpoint/2010/main" val="3844313117"/>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2" name="Picture 1"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3472" y="1363661"/>
            <a:ext cx="2504979" cy="1385888"/>
          </a:xfrm>
          <a:prstGeom prst="rect">
            <a:avLst/>
          </a:prstGeom>
        </p:spPr>
      </p:pic>
      <p:pic>
        <p:nvPicPr>
          <p:cNvPr id="36" name="Picture 35"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02850" y="1363661"/>
            <a:ext cx="2504979" cy="1385888"/>
          </a:xfrm>
          <a:prstGeom prst="rect">
            <a:avLst/>
          </a:prstGeom>
        </p:spPr>
      </p:pic>
      <p:pic>
        <p:nvPicPr>
          <p:cNvPr id="37" name="Picture 36"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52038" y="1363661"/>
            <a:ext cx="2504979" cy="1385888"/>
          </a:xfrm>
          <a:prstGeom prst="rect">
            <a:avLst/>
          </a:prstGeom>
        </p:spPr>
      </p:pic>
      <p:sp>
        <p:nvSpPr>
          <p:cNvPr id="30" name="Title 1"/>
          <p:cNvSpPr>
            <a:spLocks noGrp="1"/>
          </p:cNvSpPr>
          <p:nvPr>
            <p:ph type="title"/>
          </p:nvPr>
        </p:nvSpPr>
        <p:spPr>
          <a:xfrm>
            <a:off x="685346" y="457200"/>
            <a:ext cx="7765322" cy="727838"/>
          </a:xfrm>
        </p:spPr>
        <p:txBody>
          <a:bodyPr/>
          <a:lstStyle/>
          <a:p>
            <a:r>
              <a:rPr lang="en-US"/>
              <a:t>Click to edit Master title style</a:t>
            </a:r>
            <a:endParaRPr lang="en-US" dirty="0"/>
          </a:p>
        </p:txBody>
      </p:sp>
      <p:sp>
        <p:nvSpPr>
          <p:cNvPr id="19" name="Text Placeholder 2"/>
          <p:cNvSpPr>
            <a:spLocks noGrp="1"/>
          </p:cNvSpPr>
          <p:nvPr>
            <p:ph type="body" idx="1"/>
          </p:nvPr>
        </p:nvSpPr>
        <p:spPr>
          <a:xfrm>
            <a:off x="685346" y="2928079"/>
            <a:ext cx="2475738" cy="432197"/>
          </a:xfrm>
        </p:spPr>
        <p:txBody>
          <a:bodyPr anchor="b">
            <a:noAutofit/>
          </a:bodyPr>
          <a:lstStyle>
            <a:lvl1pPr marL="0" indent="0" algn="ctr">
              <a:buNone/>
              <a:defRPr sz="1500" b="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20" name="Picture Placeholder 2"/>
          <p:cNvSpPr>
            <a:spLocks noGrp="1" noChangeAspect="1"/>
          </p:cNvSpPr>
          <p:nvPr>
            <p:ph type="pic" idx="15"/>
          </p:nvPr>
        </p:nvSpPr>
        <p:spPr>
          <a:xfrm>
            <a:off x="763577" y="1454188"/>
            <a:ext cx="2319276" cy="1202216"/>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21" name="Text Placeholder 3"/>
          <p:cNvSpPr>
            <a:spLocks noGrp="1"/>
          </p:cNvSpPr>
          <p:nvPr>
            <p:ph type="body" sz="half" idx="18"/>
          </p:nvPr>
        </p:nvSpPr>
        <p:spPr>
          <a:xfrm>
            <a:off x="685346" y="3360276"/>
            <a:ext cx="2475738" cy="983125"/>
          </a:xfrm>
        </p:spPr>
        <p:txBody>
          <a:bodyPr anchor="t">
            <a:normAutofit/>
          </a:bodyPr>
          <a:lstStyle>
            <a:lvl1pPr marL="0" indent="0" algn="ctr">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22" name="Text Placeholder 4"/>
          <p:cNvSpPr>
            <a:spLocks noGrp="1"/>
          </p:cNvSpPr>
          <p:nvPr>
            <p:ph type="body" sz="quarter" idx="3"/>
          </p:nvPr>
        </p:nvSpPr>
        <p:spPr>
          <a:xfrm>
            <a:off x="3332091" y="2928079"/>
            <a:ext cx="2475738" cy="432197"/>
          </a:xfrm>
        </p:spPr>
        <p:txBody>
          <a:bodyPr anchor="b">
            <a:noAutofit/>
          </a:bodyPr>
          <a:lstStyle>
            <a:lvl1pPr marL="0" indent="0" algn="ctr">
              <a:buNone/>
              <a:defRPr sz="1500" b="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23" name="Picture Placeholder 2"/>
          <p:cNvSpPr>
            <a:spLocks noGrp="1" noChangeAspect="1"/>
          </p:cNvSpPr>
          <p:nvPr>
            <p:ph type="pic" idx="21"/>
          </p:nvPr>
        </p:nvSpPr>
        <p:spPr>
          <a:xfrm>
            <a:off x="3409307" y="1454321"/>
            <a:ext cx="2319276" cy="1206123"/>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24" name="Text Placeholder 3"/>
          <p:cNvSpPr>
            <a:spLocks noGrp="1"/>
          </p:cNvSpPr>
          <p:nvPr>
            <p:ph type="body" sz="half" idx="19"/>
          </p:nvPr>
        </p:nvSpPr>
        <p:spPr>
          <a:xfrm>
            <a:off x="3331076" y="3360276"/>
            <a:ext cx="2475738" cy="983125"/>
          </a:xfrm>
        </p:spPr>
        <p:txBody>
          <a:bodyPr anchor="t">
            <a:normAutofit/>
          </a:bodyPr>
          <a:lstStyle>
            <a:lvl1pPr marL="0" indent="0" algn="ctr">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25" name="Text Placeholder 4"/>
          <p:cNvSpPr>
            <a:spLocks noGrp="1"/>
          </p:cNvSpPr>
          <p:nvPr>
            <p:ph type="body" sz="quarter" idx="13"/>
          </p:nvPr>
        </p:nvSpPr>
        <p:spPr>
          <a:xfrm>
            <a:off x="5975023" y="2928079"/>
            <a:ext cx="2475738" cy="432197"/>
          </a:xfrm>
        </p:spPr>
        <p:txBody>
          <a:bodyPr anchor="b">
            <a:noAutofit/>
          </a:bodyPr>
          <a:lstStyle>
            <a:lvl1pPr marL="0" indent="0" algn="ctr">
              <a:buNone/>
              <a:defRPr sz="1500" b="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26" name="Picture Placeholder 2"/>
          <p:cNvSpPr>
            <a:spLocks noGrp="1" noChangeAspect="1"/>
          </p:cNvSpPr>
          <p:nvPr>
            <p:ph type="pic" idx="22"/>
          </p:nvPr>
        </p:nvSpPr>
        <p:spPr>
          <a:xfrm>
            <a:off x="6056774" y="1450824"/>
            <a:ext cx="2319276" cy="1205471"/>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27" name="Text Placeholder 3"/>
          <p:cNvSpPr>
            <a:spLocks noGrp="1"/>
          </p:cNvSpPr>
          <p:nvPr>
            <p:ph type="body" sz="half" idx="20"/>
          </p:nvPr>
        </p:nvSpPr>
        <p:spPr>
          <a:xfrm>
            <a:off x="5974929" y="3360274"/>
            <a:ext cx="2475738" cy="983126"/>
          </a:xfrm>
        </p:spPr>
        <p:txBody>
          <a:bodyPr anchor="t">
            <a:normAutofit/>
          </a:bodyPr>
          <a:lstStyle>
            <a:lvl1pPr marL="0" indent="0" algn="ctr">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3" name="Date Placeholder 2"/>
          <p:cNvSpPr>
            <a:spLocks noGrp="1"/>
          </p:cNvSpPr>
          <p:nvPr>
            <p:ph type="dt" sz="half" idx="10"/>
          </p:nvPr>
        </p:nvSpPr>
        <p:spPr/>
        <p:txBody>
          <a:bodyPr/>
          <a:lstStyle/>
          <a:p>
            <a:fld id="{4AFF9DAA-24EA-42C6-A9F7-80082ABBB58B}" type="datetimeFigureOut">
              <a:rPr lang="en-US" smtClean="0"/>
              <a:t>3/8/2026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B45DBCB-93A7-4839-9981-E211EA162658}" type="slidenum">
              <a:rPr lang="en-US" smtClean="0"/>
              <a:t>‹#›</a:t>
            </a:fld>
            <a:endParaRPr lang="en-US"/>
          </a:p>
        </p:txBody>
      </p:sp>
    </p:spTree>
    <p:extLst>
      <p:ext uri="{BB962C8B-B14F-4D97-AF65-F5344CB8AC3E}">
        <p14:creationId xmlns:p14="http://schemas.microsoft.com/office/powerpoint/2010/main" val="3546419922"/>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AFF9DAA-24EA-42C6-A9F7-80082ABBB58B}" type="datetimeFigureOut">
              <a:rPr lang="en-US" smtClean="0"/>
              <a:t>3/8/2026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B45DBCB-93A7-4839-9981-E211EA162658}" type="slidenum">
              <a:rPr lang="en-US" smtClean="0"/>
              <a:t>‹#›</a:t>
            </a:fld>
            <a:endParaRPr lang="en-US"/>
          </a:p>
        </p:txBody>
      </p:sp>
    </p:spTree>
    <p:extLst>
      <p:ext uri="{BB962C8B-B14F-4D97-AF65-F5344CB8AC3E}">
        <p14:creationId xmlns:p14="http://schemas.microsoft.com/office/powerpoint/2010/main" val="465362217"/>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37302" y="457200"/>
            <a:ext cx="1713365" cy="38862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685347" y="457200"/>
            <a:ext cx="5937654" cy="3886201"/>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AFF9DAA-24EA-42C6-A9F7-80082ABBB58B}" type="datetimeFigureOut">
              <a:rPr lang="en-US" smtClean="0"/>
              <a:t>3/8/2026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B45DBCB-93A7-4839-9981-E211EA162658}" type="slidenum">
              <a:rPr lang="en-US" smtClean="0"/>
              <a:t>‹#›</a:t>
            </a:fld>
            <a:endParaRPr lang="en-US"/>
          </a:p>
        </p:txBody>
      </p:sp>
    </p:spTree>
    <p:extLst>
      <p:ext uri="{BB962C8B-B14F-4D97-AF65-F5344CB8AC3E}">
        <p14:creationId xmlns:p14="http://schemas.microsoft.com/office/powerpoint/2010/main" val="323201981"/>
      </p:ext>
    </p:extLst>
  </p:cSld>
  <p:clrMapOvr>
    <a:masterClrMapping/>
  </p:clrMapOvr>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only 1">
  <p:cSld name="Title only 1">
    <p:spTree>
      <p:nvGrpSpPr>
        <p:cNvPr id="1" name="Shape 84"/>
        <p:cNvGrpSpPr/>
        <p:nvPr/>
      </p:nvGrpSpPr>
      <p:grpSpPr>
        <a:xfrm>
          <a:off x="0" y="0"/>
          <a:ext cx="0" cy="0"/>
          <a:chOff x="0" y="0"/>
          <a:chExt cx="0" cy="0"/>
        </a:xfrm>
      </p:grpSpPr>
      <p:sp>
        <p:nvSpPr>
          <p:cNvPr id="95" name="Google Shape;95;p16"/>
          <p:cNvSpPr txBox="1">
            <a:spLocks noGrp="1"/>
          </p:cNvSpPr>
          <p:nvPr>
            <p:ph type="title"/>
          </p:nvPr>
        </p:nvSpPr>
        <p:spPr>
          <a:xfrm>
            <a:off x="713228" y="542781"/>
            <a:ext cx="7717500" cy="576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a:lvl1pPr>
            <a:lvl2pPr lvl="1" algn="ctr" rtl="0">
              <a:spcBef>
                <a:spcPts val="0"/>
              </a:spcBef>
              <a:spcAft>
                <a:spcPts val="0"/>
              </a:spcAft>
              <a:buSzPts val="2800"/>
              <a:buNone/>
              <a:defRPr/>
            </a:lvl2pPr>
            <a:lvl3pPr lvl="2" algn="ctr" rtl="0">
              <a:spcBef>
                <a:spcPts val="0"/>
              </a:spcBef>
              <a:spcAft>
                <a:spcPts val="0"/>
              </a:spcAft>
              <a:buSzPts val="2800"/>
              <a:buNone/>
              <a:defRPr/>
            </a:lvl3pPr>
            <a:lvl4pPr lvl="3" algn="ctr" rtl="0">
              <a:spcBef>
                <a:spcPts val="0"/>
              </a:spcBef>
              <a:spcAft>
                <a:spcPts val="0"/>
              </a:spcAft>
              <a:buSzPts val="2800"/>
              <a:buNone/>
              <a:defRPr/>
            </a:lvl4pPr>
            <a:lvl5pPr lvl="4" algn="ctr" rtl="0">
              <a:spcBef>
                <a:spcPts val="0"/>
              </a:spcBef>
              <a:spcAft>
                <a:spcPts val="0"/>
              </a:spcAft>
              <a:buSzPts val="2800"/>
              <a:buNone/>
              <a:defRPr/>
            </a:lvl5pPr>
            <a:lvl6pPr lvl="5" algn="ctr" rtl="0">
              <a:spcBef>
                <a:spcPts val="0"/>
              </a:spcBef>
              <a:spcAft>
                <a:spcPts val="0"/>
              </a:spcAft>
              <a:buSzPts val="2800"/>
              <a:buNone/>
              <a:defRPr/>
            </a:lvl6pPr>
            <a:lvl7pPr lvl="6" algn="ctr" rtl="0">
              <a:spcBef>
                <a:spcPts val="0"/>
              </a:spcBef>
              <a:spcAft>
                <a:spcPts val="0"/>
              </a:spcAft>
              <a:buSzPts val="2800"/>
              <a:buNone/>
              <a:defRPr/>
            </a:lvl7pPr>
            <a:lvl8pPr lvl="7" algn="ctr" rtl="0">
              <a:spcBef>
                <a:spcPts val="0"/>
              </a:spcBef>
              <a:spcAft>
                <a:spcPts val="0"/>
              </a:spcAft>
              <a:buSzPts val="2800"/>
              <a:buNone/>
              <a:defRPr/>
            </a:lvl8pPr>
            <a:lvl9pPr lvl="8" algn="ctr" rtl="0">
              <a:spcBef>
                <a:spcPts val="0"/>
              </a:spcBef>
              <a:spcAft>
                <a:spcPts val="0"/>
              </a:spcAft>
              <a:buSzPts val="2800"/>
              <a:buNone/>
              <a:defRPr/>
            </a:lvl9pPr>
          </a:lstStyle>
          <a:p>
            <a:endParaRPr/>
          </a:p>
        </p:txBody>
      </p:sp>
    </p:spTree>
    <p:extLst>
      <p:ext uri="{BB962C8B-B14F-4D97-AF65-F5344CB8AC3E}">
        <p14:creationId xmlns:p14="http://schemas.microsoft.com/office/powerpoint/2010/main" val="137590612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and text 1">
  <p:cSld name="Title and text 1">
    <p:spTree>
      <p:nvGrpSpPr>
        <p:cNvPr id="1" name="Shape 226"/>
        <p:cNvGrpSpPr/>
        <p:nvPr/>
      </p:nvGrpSpPr>
      <p:grpSpPr>
        <a:xfrm>
          <a:off x="0" y="0"/>
          <a:ext cx="0" cy="0"/>
          <a:chOff x="0" y="0"/>
          <a:chExt cx="0" cy="0"/>
        </a:xfrm>
      </p:grpSpPr>
      <p:sp>
        <p:nvSpPr>
          <p:cNvPr id="233" name="Google Shape;233;p30"/>
          <p:cNvSpPr txBox="1">
            <a:spLocks noGrp="1"/>
          </p:cNvSpPr>
          <p:nvPr>
            <p:ph type="title"/>
          </p:nvPr>
        </p:nvSpPr>
        <p:spPr>
          <a:xfrm>
            <a:off x="1425575" y="3551717"/>
            <a:ext cx="6292800" cy="1006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lt2"/>
              </a:buClr>
              <a:buSzPts val="3200"/>
              <a:buNone/>
              <a:defRPr b="1">
                <a:latin typeface="Montserrat"/>
                <a:ea typeface="Montserrat"/>
                <a:cs typeface="Montserrat"/>
                <a:sym typeface="Montserrat"/>
              </a:defRPr>
            </a:lvl1pPr>
            <a:lvl2pPr lvl="1" rtl="0">
              <a:lnSpc>
                <a:spcPct val="100000"/>
              </a:lnSpc>
              <a:spcBef>
                <a:spcPts val="0"/>
              </a:spcBef>
              <a:spcAft>
                <a:spcPts val="0"/>
              </a:spcAft>
              <a:buClr>
                <a:schemeClr val="lt2"/>
              </a:buClr>
              <a:buSzPts val="2800"/>
              <a:buNone/>
              <a:defRPr>
                <a:solidFill>
                  <a:schemeClr val="lt2"/>
                </a:solidFill>
              </a:defRPr>
            </a:lvl2pPr>
            <a:lvl3pPr lvl="2" rtl="0">
              <a:lnSpc>
                <a:spcPct val="100000"/>
              </a:lnSpc>
              <a:spcBef>
                <a:spcPts val="0"/>
              </a:spcBef>
              <a:spcAft>
                <a:spcPts val="0"/>
              </a:spcAft>
              <a:buClr>
                <a:schemeClr val="lt2"/>
              </a:buClr>
              <a:buSzPts val="2800"/>
              <a:buNone/>
              <a:defRPr>
                <a:solidFill>
                  <a:schemeClr val="lt2"/>
                </a:solidFill>
              </a:defRPr>
            </a:lvl3pPr>
            <a:lvl4pPr lvl="3" rtl="0">
              <a:lnSpc>
                <a:spcPct val="100000"/>
              </a:lnSpc>
              <a:spcBef>
                <a:spcPts val="0"/>
              </a:spcBef>
              <a:spcAft>
                <a:spcPts val="0"/>
              </a:spcAft>
              <a:buClr>
                <a:schemeClr val="lt2"/>
              </a:buClr>
              <a:buSzPts val="2800"/>
              <a:buNone/>
              <a:defRPr>
                <a:solidFill>
                  <a:schemeClr val="lt2"/>
                </a:solidFill>
              </a:defRPr>
            </a:lvl4pPr>
            <a:lvl5pPr lvl="4" rtl="0">
              <a:lnSpc>
                <a:spcPct val="100000"/>
              </a:lnSpc>
              <a:spcBef>
                <a:spcPts val="0"/>
              </a:spcBef>
              <a:spcAft>
                <a:spcPts val="0"/>
              </a:spcAft>
              <a:buClr>
                <a:schemeClr val="lt2"/>
              </a:buClr>
              <a:buSzPts val="2800"/>
              <a:buNone/>
              <a:defRPr>
                <a:solidFill>
                  <a:schemeClr val="lt2"/>
                </a:solidFill>
              </a:defRPr>
            </a:lvl5pPr>
            <a:lvl6pPr lvl="5" rtl="0">
              <a:lnSpc>
                <a:spcPct val="100000"/>
              </a:lnSpc>
              <a:spcBef>
                <a:spcPts val="0"/>
              </a:spcBef>
              <a:spcAft>
                <a:spcPts val="0"/>
              </a:spcAft>
              <a:buClr>
                <a:schemeClr val="lt2"/>
              </a:buClr>
              <a:buSzPts val="2800"/>
              <a:buNone/>
              <a:defRPr>
                <a:solidFill>
                  <a:schemeClr val="lt2"/>
                </a:solidFill>
              </a:defRPr>
            </a:lvl6pPr>
            <a:lvl7pPr lvl="6" rtl="0">
              <a:lnSpc>
                <a:spcPct val="100000"/>
              </a:lnSpc>
              <a:spcBef>
                <a:spcPts val="0"/>
              </a:spcBef>
              <a:spcAft>
                <a:spcPts val="0"/>
              </a:spcAft>
              <a:buClr>
                <a:schemeClr val="lt2"/>
              </a:buClr>
              <a:buSzPts val="2800"/>
              <a:buNone/>
              <a:defRPr>
                <a:solidFill>
                  <a:schemeClr val="lt2"/>
                </a:solidFill>
              </a:defRPr>
            </a:lvl7pPr>
            <a:lvl8pPr lvl="7" rtl="0">
              <a:lnSpc>
                <a:spcPct val="100000"/>
              </a:lnSpc>
              <a:spcBef>
                <a:spcPts val="0"/>
              </a:spcBef>
              <a:spcAft>
                <a:spcPts val="0"/>
              </a:spcAft>
              <a:buClr>
                <a:schemeClr val="lt2"/>
              </a:buClr>
              <a:buSzPts val="2800"/>
              <a:buNone/>
              <a:defRPr>
                <a:solidFill>
                  <a:schemeClr val="lt2"/>
                </a:solidFill>
              </a:defRPr>
            </a:lvl8pPr>
            <a:lvl9pPr lvl="8" rtl="0">
              <a:lnSpc>
                <a:spcPct val="100000"/>
              </a:lnSpc>
              <a:spcBef>
                <a:spcPts val="0"/>
              </a:spcBef>
              <a:spcAft>
                <a:spcPts val="0"/>
              </a:spcAft>
              <a:buClr>
                <a:schemeClr val="lt2"/>
              </a:buClr>
              <a:buSzPts val="2800"/>
              <a:buNone/>
              <a:defRPr>
                <a:solidFill>
                  <a:schemeClr val="lt2"/>
                </a:solidFill>
              </a:defRPr>
            </a:lvl9pPr>
          </a:lstStyle>
          <a:p>
            <a:endParaRPr/>
          </a:p>
        </p:txBody>
      </p:sp>
      <p:sp>
        <p:nvSpPr>
          <p:cNvPr id="234" name="Google Shape;234;p30"/>
          <p:cNvSpPr txBox="1">
            <a:spLocks noGrp="1"/>
          </p:cNvSpPr>
          <p:nvPr>
            <p:ph type="subTitle" idx="1"/>
          </p:nvPr>
        </p:nvSpPr>
        <p:spPr>
          <a:xfrm>
            <a:off x="712175" y="1241950"/>
            <a:ext cx="2983500" cy="11427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extLst>
      <p:ext uri="{BB962C8B-B14F-4D97-AF65-F5344CB8AC3E}">
        <p14:creationId xmlns:p14="http://schemas.microsoft.com/office/powerpoint/2010/main" val="272695677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Section header" type="secHead">
  <p:cSld name="1_Section header">
    <p:spTree>
      <p:nvGrpSpPr>
        <p:cNvPr id="1" name="Shape 11"/>
        <p:cNvGrpSpPr/>
        <p:nvPr/>
      </p:nvGrpSpPr>
      <p:grpSpPr>
        <a:xfrm>
          <a:off x="0" y="0"/>
          <a:ext cx="0" cy="0"/>
          <a:chOff x="0" y="0"/>
          <a:chExt cx="0" cy="0"/>
        </a:xfrm>
      </p:grpSpPr>
      <p:sp>
        <p:nvSpPr>
          <p:cNvPr id="12" name="Google Shape;12;p3"/>
          <p:cNvSpPr txBox="1">
            <a:spLocks noGrp="1"/>
          </p:cNvSpPr>
          <p:nvPr>
            <p:ph type="title"/>
          </p:nvPr>
        </p:nvSpPr>
        <p:spPr>
          <a:xfrm>
            <a:off x="2868050" y="1517694"/>
            <a:ext cx="5564700" cy="916800"/>
          </a:xfrm>
          <a:prstGeom prst="rect">
            <a:avLst/>
          </a:prstGeom>
        </p:spPr>
        <p:txBody>
          <a:bodyPr spcFirstLastPara="1" wrap="square" lIns="91425" tIns="91425" rIns="91425" bIns="91425" anchor="ctr" anchorCtr="0">
            <a:noAutofit/>
          </a:bodyPr>
          <a:lstStyle>
            <a:lvl1pPr lvl="0" algn="r">
              <a:spcBef>
                <a:spcPts val="0"/>
              </a:spcBef>
              <a:spcAft>
                <a:spcPts val="0"/>
              </a:spcAft>
              <a:buClr>
                <a:schemeClr val="dk2"/>
              </a:buClr>
              <a:buSzPts val="3200"/>
              <a:buNone/>
              <a:defRPr sz="5900" b="1">
                <a:latin typeface="Montserrat"/>
                <a:ea typeface="Montserrat"/>
                <a:cs typeface="Montserrat"/>
                <a:sym typeface="Montserrat"/>
              </a:defRPr>
            </a:lvl1pPr>
            <a:lvl2pPr lvl="1" algn="ctr">
              <a:spcBef>
                <a:spcPts val="0"/>
              </a:spcBef>
              <a:spcAft>
                <a:spcPts val="0"/>
              </a:spcAft>
              <a:buClr>
                <a:schemeClr val="dk2"/>
              </a:buClr>
              <a:buSzPts val="3600"/>
              <a:buNone/>
              <a:defRPr sz="3600">
                <a:solidFill>
                  <a:schemeClr val="dk2"/>
                </a:solidFill>
              </a:defRPr>
            </a:lvl2pPr>
            <a:lvl3pPr lvl="2" algn="ctr">
              <a:spcBef>
                <a:spcPts val="0"/>
              </a:spcBef>
              <a:spcAft>
                <a:spcPts val="0"/>
              </a:spcAft>
              <a:buClr>
                <a:schemeClr val="dk2"/>
              </a:buClr>
              <a:buSzPts val="3600"/>
              <a:buNone/>
              <a:defRPr sz="3600">
                <a:solidFill>
                  <a:schemeClr val="dk2"/>
                </a:solidFill>
              </a:defRPr>
            </a:lvl3pPr>
            <a:lvl4pPr lvl="3" algn="ctr">
              <a:spcBef>
                <a:spcPts val="0"/>
              </a:spcBef>
              <a:spcAft>
                <a:spcPts val="0"/>
              </a:spcAft>
              <a:buClr>
                <a:schemeClr val="dk2"/>
              </a:buClr>
              <a:buSzPts val="3600"/>
              <a:buNone/>
              <a:defRPr sz="3600">
                <a:solidFill>
                  <a:schemeClr val="dk2"/>
                </a:solidFill>
              </a:defRPr>
            </a:lvl4pPr>
            <a:lvl5pPr lvl="4" algn="ctr">
              <a:spcBef>
                <a:spcPts val="0"/>
              </a:spcBef>
              <a:spcAft>
                <a:spcPts val="0"/>
              </a:spcAft>
              <a:buClr>
                <a:schemeClr val="dk2"/>
              </a:buClr>
              <a:buSzPts val="3600"/>
              <a:buNone/>
              <a:defRPr sz="3600">
                <a:solidFill>
                  <a:schemeClr val="dk2"/>
                </a:solidFill>
              </a:defRPr>
            </a:lvl5pPr>
            <a:lvl6pPr lvl="5" algn="ctr">
              <a:spcBef>
                <a:spcPts val="0"/>
              </a:spcBef>
              <a:spcAft>
                <a:spcPts val="0"/>
              </a:spcAft>
              <a:buClr>
                <a:schemeClr val="dk2"/>
              </a:buClr>
              <a:buSzPts val="3600"/>
              <a:buNone/>
              <a:defRPr sz="3600">
                <a:solidFill>
                  <a:schemeClr val="dk2"/>
                </a:solidFill>
              </a:defRPr>
            </a:lvl6pPr>
            <a:lvl7pPr lvl="6" algn="ctr">
              <a:spcBef>
                <a:spcPts val="0"/>
              </a:spcBef>
              <a:spcAft>
                <a:spcPts val="0"/>
              </a:spcAft>
              <a:buClr>
                <a:schemeClr val="dk2"/>
              </a:buClr>
              <a:buSzPts val="3600"/>
              <a:buNone/>
              <a:defRPr sz="3600">
                <a:solidFill>
                  <a:schemeClr val="dk2"/>
                </a:solidFill>
              </a:defRPr>
            </a:lvl7pPr>
            <a:lvl8pPr lvl="7" algn="ctr">
              <a:spcBef>
                <a:spcPts val="0"/>
              </a:spcBef>
              <a:spcAft>
                <a:spcPts val="0"/>
              </a:spcAft>
              <a:buClr>
                <a:schemeClr val="dk2"/>
              </a:buClr>
              <a:buSzPts val="3600"/>
              <a:buNone/>
              <a:defRPr sz="3600">
                <a:solidFill>
                  <a:schemeClr val="dk2"/>
                </a:solidFill>
              </a:defRPr>
            </a:lvl8pPr>
            <a:lvl9pPr lvl="8" algn="ctr">
              <a:spcBef>
                <a:spcPts val="0"/>
              </a:spcBef>
              <a:spcAft>
                <a:spcPts val="0"/>
              </a:spcAft>
              <a:buClr>
                <a:schemeClr val="dk2"/>
              </a:buClr>
              <a:buSzPts val="3600"/>
              <a:buNone/>
              <a:defRPr sz="3600">
                <a:solidFill>
                  <a:schemeClr val="dk2"/>
                </a:solidFill>
              </a:defRPr>
            </a:lvl9pPr>
          </a:lstStyle>
          <a:p>
            <a:endParaRPr/>
          </a:p>
        </p:txBody>
      </p:sp>
      <p:sp>
        <p:nvSpPr>
          <p:cNvPr id="13" name="Google Shape;13;p3"/>
          <p:cNvSpPr txBox="1">
            <a:spLocks noGrp="1"/>
          </p:cNvSpPr>
          <p:nvPr>
            <p:ph type="title" idx="2" hasCustomPrompt="1"/>
          </p:nvPr>
        </p:nvSpPr>
        <p:spPr>
          <a:xfrm>
            <a:off x="7236246" y="539499"/>
            <a:ext cx="1196400" cy="7479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6200"/>
              <a:buNone/>
              <a:defRPr sz="6500">
                <a:solidFill>
                  <a:schemeClr val="dk2"/>
                </a:solidFill>
                <a:latin typeface="Montserrat ExtraBold"/>
                <a:ea typeface="Montserrat ExtraBold"/>
                <a:cs typeface="Montserrat ExtraBold"/>
                <a:sym typeface="Montserrat ExtraBold"/>
              </a:defRPr>
            </a:lvl1pPr>
            <a:lvl2pPr lvl="1" algn="ctr" rtl="0">
              <a:spcBef>
                <a:spcPts val="0"/>
              </a:spcBef>
              <a:spcAft>
                <a:spcPts val="0"/>
              </a:spcAft>
              <a:buClr>
                <a:schemeClr val="dk2"/>
              </a:buClr>
              <a:buSzPts val="12000"/>
              <a:buNone/>
              <a:defRPr sz="12000">
                <a:solidFill>
                  <a:schemeClr val="dk2"/>
                </a:solidFill>
              </a:defRPr>
            </a:lvl2pPr>
            <a:lvl3pPr lvl="2" algn="ctr" rtl="0">
              <a:spcBef>
                <a:spcPts val="0"/>
              </a:spcBef>
              <a:spcAft>
                <a:spcPts val="0"/>
              </a:spcAft>
              <a:buClr>
                <a:schemeClr val="dk2"/>
              </a:buClr>
              <a:buSzPts val="12000"/>
              <a:buNone/>
              <a:defRPr sz="12000">
                <a:solidFill>
                  <a:schemeClr val="dk2"/>
                </a:solidFill>
              </a:defRPr>
            </a:lvl3pPr>
            <a:lvl4pPr lvl="3" algn="ctr" rtl="0">
              <a:spcBef>
                <a:spcPts val="0"/>
              </a:spcBef>
              <a:spcAft>
                <a:spcPts val="0"/>
              </a:spcAft>
              <a:buClr>
                <a:schemeClr val="dk2"/>
              </a:buClr>
              <a:buSzPts val="12000"/>
              <a:buNone/>
              <a:defRPr sz="12000">
                <a:solidFill>
                  <a:schemeClr val="dk2"/>
                </a:solidFill>
              </a:defRPr>
            </a:lvl4pPr>
            <a:lvl5pPr lvl="4" algn="ctr" rtl="0">
              <a:spcBef>
                <a:spcPts val="0"/>
              </a:spcBef>
              <a:spcAft>
                <a:spcPts val="0"/>
              </a:spcAft>
              <a:buClr>
                <a:schemeClr val="dk2"/>
              </a:buClr>
              <a:buSzPts val="12000"/>
              <a:buNone/>
              <a:defRPr sz="12000">
                <a:solidFill>
                  <a:schemeClr val="dk2"/>
                </a:solidFill>
              </a:defRPr>
            </a:lvl5pPr>
            <a:lvl6pPr lvl="5" algn="ctr" rtl="0">
              <a:spcBef>
                <a:spcPts val="0"/>
              </a:spcBef>
              <a:spcAft>
                <a:spcPts val="0"/>
              </a:spcAft>
              <a:buClr>
                <a:schemeClr val="dk2"/>
              </a:buClr>
              <a:buSzPts val="12000"/>
              <a:buNone/>
              <a:defRPr sz="12000">
                <a:solidFill>
                  <a:schemeClr val="dk2"/>
                </a:solidFill>
              </a:defRPr>
            </a:lvl6pPr>
            <a:lvl7pPr lvl="6" algn="ctr" rtl="0">
              <a:spcBef>
                <a:spcPts val="0"/>
              </a:spcBef>
              <a:spcAft>
                <a:spcPts val="0"/>
              </a:spcAft>
              <a:buClr>
                <a:schemeClr val="dk2"/>
              </a:buClr>
              <a:buSzPts val="12000"/>
              <a:buNone/>
              <a:defRPr sz="12000">
                <a:solidFill>
                  <a:schemeClr val="dk2"/>
                </a:solidFill>
              </a:defRPr>
            </a:lvl7pPr>
            <a:lvl8pPr lvl="7" algn="ctr" rtl="0">
              <a:spcBef>
                <a:spcPts val="0"/>
              </a:spcBef>
              <a:spcAft>
                <a:spcPts val="0"/>
              </a:spcAft>
              <a:buClr>
                <a:schemeClr val="dk2"/>
              </a:buClr>
              <a:buSzPts val="12000"/>
              <a:buNone/>
              <a:defRPr sz="12000">
                <a:solidFill>
                  <a:schemeClr val="dk2"/>
                </a:solidFill>
              </a:defRPr>
            </a:lvl8pPr>
            <a:lvl9pPr lvl="8" algn="ctr" rtl="0">
              <a:spcBef>
                <a:spcPts val="0"/>
              </a:spcBef>
              <a:spcAft>
                <a:spcPts val="0"/>
              </a:spcAft>
              <a:buClr>
                <a:schemeClr val="dk2"/>
              </a:buClr>
              <a:buSzPts val="12000"/>
              <a:buNone/>
              <a:defRPr sz="12000">
                <a:solidFill>
                  <a:schemeClr val="dk2"/>
                </a:solidFill>
              </a:defRPr>
            </a:lvl9pPr>
          </a:lstStyle>
          <a:p>
            <a:r>
              <a:t>xx%</a:t>
            </a:r>
          </a:p>
        </p:txBody>
      </p:sp>
      <p:sp>
        <p:nvSpPr>
          <p:cNvPr id="14" name="Google Shape;14;p3"/>
          <p:cNvSpPr txBox="1">
            <a:spLocks noGrp="1"/>
          </p:cNvSpPr>
          <p:nvPr>
            <p:ph type="subTitle" idx="1"/>
          </p:nvPr>
        </p:nvSpPr>
        <p:spPr>
          <a:xfrm>
            <a:off x="4004046" y="2837213"/>
            <a:ext cx="4183800" cy="3099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Clr>
                <a:schemeClr val="lt1"/>
              </a:buClr>
              <a:buSzPts val="2200"/>
              <a:buNone/>
              <a:defRPr sz="1600" i="0">
                <a:solidFill>
                  <a:schemeClr val="lt1"/>
                </a:solidFill>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extLst>
      <p:ext uri="{BB962C8B-B14F-4D97-AF65-F5344CB8AC3E}">
        <p14:creationId xmlns:p14="http://schemas.microsoft.com/office/powerpoint/2010/main" val="402658836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36"/>
        <p:cNvGrpSpPr/>
        <p:nvPr/>
      </p:nvGrpSpPr>
      <p:grpSpPr>
        <a:xfrm>
          <a:off x="0" y="0"/>
          <a:ext cx="0" cy="0"/>
          <a:chOff x="0" y="0"/>
          <a:chExt cx="0" cy="0"/>
        </a:xfrm>
      </p:grpSpPr>
      <p:sp>
        <p:nvSpPr>
          <p:cNvPr id="37" name="Google Shape;37;p7"/>
          <p:cNvSpPr txBox="1">
            <a:spLocks noGrp="1"/>
          </p:cNvSpPr>
          <p:nvPr>
            <p:ph type="title"/>
          </p:nvPr>
        </p:nvSpPr>
        <p:spPr>
          <a:xfrm>
            <a:off x="713225" y="566047"/>
            <a:ext cx="7717500" cy="5760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dk2"/>
              </a:buClr>
              <a:buSzPts val="3000"/>
              <a:buNone/>
              <a:defRPr sz="3000" b="1">
                <a:latin typeface="Montserrat"/>
                <a:ea typeface="Montserrat"/>
                <a:cs typeface="Montserrat"/>
                <a:sym typeface="Montserra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38" name="Google Shape;38;p7"/>
          <p:cNvSpPr txBox="1">
            <a:spLocks noGrp="1"/>
          </p:cNvSpPr>
          <p:nvPr>
            <p:ph type="body" idx="1"/>
          </p:nvPr>
        </p:nvSpPr>
        <p:spPr>
          <a:xfrm>
            <a:off x="713100" y="2224475"/>
            <a:ext cx="3858900" cy="1929300"/>
          </a:xfrm>
          <a:prstGeom prst="rect">
            <a:avLst/>
          </a:prstGeom>
        </p:spPr>
        <p:txBody>
          <a:bodyPr spcFirstLastPara="1" wrap="square" lIns="91425" tIns="91425" rIns="91425" bIns="91425" anchor="b" anchorCtr="0">
            <a:noAutofit/>
          </a:bodyPr>
          <a:lstStyle>
            <a:lvl1pPr marL="457200" lvl="0" indent="-317500" rtl="0">
              <a:lnSpc>
                <a:spcPct val="100000"/>
              </a:lnSpc>
              <a:spcBef>
                <a:spcPts val="0"/>
              </a:spcBef>
              <a:spcAft>
                <a:spcPts val="0"/>
              </a:spcAft>
              <a:buSzPts val="1400"/>
              <a:buChar char="●"/>
              <a:defRPr i="0"/>
            </a:lvl1pPr>
            <a:lvl2pPr marL="914400" lvl="1" indent="-317500" rtl="0">
              <a:lnSpc>
                <a:spcPct val="100000"/>
              </a:lnSpc>
              <a:spcBef>
                <a:spcPts val="0"/>
              </a:spcBef>
              <a:spcAft>
                <a:spcPts val="0"/>
              </a:spcAft>
              <a:buSzPts val="1400"/>
              <a:buChar char="○"/>
              <a:defRPr/>
            </a:lvl2pPr>
            <a:lvl3pPr marL="1371600" lvl="2" indent="-317500" rtl="0">
              <a:lnSpc>
                <a:spcPct val="100000"/>
              </a:lnSpc>
              <a:spcBef>
                <a:spcPts val="0"/>
              </a:spcBef>
              <a:spcAft>
                <a:spcPts val="0"/>
              </a:spcAft>
              <a:buSzPts val="1400"/>
              <a:buChar char="■"/>
              <a:defRPr/>
            </a:lvl3pPr>
            <a:lvl4pPr marL="1828800" lvl="3" indent="-317500" rtl="0">
              <a:lnSpc>
                <a:spcPct val="100000"/>
              </a:lnSpc>
              <a:spcBef>
                <a:spcPts val="0"/>
              </a:spcBef>
              <a:spcAft>
                <a:spcPts val="0"/>
              </a:spcAft>
              <a:buSzPts val="1400"/>
              <a:buChar char="●"/>
              <a:defRPr/>
            </a:lvl4pPr>
            <a:lvl5pPr marL="2286000" lvl="4" indent="-317500" rtl="0">
              <a:lnSpc>
                <a:spcPct val="100000"/>
              </a:lnSpc>
              <a:spcBef>
                <a:spcPts val="0"/>
              </a:spcBef>
              <a:spcAft>
                <a:spcPts val="0"/>
              </a:spcAft>
              <a:buSzPts val="1400"/>
              <a:buChar char="○"/>
              <a:defRPr/>
            </a:lvl5pPr>
            <a:lvl6pPr marL="2743200" lvl="5" indent="-317500" rtl="0">
              <a:lnSpc>
                <a:spcPct val="100000"/>
              </a:lnSpc>
              <a:spcBef>
                <a:spcPts val="0"/>
              </a:spcBef>
              <a:spcAft>
                <a:spcPts val="0"/>
              </a:spcAft>
              <a:buSzPts val="1400"/>
              <a:buChar char="■"/>
              <a:defRPr/>
            </a:lvl6pPr>
            <a:lvl7pPr marL="3200400" lvl="6" indent="-317500" rtl="0">
              <a:lnSpc>
                <a:spcPct val="100000"/>
              </a:lnSpc>
              <a:spcBef>
                <a:spcPts val="0"/>
              </a:spcBef>
              <a:spcAft>
                <a:spcPts val="0"/>
              </a:spcAft>
              <a:buSzPts val="1400"/>
              <a:buChar char="●"/>
              <a:defRPr/>
            </a:lvl7pPr>
            <a:lvl8pPr marL="3657600" lvl="7" indent="-317500" rtl="0">
              <a:lnSpc>
                <a:spcPct val="100000"/>
              </a:lnSpc>
              <a:spcBef>
                <a:spcPts val="0"/>
              </a:spcBef>
              <a:spcAft>
                <a:spcPts val="0"/>
              </a:spcAft>
              <a:buSzPts val="1400"/>
              <a:buChar char="○"/>
              <a:defRPr/>
            </a:lvl8pPr>
            <a:lvl9pPr marL="4114800" lvl="8" indent="-317500" rtl="0">
              <a:lnSpc>
                <a:spcPct val="100000"/>
              </a:lnSpc>
              <a:spcBef>
                <a:spcPts val="0"/>
              </a:spcBef>
              <a:spcAft>
                <a:spcPts val="0"/>
              </a:spcAft>
              <a:buSzPts val="1400"/>
              <a:buChar char="■"/>
              <a:defRPr/>
            </a:lvl9pPr>
          </a:lstStyle>
          <a:p>
            <a:endParaRPr/>
          </a:p>
        </p:txBody>
      </p:sp>
    </p:spTree>
    <p:extLst>
      <p:ext uri="{BB962C8B-B14F-4D97-AF65-F5344CB8AC3E}">
        <p14:creationId xmlns:p14="http://schemas.microsoft.com/office/powerpoint/2010/main" val="209137395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Background">
  <p:cSld name="Background">
    <p:spTree>
      <p:nvGrpSpPr>
        <p:cNvPr id="1" name="Shape 252"/>
        <p:cNvGrpSpPr/>
        <p:nvPr/>
      </p:nvGrpSpPr>
      <p:grpSpPr>
        <a:xfrm>
          <a:off x="0" y="0"/>
          <a:ext cx="0" cy="0"/>
          <a:chOff x="0" y="0"/>
          <a:chExt cx="0" cy="0"/>
        </a:xfrm>
      </p:grpSpPr>
    </p:spTree>
    <p:extLst>
      <p:ext uri="{BB962C8B-B14F-4D97-AF65-F5344CB8AC3E}">
        <p14:creationId xmlns:p14="http://schemas.microsoft.com/office/powerpoint/2010/main" val="272029305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Section header 2">
  <p:cSld name="Section header 2">
    <p:spTree>
      <p:nvGrpSpPr>
        <p:cNvPr id="1" name="Shape 80"/>
        <p:cNvGrpSpPr/>
        <p:nvPr/>
      </p:nvGrpSpPr>
      <p:grpSpPr>
        <a:xfrm>
          <a:off x="0" y="0"/>
          <a:ext cx="0" cy="0"/>
          <a:chOff x="0" y="0"/>
          <a:chExt cx="0" cy="0"/>
        </a:xfrm>
      </p:grpSpPr>
      <p:sp>
        <p:nvSpPr>
          <p:cNvPr id="81" name="Google Shape;81;p15"/>
          <p:cNvSpPr txBox="1">
            <a:spLocks noGrp="1"/>
          </p:cNvSpPr>
          <p:nvPr>
            <p:ph type="title"/>
          </p:nvPr>
        </p:nvSpPr>
        <p:spPr>
          <a:xfrm>
            <a:off x="713225" y="3007925"/>
            <a:ext cx="7717500" cy="8964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dk2"/>
              </a:buClr>
              <a:buSzPts val="3200"/>
              <a:buNone/>
              <a:defRPr sz="5900"/>
            </a:lvl1pPr>
            <a:lvl2pPr lvl="1" algn="ctr" rtl="0">
              <a:spcBef>
                <a:spcPts val="0"/>
              </a:spcBef>
              <a:spcAft>
                <a:spcPts val="0"/>
              </a:spcAft>
              <a:buClr>
                <a:schemeClr val="dk2"/>
              </a:buClr>
              <a:buSzPts val="3600"/>
              <a:buNone/>
              <a:defRPr sz="3600">
                <a:solidFill>
                  <a:schemeClr val="dk2"/>
                </a:solidFill>
              </a:defRPr>
            </a:lvl2pPr>
            <a:lvl3pPr lvl="2" algn="ctr" rtl="0">
              <a:spcBef>
                <a:spcPts val="0"/>
              </a:spcBef>
              <a:spcAft>
                <a:spcPts val="0"/>
              </a:spcAft>
              <a:buClr>
                <a:schemeClr val="dk2"/>
              </a:buClr>
              <a:buSzPts val="3600"/>
              <a:buNone/>
              <a:defRPr sz="3600">
                <a:solidFill>
                  <a:schemeClr val="dk2"/>
                </a:solidFill>
              </a:defRPr>
            </a:lvl3pPr>
            <a:lvl4pPr lvl="3" algn="ctr" rtl="0">
              <a:spcBef>
                <a:spcPts val="0"/>
              </a:spcBef>
              <a:spcAft>
                <a:spcPts val="0"/>
              </a:spcAft>
              <a:buClr>
                <a:schemeClr val="dk2"/>
              </a:buClr>
              <a:buSzPts val="3600"/>
              <a:buNone/>
              <a:defRPr sz="3600">
                <a:solidFill>
                  <a:schemeClr val="dk2"/>
                </a:solidFill>
              </a:defRPr>
            </a:lvl4pPr>
            <a:lvl5pPr lvl="4" algn="ctr" rtl="0">
              <a:spcBef>
                <a:spcPts val="0"/>
              </a:spcBef>
              <a:spcAft>
                <a:spcPts val="0"/>
              </a:spcAft>
              <a:buClr>
                <a:schemeClr val="dk2"/>
              </a:buClr>
              <a:buSzPts val="3600"/>
              <a:buNone/>
              <a:defRPr sz="3600">
                <a:solidFill>
                  <a:schemeClr val="dk2"/>
                </a:solidFill>
              </a:defRPr>
            </a:lvl5pPr>
            <a:lvl6pPr lvl="5" algn="ctr" rtl="0">
              <a:spcBef>
                <a:spcPts val="0"/>
              </a:spcBef>
              <a:spcAft>
                <a:spcPts val="0"/>
              </a:spcAft>
              <a:buClr>
                <a:schemeClr val="dk2"/>
              </a:buClr>
              <a:buSzPts val="3600"/>
              <a:buNone/>
              <a:defRPr sz="3600">
                <a:solidFill>
                  <a:schemeClr val="dk2"/>
                </a:solidFill>
              </a:defRPr>
            </a:lvl6pPr>
            <a:lvl7pPr lvl="6" algn="ctr" rtl="0">
              <a:spcBef>
                <a:spcPts val="0"/>
              </a:spcBef>
              <a:spcAft>
                <a:spcPts val="0"/>
              </a:spcAft>
              <a:buClr>
                <a:schemeClr val="dk2"/>
              </a:buClr>
              <a:buSzPts val="3600"/>
              <a:buNone/>
              <a:defRPr sz="3600">
                <a:solidFill>
                  <a:schemeClr val="dk2"/>
                </a:solidFill>
              </a:defRPr>
            </a:lvl7pPr>
            <a:lvl8pPr lvl="7" algn="ctr" rtl="0">
              <a:spcBef>
                <a:spcPts val="0"/>
              </a:spcBef>
              <a:spcAft>
                <a:spcPts val="0"/>
              </a:spcAft>
              <a:buClr>
                <a:schemeClr val="dk2"/>
              </a:buClr>
              <a:buSzPts val="3600"/>
              <a:buNone/>
              <a:defRPr sz="3600">
                <a:solidFill>
                  <a:schemeClr val="dk2"/>
                </a:solidFill>
              </a:defRPr>
            </a:lvl8pPr>
            <a:lvl9pPr lvl="8" algn="ctr" rtl="0">
              <a:spcBef>
                <a:spcPts val="0"/>
              </a:spcBef>
              <a:spcAft>
                <a:spcPts val="0"/>
              </a:spcAft>
              <a:buClr>
                <a:schemeClr val="dk2"/>
              </a:buClr>
              <a:buSzPts val="3600"/>
              <a:buNone/>
              <a:defRPr sz="3600">
                <a:solidFill>
                  <a:schemeClr val="dk2"/>
                </a:solidFill>
              </a:defRPr>
            </a:lvl9pPr>
          </a:lstStyle>
          <a:p>
            <a:endParaRPr/>
          </a:p>
        </p:txBody>
      </p:sp>
      <p:sp>
        <p:nvSpPr>
          <p:cNvPr id="82" name="Google Shape;82;p15"/>
          <p:cNvSpPr txBox="1">
            <a:spLocks noGrp="1"/>
          </p:cNvSpPr>
          <p:nvPr>
            <p:ph type="title" idx="2" hasCustomPrompt="1"/>
          </p:nvPr>
        </p:nvSpPr>
        <p:spPr>
          <a:xfrm>
            <a:off x="3893700" y="1871746"/>
            <a:ext cx="1356600" cy="951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200"/>
              <a:buFont typeface="Montserrat ExtraBold"/>
              <a:buNone/>
              <a:defRPr sz="6500" b="0">
                <a:solidFill>
                  <a:schemeClr val="dk2"/>
                </a:solidFill>
                <a:latin typeface="Montserrat ExtraBold"/>
                <a:ea typeface="Montserrat ExtraBold"/>
                <a:cs typeface="Montserrat ExtraBold"/>
                <a:sym typeface="Montserrat ExtraBold"/>
              </a:defRPr>
            </a:lvl1pPr>
            <a:lvl2pPr lvl="1" algn="ctr" rtl="0">
              <a:spcBef>
                <a:spcPts val="0"/>
              </a:spcBef>
              <a:spcAft>
                <a:spcPts val="0"/>
              </a:spcAft>
              <a:buClr>
                <a:schemeClr val="accent2"/>
              </a:buClr>
              <a:buSzPts val="12000"/>
              <a:buNone/>
              <a:defRPr sz="12000">
                <a:solidFill>
                  <a:schemeClr val="accent2"/>
                </a:solidFill>
              </a:defRPr>
            </a:lvl2pPr>
            <a:lvl3pPr lvl="2" algn="ctr" rtl="0">
              <a:spcBef>
                <a:spcPts val="0"/>
              </a:spcBef>
              <a:spcAft>
                <a:spcPts val="0"/>
              </a:spcAft>
              <a:buClr>
                <a:schemeClr val="accent2"/>
              </a:buClr>
              <a:buSzPts val="12000"/>
              <a:buNone/>
              <a:defRPr sz="12000">
                <a:solidFill>
                  <a:schemeClr val="accent2"/>
                </a:solidFill>
              </a:defRPr>
            </a:lvl3pPr>
            <a:lvl4pPr lvl="3" algn="ctr" rtl="0">
              <a:spcBef>
                <a:spcPts val="0"/>
              </a:spcBef>
              <a:spcAft>
                <a:spcPts val="0"/>
              </a:spcAft>
              <a:buClr>
                <a:schemeClr val="accent2"/>
              </a:buClr>
              <a:buSzPts val="12000"/>
              <a:buNone/>
              <a:defRPr sz="12000">
                <a:solidFill>
                  <a:schemeClr val="accent2"/>
                </a:solidFill>
              </a:defRPr>
            </a:lvl4pPr>
            <a:lvl5pPr lvl="4" algn="ctr" rtl="0">
              <a:spcBef>
                <a:spcPts val="0"/>
              </a:spcBef>
              <a:spcAft>
                <a:spcPts val="0"/>
              </a:spcAft>
              <a:buClr>
                <a:schemeClr val="accent2"/>
              </a:buClr>
              <a:buSzPts val="12000"/>
              <a:buNone/>
              <a:defRPr sz="12000">
                <a:solidFill>
                  <a:schemeClr val="accent2"/>
                </a:solidFill>
              </a:defRPr>
            </a:lvl5pPr>
            <a:lvl6pPr lvl="5" algn="ctr" rtl="0">
              <a:spcBef>
                <a:spcPts val="0"/>
              </a:spcBef>
              <a:spcAft>
                <a:spcPts val="0"/>
              </a:spcAft>
              <a:buClr>
                <a:schemeClr val="accent2"/>
              </a:buClr>
              <a:buSzPts val="12000"/>
              <a:buNone/>
              <a:defRPr sz="12000">
                <a:solidFill>
                  <a:schemeClr val="accent2"/>
                </a:solidFill>
              </a:defRPr>
            </a:lvl6pPr>
            <a:lvl7pPr lvl="6" algn="ctr" rtl="0">
              <a:spcBef>
                <a:spcPts val="0"/>
              </a:spcBef>
              <a:spcAft>
                <a:spcPts val="0"/>
              </a:spcAft>
              <a:buClr>
                <a:schemeClr val="accent2"/>
              </a:buClr>
              <a:buSzPts val="12000"/>
              <a:buNone/>
              <a:defRPr sz="12000">
                <a:solidFill>
                  <a:schemeClr val="accent2"/>
                </a:solidFill>
              </a:defRPr>
            </a:lvl7pPr>
            <a:lvl8pPr lvl="7" algn="ctr" rtl="0">
              <a:spcBef>
                <a:spcPts val="0"/>
              </a:spcBef>
              <a:spcAft>
                <a:spcPts val="0"/>
              </a:spcAft>
              <a:buClr>
                <a:schemeClr val="accent2"/>
              </a:buClr>
              <a:buSzPts val="12000"/>
              <a:buNone/>
              <a:defRPr sz="12000">
                <a:solidFill>
                  <a:schemeClr val="accent2"/>
                </a:solidFill>
              </a:defRPr>
            </a:lvl8pPr>
            <a:lvl9pPr lvl="8" algn="ctr" rtl="0">
              <a:spcBef>
                <a:spcPts val="0"/>
              </a:spcBef>
              <a:spcAft>
                <a:spcPts val="0"/>
              </a:spcAft>
              <a:buClr>
                <a:schemeClr val="accent2"/>
              </a:buClr>
              <a:buSzPts val="12000"/>
              <a:buNone/>
              <a:defRPr sz="12000">
                <a:solidFill>
                  <a:schemeClr val="accent2"/>
                </a:solidFill>
              </a:defRPr>
            </a:lvl9pPr>
          </a:lstStyle>
          <a:p>
            <a:r>
              <a:t>xx%</a:t>
            </a:r>
          </a:p>
        </p:txBody>
      </p:sp>
      <p:sp>
        <p:nvSpPr>
          <p:cNvPr id="83" name="Google Shape;83;p15"/>
          <p:cNvSpPr txBox="1">
            <a:spLocks noGrp="1"/>
          </p:cNvSpPr>
          <p:nvPr>
            <p:ph type="subTitle" idx="1"/>
          </p:nvPr>
        </p:nvSpPr>
        <p:spPr>
          <a:xfrm>
            <a:off x="2463150" y="4245700"/>
            <a:ext cx="4217700" cy="2961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lt1"/>
              </a:buClr>
              <a:buSzPts val="2200"/>
              <a:buNone/>
              <a:defRPr sz="1600" i="0">
                <a:solidFill>
                  <a:schemeClr val="accent6"/>
                </a:solidFill>
              </a:defRPr>
            </a:lvl1pPr>
            <a:lvl2pPr lvl="1" rtl="0">
              <a:spcBef>
                <a:spcPts val="0"/>
              </a:spcBef>
              <a:spcAft>
                <a:spcPts val="0"/>
              </a:spcAft>
              <a:buClr>
                <a:schemeClr val="dk2"/>
              </a:buClr>
              <a:buSzPts val="1400"/>
              <a:buNone/>
              <a:defRPr>
                <a:solidFill>
                  <a:schemeClr val="dk2"/>
                </a:solidFill>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Tree>
    <p:extLst>
      <p:ext uri="{BB962C8B-B14F-4D97-AF65-F5344CB8AC3E}">
        <p14:creationId xmlns:p14="http://schemas.microsoft.com/office/powerpoint/2010/main" val="213296660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41"/>
        <p:cNvGrpSpPr/>
        <p:nvPr/>
      </p:nvGrpSpPr>
      <p:grpSpPr>
        <a:xfrm>
          <a:off x="0" y="0"/>
          <a:ext cx="0" cy="0"/>
          <a:chOff x="0" y="0"/>
          <a:chExt cx="0" cy="0"/>
        </a:xfrm>
      </p:grpSpPr>
      <p:sp>
        <p:nvSpPr>
          <p:cNvPr id="42" name="Google Shape;42;p8"/>
          <p:cNvSpPr txBox="1">
            <a:spLocks noGrp="1"/>
          </p:cNvSpPr>
          <p:nvPr>
            <p:ph type="title"/>
          </p:nvPr>
        </p:nvSpPr>
        <p:spPr>
          <a:xfrm flipH="1">
            <a:off x="1889577" y="1412188"/>
            <a:ext cx="6541200" cy="2294400"/>
          </a:xfrm>
          <a:prstGeom prst="rect">
            <a:avLst/>
          </a:prstGeom>
        </p:spPr>
        <p:txBody>
          <a:bodyPr spcFirstLastPara="1" wrap="square" lIns="91425" tIns="91425" rIns="91425" bIns="91425" anchor="ctr" anchorCtr="0">
            <a:noAutofit/>
          </a:bodyPr>
          <a:lstStyle>
            <a:lvl1pPr lvl="0" algn="r">
              <a:spcBef>
                <a:spcPts val="0"/>
              </a:spcBef>
              <a:spcAft>
                <a:spcPts val="0"/>
              </a:spcAft>
              <a:buSzPts val="3200"/>
              <a:buFont typeface="Merriweather"/>
              <a:buNone/>
              <a:defRPr sz="8000" b="1">
                <a:latin typeface="Montserrat"/>
                <a:ea typeface="Montserrat"/>
                <a:cs typeface="Montserrat"/>
                <a:sym typeface="Montserrat"/>
              </a:defRPr>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Tree>
    <p:extLst>
      <p:ext uri="{BB962C8B-B14F-4D97-AF65-F5344CB8AC3E}">
        <p14:creationId xmlns:p14="http://schemas.microsoft.com/office/powerpoint/2010/main" val="423580611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spTree>
      <p:nvGrpSpPr>
        <p:cNvPr id="1" name="Shape 22"/>
        <p:cNvGrpSpPr/>
        <p:nvPr/>
      </p:nvGrpSpPr>
      <p:grpSpPr>
        <a:xfrm>
          <a:off x="0" y="0"/>
          <a:ext cx="0" cy="0"/>
          <a:chOff x="0" y="0"/>
          <a:chExt cx="0" cy="0"/>
        </a:xfrm>
      </p:grpSpPr>
      <p:sp>
        <p:nvSpPr>
          <p:cNvPr id="23" name="Google Shape;23;p5"/>
          <p:cNvSpPr txBox="1">
            <a:spLocks noGrp="1"/>
          </p:cNvSpPr>
          <p:nvPr>
            <p:ph type="title"/>
          </p:nvPr>
        </p:nvSpPr>
        <p:spPr>
          <a:xfrm>
            <a:off x="713250" y="539385"/>
            <a:ext cx="7717500" cy="5760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dk2"/>
              </a:buClr>
              <a:buSzPts val="3200"/>
              <a:buNone/>
              <a:defRPr b="1">
                <a:latin typeface="Montserrat"/>
                <a:ea typeface="Montserrat"/>
                <a:cs typeface="Montserrat"/>
                <a:sym typeface="Montserrat"/>
              </a:defRPr>
            </a:lvl1pPr>
            <a:lvl2pPr lvl="1" rtl="0">
              <a:spcBef>
                <a:spcPts val="0"/>
              </a:spcBef>
              <a:spcAft>
                <a:spcPts val="0"/>
              </a:spcAft>
              <a:buClr>
                <a:schemeClr val="dk2"/>
              </a:buClr>
              <a:buSzPts val="3000"/>
              <a:buNone/>
              <a:defRPr sz="3000">
                <a:solidFill>
                  <a:schemeClr val="dk2"/>
                </a:solidFill>
              </a:defRPr>
            </a:lvl2pPr>
            <a:lvl3pPr lvl="2" rtl="0">
              <a:spcBef>
                <a:spcPts val="0"/>
              </a:spcBef>
              <a:spcAft>
                <a:spcPts val="0"/>
              </a:spcAft>
              <a:buClr>
                <a:schemeClr val="dk2"/>
              </a:buClr>
              <a:buSzPts val="3000"/>
              <a:buNone/>
              <a:defRPr sz="3000">
                <a:solidFill>
                  <a:schemeClr val="dk2"/>
                </a:solidFill>
              </a:defRPr>
            </a:lvl3pPr>
            <a:lvl4pPr lvl="3" rtl="0">
              <a:spcBef>
                <a:spcPts val="0"/>
              </a:spcBef>
              <a:spcAft>
                <a:spcPts val="0"/>
              </a:spcAft>
              <a:buClr>
                <a:schemeClr val="dk2"/>
              </a:buClr>
              <a:buSzPts val="3000"/>
              <a:buNone/>
              <a:defRPr sz="3000">
                <a:solidFill>
                  <a:schemeClr val="dk2"/>
                </a:solidFill>
              </a:defRPr>
            </a:lvl4pPr>
            <a:lvl5pPr lvl="4" rtl="0">
              <a:spcBef>
                <a:spcPts val="0"/>
              </a:spcBef>
              <a:spcAft>
                <a:spcPts val="0"/>
              </a:spcAft>
              <a:buClr>
                <a:schemeClr val="dk2"/>
              </a:buClr>
              <a:buSzPts val="3000"/>
              <a:buNone/>
              <a:defRPr sz="3000">
                <a:solidFill>
                  <a:schemeClr val="dk2"/>
                </a:solidFill>
              </a:defRPr>
            </a:lvl5pPr>
            <a:lvl6pPr lvl="5" rtl="0">
              <a:spcBef>
                <a:spcPts val="0"/>
              </a:spcBef>
              <a:spcAft>
                <a:spcPts val="0"/>
              </a:spcAft>
              <a:buClr>
                <a:schemeClr val="dk2"/>
              </a:buClr>
              <a:buSzPts val="3000"/>
              <a:buNone/>
              <a:defRPr sz="3000">
                <a:solidFill>
                  <a:schemeClr val="dk2"/>
                </a:solidFill>
              </a:defRPr>
            </a:lvl6pPr>
            <a:lvl7pPr lvl="6" rtl="0">
              <a:spcBef>
                <a:spcPts val="0"/>
              </a:spcBef>
              <a:spcAft>
                <a:spcPts val="0"/>
              </a:spcAft>
              <a:buClr>
                <a:schemeClr val="dk2"/>
              </a:buClr>
              <a:buSzPts val="3000"/>
              <a:buNone/>
              <a:defRPr sz="3000">
                <a:solidFill>
                  <a:schemeClr val="dk2"/>
                </a:solidFill>
              </a:defRPr>
            </a:lvl7pPr>
            <a:lvl8pPr lvl="7" rtl="0">
              <a:spcBef>
                <a:spcPts val="0"/>
              </a:spcBef>
              <a:spcAft>
                <a:spcPts val="0"/>
              </a:spcAft>
              <a:buClr>
                <a:schemeClr val="dk2"/>
              </a:buClr>
              <a:buSzPts val="3000"/>
              <a:buNone/>
              <a:defRPr sz="3000">
                <a:solidFill>
                  <a:schemeClr val="dk2"/>
                </a:solidFill>
              </a:defRPr>
            </a:lvl8pPr>
            <a:lvl9pPr lvl="8" rtl="0">
              <a:spcBef>
                <a:spcPts val="0"/>
              </a:spcBef>
              <a:spcAft>
                <a:spcPts val="0"/>
              </a:spcAft>
              <a:buClr>
                <a:schemeClr val="dk2"/>
              </a:buClr>
              <a:buSzPts val="3000"/>
              <a:buNone/>
              <a:defRPr sz="3000">
                <a:solidFill>
                  <a:schemeClr val="dk2"/>
                </a:solidFill>
              </a:defRPr>
            </a:lvl9pPr>
          </a:lstStyle>
          <a:p>
            <a:endParaRPr/>
          </a:p>
        </p:txBody>
      </p:sp>
      <p:sp>
        <p:nvSpPr>
          <p:cNvPr id="24" name="Google Shape;24;p5"/>
          <p:cNvSpPr txBox="1">
            <a:spLocks noGrp="1"/>
          </p:cNvSpPr>
          <p:nvPr>
            <p:ph type="subTitle" idx="1"/>
          </p:nvPr>
        </p:nvSpPr>
        <p:spPr>
          <a:xfrm>
            <a:off x="1322627" y="1793650"/>
            <a:ext cx="2807100" cy="411600"/>
          </a:xfrm>
          <a:prstGeom prst="rect">
            <a:avLst/>
          </a:prstGeom>
        </p:spPr>
        <p:txBody>
          <a:bodyPr spcFirstLastPara="1" wrap="square" lIns="91425" tIns="91425" rIns="91425" bIns="91425" anchor="b" anchorCtr="0">
            <a:noAutofit/>
          </a:bodyPr>
          <a:lstStyle>
            <a:lvl1pPr lvl="0">
              <a:lnSpc>
                <a:spcPct val="100000"/>
              </a:lnSpc>
              <a:spcBef>
                <a:spcPts val="0"/>
              </a:spcBef>
              <a:spcAft>
                <a:spcPts val="0"/>
              </a:spcAft>
              <a:buClr>
                <a:schemeClr val="dk2"/>
              </a:buClr>
              <a:buSzPts val="2200"/>
              <a:buNone/>
              <a:defRPr sz="2100" b="1" i="0">
                <a:solidFill>
                  <a:schemeClr val="lt1"/>
                </a:solidFill>
                <a:latin typeface="Montserrat"/>
                <a:ea typeface="Montserrat"/>
                <a:cs typeface="Montserrat"/>
                <a:sym typeface="Montserrat"/>
              </a:defRPr>
            </a:lvl1pPr>
            <a:lvl2pPr lvl="1" algn="ctr">
              <a:spcBef>
                <a:spcPts val="0"/>
              </a:spcBef>
              <a:spcAft>
                <a:spcPts val="0"/>
              </a:spcAft>
              <a:buClr>
                <a:schemeClr val="dk2"/>
              </a:buClr>
              <a:buSzPts val="2200"/>
              <a:buNone/>
              <a:defRPr sz="2200">
                <a:solidFill>
                  <a:schemeClr val="dk2"/>
                </a:solidFill>
              </a:defRPr>
            </a:lvl2pPr>
            <a:lvl3pPr lvl="2" algn="ctr">
              <a:spcBef>
                <a:spcPts val="0"/>
              </a:spcBef>
              <a:spcAft>
                <a:spcPts val="0"/>
              </a:spcAft>
              <a:buSzPts val="2200"/>
              <a:buNone/>
              <a:defRPr sz="2200"/>
            </a:lvl3pPr>
            <a:lvl4pPr lvl="3" algn="ctr">
              <a:spcBef>
                <a:spcPts val="0"/>
              </a:spcBef>
              <a:spcAft>
                <a:spcPts val="0"/>
              </a:spcAft>
              <a:buSzPts val="2200"/>
              <a:buNone/>
              <a:defRPr sz="2200"/>
            </a:lvl4pPr>
            <a:lvl5pPr lvl="4" algn="ctr">
              <a:spcBef>
                <a:spcPts val="0"/>
              </a:spcBef>
              <a:spcAft>
                <a:spcPts val="0"/>
              </a:spcAft>
              <a:buSzPts val="2200"/>
              <a:buNone/>
              <a:defRPr sz="2200"/>
            </a:lvl5pPr>
            <a:lvl6pPr lvl="5" algn="ctr">
              <a:spcBef>
                <a:spcPts val="0"/>
              </a:spcBef>
              <a:spcAft>
                <a:spcPts val="0"/>
              </a:spcAft>
              <a:buSzPts val="2200"/>
              <a:buNone/>
              <a:defRPr sz="2200"/>
            </a:lvl6pPr>
            <a:lvl7pPr lvl="6" algn="ctr">
              <a:spcBef>
                <a:spcPts val="0"/>
              </a:spcBef>
              <a:spcAft>
                <a:spcPts val="0"/>
              </a:spcAft>
              <a:buSzPts val="2200"/>
              <a:buNone/>
              <a:defRPr sz="2200"/>
            </a:lvl7pPr>
            <a:lvl8pPr lvl="7" algn="ctr">
              <a:spcBef>
                <a:spcPts val="0"/>
              </a:spcBef>
              <a:spcAft>
                <a:spcPts val="0"/>
              </a:spcAft>
              <a:buSzPts val="2200"/>
              <a:buNone/>
              <a:defRPr sz="2200"/>
            </a:lvl8pPr>
            <a:lvl9pPr lvl="8" algn="ctr">
              <a:spcBef>
                <a:spcPts val="0"/>
              </a:spcBef>
              <a:spcAft>
                <a:spcPts val="0"/>
              </a:spcAft>
              <a:buSzPts val="2200"/>
              <a:buNone/>
              <a:defRPr sz="2200"/>
            </a:lvl9pPr>
          </a:lstStyle>
          <a:p>
            <a:endParaRPr/>
          </a:p>
        </p:txBody>
      </p:sp>
      <p:sp>
        <p:nvSpPr>
          <p:cNvPr id="25" name="Google Shape;25;p5"/>
          <p:cNvSpPr txBox="1">
            <a:spLocks noGrp="1"/>
          </p:cNvSpPr>
          <p:nvPr>
            <p:ph type="body" idx="2"/>
          </p:nvPr>
        </p:nvSpPr>
        <p:spPr>
          <a:xfrm>
            <a:off x="1322630" y="2161651"/>
            <a:ext cx="2807100" cy="1005900"/>
          </a:xfrm>
          <a:prstGeom prst="rect">
            <a:avLst/>
          </a:prstGeom>
        </p:spPr>
        <p:txBody>
          <a:bodyPr spcFirstLastPara="1" wrap="square" lIns="91425" tIns="91425" rIns="91425" bIns="91425" anchor="t" anchorCtr="0">
            <a:noAutofit/>
          </a:bodyPr>
          <a:lstStyle>
            <a:lvl1pPr marL="457200" lvl="0" indent="-317500">
              <a:lnSpc>
                <a:spcPct val="100000"/>
              </a:lnSpc>
              <a:spcBef>
                <a:spcPts val="0"/>
              </a:spcBef>
              <a:spcAft>
                <a:spcPts val="0"/>
              </a:spcAft>
              <a:buSzPts val="1400"/>
              <a:buChar char="●"/>
              <a:defRPr sz="1400" i="0"/>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26" name="Google Shape;26;p5"/>
          <p:cNvSpPr txBox="1">
            <a:spLocks noGrp="1"/>
          </p:cNvSpPr>
          <p:nvPr>
            <p:ph type="subTitle" idx="3"/>
          </p:nvPr>
        </p:nvSpPr>
        <p:spPr>
          <a:xfrm>
            <a:off x="5624046" y="3089040"/>
            <a:ext cx="2807100" cy="4116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Clr>
                <a:schemeClr val="dk2"/>
              </a:buClr>
              <a:buSzPts val="2200"/>
              <a:buNone/>
              <a:defRPr sz="2100" b="1" i="0">
                <a:solidFill>
                  <a:schemeClr val="lt1"/>
                </a:solidFill>
                <a:latin typeface="Montserrat"/>
                <a:ea typeface="Montserrat"/>
                <a:cs typeface="Montserrat"/>
                <a:sym typeface="Montserrat"/>
              </a:defRPr>
            </a:lvl1pPr>
            <a:lvl2pPr lvl="1" algn="ctr" rtl="0">
              <a:spcBef>
                <a:spcPts val="0"/>
              </a:spcBef>
              <a:spcAft>
                <a:spcPts val="0"/>
              </a:spcAft>
              <a:buClr>
                <a:schemeClr val="dk2"/>
              </a:buClr>
              <a:buSzPts val="2200"/>
              <a:buNone/>
              <a:defRPr sz="2200">
                <a:solidFill>
                  <a:schemeClr val="dk2"/>
                </a:solidFill>
              </a:defRPr>
            </a:lvl2pPr>
            <a:lvl3pPr lvl="2" algn="ctr" rtl="0">
              <a:spcBef>
                <a:spcPts val="0"/>
              </a:spcBef>
              <a:spcAft>
                <a:spcPts val="0"/>
              </a:spcAft>
              <a:buSzPts val="2200"/>
              <a:buNone/>
              <a:defRPr sz="2200"/>
            </a:lvl3pPr>
            <a:lvl4pPr lvl="3" algn="ctr" rtl="0">
              <a:spcBef>
                <a:spcPts val="0"/>
              </a:spcBef>
              <a:spcAft>
                <a:spcPts val="0"/>
              </a:spcAft>
              <a:buSzPts val="2200"/>
              <a:buNone/>
              <a:defRPr sz="2200"/>
            </a:lvl4pPr>
            <a:lvl5pPr lvl="4" algn="ctr" rtl="0">
              <a:spcBef>
                <a:spcPts val="0"/>
              </a:spcBef>
              <a:spcAft>
                <a:spcPts val="0"/>
              </a:spcAft>
              <a:buSzPts val="2200"/>
              <a:buNone/>
              <a:defRPr sz="2200"/>
            </a:lvl5pPr>
            <a:lvl6pPr lvl="5" algn="ctr" rtl="0">
              <a:spcBef>
                <a:spcPts val="0"/>
              </a:spcBef>
              <a:spcAft>
                <a:spcPts val="0"/>
              </a:spcAft>
              <a:buSzPts val="2200"/>
              <a:buNone/>
              <a:defRPr sz="2200"/>
            </a:lvl6pPr>
            <a:lvl7pPr lvl="6" algn="ctr" rtl="0">
              <a:spcBef>
                <a:spcPts val="0"/>
              </a:spcBef>
              <a:spcAft>
                <a:spcPts val="0"/>
              </a:spcAft>
              <a:buSzPts val="2200"/>
              <a:buNone/>
              <a:defRPr sz="2200"/>
            </a:lvl7pPr>
            <a:lvl8pPr lvl="7" algn="ctr" rtl="0">
              <a:spcBef>
                <a:spcPts val="0"/>
              </a:spcBef>
              <a:spcAft>
                <a:spcPts val="0"/>
              </a:spcAft>
              <a:buSzPts val="2200"/>
              <a:buNone/>
              <a:defRPr sz="2200"/>
            </a:lvl8pPr>
            <a:lvl9pPr lvl="8" algn="ctr" rtl="0">
              <a:spcBef>
                <a:spcPts val="0"/>
              </a:spcBef>
              <a:spcAft>
                <a:spcPts val="0"/>
              </a:spcAft>
              <a:buSzPts val="2200"/>
              <a:buNone/>
              <a:defRPr sz="2200"/>
            </a:lvl9pPr>
          </a:lstStyle>
          <a:p>
            <a:endParaRPr/>
          </a:p>
        </p:txBody>
      </p:sp>
      <p:sp>
        <p:nvSpPr>
          <p:cNvPr id="27" name="Google Shape;27;p5"/>
          <p:cNvSpPr txBox="1">
            <a:spLocks noGrp="1"/>
          </p:cNvSpPr>
          <p:nvPr>
            <p:ph type="body" idx="4"/>
          </p:nvPr>
        </p:nvSpPr>
        <p:spPr>
          <a:xfrm>
            <a:off x="5624046" y="3457040"/>
            <a:ext cx="2807100" cy="1005900"/>
          </a:xfrm>
          <a:prstGeom prst="rect">
            <a:avLst/>
          </a:prstGeom>
        </p:spPr>
        <p:txBody>
          <a:bodyPr spcFirstLastPara="1" wrap="square" lIns="91425" tIns="91425" rIns="91425" bIns="91425" anchor="t" anchorCtr="0">
            <a:noAutofit/>
          </a:bodyPr>
          <a:lstStyle>
            <a:lvl1pPr marL="457200" lvl="0" indent="-317500" rtl="0">
              <a:lnSpc>
                <a:spcPct val="100000"/>
              </a:lnSpc>
              <a:spcBef>
                <a:spcPts val="0"/>
              </a:spcBef>
              <a:spcAft>
                <a:spcPts val="0"/>
              </a:spcAft>
              <a:buSzPts val="1400"/>
              <a:buChar char="●"/>
              <a:defRPr sz="1400" i="0"/>
            </a:lvl1pPr>
            <a:lvl2pPr marL="914400" lvl="1" indent="-317500" rtl="0">
              <a:spcBef>
                <a:spcPts val="0"/>
              </a:spcBef>
              <a:spcAft>
                <a:spcPts val="0"/>
              </a:spcAft>
              <a:buSzPts val="1400"/>
              <a:buChar char="○"/>
              <a:defRPr/>
            </a:lvl2pPr>
            <a:lvl3pPr marL="1371600" lvl="2" indent="-317500" rtl="0">
              <a:spcBef>
                <a:spcPts val="0"/>
              </a:spcBef>
              <a:spcAft>
                <a:spcPts val="0"/>
              </a:spcAft>
              <a:buSzPts val="1400"/>
              <a:buChar char="■"/>
              <a:defRPr/>
            </a:lvl3pPr>
            <a:lvl4pPr marL="1828800" lvl="3" indent="-317500" rtl="0">
              <a:spcBef>
                <a:spcPts val="0"/>
              </a:spcBef>
              <a:spcAft>
                <a:spcPts val="0"/>
              </a:spcAft>
              <a:buSzPts val="1400"/>
              <a:buChar char="●"/>
              <a:defRPr/>
            </a:lvl4pPr>
            <a:lvl5pPr marL="2286000" lvl="4" indent="-317500" rtl="0">
              <a:spcBef>
                <a:spcPts val="0"/>
              </a:spcBef>
              <a:spcAft>
                <a:spcPts val="0"/>
              </a:spcAft>
              <a:buSzPts val="1400"/>
              <a:buChar char="○"/>
              <a:defRPr/>
            </a:lvl5pPr>
            <a:lvl6pPr marL="2743200" lvl="5" indent="-317500" rtl="0">
              <a:spcBef>
                <a:spcPts val="0"/>
              </a:spcBef>
              <a:spcAft>
                <a:spcPts val="0"/>
              </a:spcAft>
              <a:buSzPts val="1400"/>
              <a:buChar char="■"/>
              <a:defRPr/>
            </a:lvl6pPr>
            <a:lvl7pPr marL="3200400" lvl="6" indent="-317500" rtl="0">
              <a:spcBef>
                <a:spcPts val="0"/>
              </a:spcBef>
              <a:spcAft>
                <a:spcPts val="0"/>
              </a:spcAft>
              <a:buSzPts val="1400"/>
              <a:buChar char="●"/>
              <a:defRPr/>
            </a:lvl7pPr>
            <a:lvl8pPr marL="3657600" lvl="7" indent="-317500" rtl="0">
              <a:spcBef>
                <a:spcPts val="0"/>
              </a:spcBef>
              <a:spcAft>
                <a:spcPts val="0"/>
              </a:spcAft>
              <a:buSzPts val="1400"/>
              <a:buChar char="○"/>
              <a:defRPr/>
            </a:lvl8pPr>
            <a:lvl9pPr marL="4114800" lvl="8" indent="-317500" rtl="0">
              <a:spcBef>
                <a:spcPts val="0"/>
              </a:spcBef>
              <a:spcAft>
                <a:spcPts val="0"/>
              </a:spcAft>
              <a:buSzPts val="1400"/>
              <a:buChar char="■"/>
              <a:defRPr/>
            </a:lvl9pPr>
          </a:lstStyle>
          <a:p>
            <a:endParaRPr/>
          </a:p>
        </p:txBody>
      </p:sp>
    </p:spTree>
    <p:extLst>
      <p:ext uri="{BB962C8B-B14F-4D97-AF65-F5344CB8AC3E}">
        <p14:creationId xmlns:p14="http://schemas.microsoft.com/office/powerpoint/2010/main" val="208491197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and six columns">
  <p:cSld name="Title and six columns">
    <p:spTree>
      <p:nvGrpSpPr>
        <p:cNvPr id="1" name="Shape 176"/>
        <p:cNvGrpSpPr/>
        <p:nvPr/>
      </p:nvGrpSpPr>
      <p:grpSpPr>
        <a:xfrm>
          <a:off x="0" y="0"/>
          <a:ext cx="0" cy="0"/>
          <a:chOff x="0" y="0"/>
          <a:chExt cx="0" cy="0"/>
        </a:xfrm>
      </p:grpSpPr>
      <p:sp>
        <p:nvSpPr>
          <p:cNvPr id="177" name="Google Shape;177;p26"/>
          <p:cNvSpPr txBox="1">
            <a:spLocks noGrp="1"/>
          </p:cNvSpPr>
          <p:nvPr>
            <p:ph type="title"/>
          </p:nvPr>
        </p:nvSpPr>
        <p:spPr>
          <a:xfrm>
            <a:off x="713250" y="539496"/>
            <a:ext cx="7717500" cy="576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200"/>
              <a:buNone/>
              <a:defRPr/>
            </a:lvl1pPr>
            <a:lvl2pPr lvl="1" rtl="0">
              <a:spcBef>
                <a:spcPts val="0"/>
              </a:spcBef>
              <a:spcAft>
                <a:spcPts val="0"/>
              </a:spcAft>
              <a:buClr>
                <a:schemeClr val="dk2"/>
              </a:buClr>
              <a:buSzPts val="3000"/>
              <a:buNone/>
              <a:defRPr sz="3000">
                <a:solidFill>
                  <a:schemeClr val="dk2"/>
                </a:solidFill>
              </a:defRPr>
            </a:lvl2pPr>
            <a:lvl3pPr lvl="2" rtl="0">
              <a:spcBef>
                <a:spcPts val="0"/>
              </a:spcBef>
              <a:spcAft>
                <a:spcPts val="0"/>
              </a:spcAft>
              <a:buClr>
                <a:schemeClr val="dk2"/>
              </a:buClr>
              <a:buSzPts val="3000"/>
              <a:buNone/>
              <a:defRPr sz="3000">
                <a:solidFill>
                  <a:schemeClr val="dk2"/>
                </a:solidFill>
              </a:defRPr>
            </a:lvl3pPr>
            <a:lvl4pPr lvl="3" rtl="0">
              <a:spcBef>
                <a:spcPts val="0"/>
              </a:spcBef>
              <a:spcAft>
                <a:spcPts val="0"/>
              </a:spcAft>
              <a:buClr>
                <a:schemeClr val="dk2"/>
              </a:buClr>
              <a:buSzPts val="3000"/>
              <a:buNone/>
              <a:defRPr sz="3000">
                <a:solidFill>
                  <a:schemeClr val="dk2"/>
                </a:solidFill>
              </a:defRPr>
            </a:lvl4pPr>
            <a:lvl5pPr lvl="4" rtl="0">
              <a:spcBef>
                <a:spcPts val="0"/>
              </a:spcBef>
              <a:spcAft>
                <a:spcPts val="0"/>
              </a:spcAft>
              <a:buClr>
                <a:schemeClr val="dk2"/>
              </a:buClr>
              <a:buSzPts val="3000"/>
              <a:buNone/>
              <a:defRPr sz="3000">
                <a:solidFill>
                  <a:schemeClr val="dk2"/>
                </a:solidFill>
              </a:defRPr>
            </a:lvl5pPr>
            <a:lvl6pPr lvl="5" rtl="0">
              <a:spcBef>
                <a:spcPts val="0"/>
              </a:spcBef>
              <a:spcAft>
                <a:spcPts val="0"/>
              </a:spcAft>
              <a:buClr>
                <a:schemeClr val="dk2"/>
              </a:buClr>
              <a:buSzPts val="3000"/>
              <a:buNone/>
              <a:defRPr sz="3000">
                <a:solidFill>
                  <a:schemeClr val="dk2"/>
                </a:solidFill>
              </a:defRPr>
            </a:lvl6pPr>
            <a:lvl7pPr lvl="6" rtl="0">
              <a:spcBef>
                <a:spcPts val="0"/>
              </a:spcBef>
              <a:spcAft>
                <a:spcPts val="0"/>
              </a:spcAft>
              <a:buClr>
                <a:schemeClr val="dk2"/>
              </a:buClr>
              <a:buSzPts val="3000"/>
              <a:buNone/>
              <a:defRPr sz="3000">
                <a:solidFill>
                  <a:schemeClr val="dk2"/>
                </a:solidFill>
              </a:defRPr>
            </a:lvl7pPr>
            <a:lvl8pPr lvl="7" rtl="0">
              <a:spcBef>
                <a:spcPts val="0"/>
              </a:spcBef>
              <a:spcAft>
                <a:spcPts val="0"/>
              </a:spcAft>
              <a:buClr>
                <a:schemeClr val="dk2"/>
              </a:buClr>
              <a:buSzPts val="3000"/>
              <a:buNone/>
              <a:defRPr sz="3000">
                <a:solidFill>
                  <a:schemeClr val="dk2"/>
                </a:solidFill>
              </a:defRPr>
            </a:lvl8pPr>
            <a:lvl9pPr lvl="8" rtl="0">
              <a:spcBef>
                <a:spcPts val="0"/>
              </a:spcBef>
              <a:spcAft>
                <a:spcPts val="0"/>
              </a:spcAft>
              <a:buClr>
                <a:schemeClr val="dk2"/>
              </a:buClr>
              <a:buSzPts val="3000"/>
              <a:buNone/>
              <a:defRPr sz="3000">
                <a:solidFill>
                  <a:schemeClr val="dk2"/>
                </a:solidFill>
              </a:defRPr>
            </a:lvl9pPr>
          </a:lstStyle>
          <a:p>
            <a:endParaRPr/>
          </a:p>
        </p:txBody>
      </p:sp>
      <p:sp>
        <p:nvSpPr>
          <p:cNvPr id="178" name="Google Shape;178;p26"/>
          <p:cNvSpPr txBox="1">
            <a:spLocks noGrp="1"/>
          </p:cNvSpPr>
          <p:nvPr>
            <p:ph type="subTitle" idx="1"/>
          </p:nvPr>
        </p:nvSpPr>
        <p:spPr>
          <a:xfrm>
            <a:off x="712763" y="1997908"/>
            <a:ext cx="2046000" cy="3657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Clr>
                <a:schemeClr val="accent2"/>
              </a:buClr>
              <a:buSzPts val="2100"/>
              <a:buNone/>
              <a:defRPr sz="2100" b="1" i="0">
                <a:solidFill>
                  <a:schemeClr val="lt1"/>
                </a:solidFill>
                <a:latin typeface="Montserrat"/>
                <a:ea typeface="Montserrat"/>
                <a:cs typeface="Montserrat"/>
                <a:sym typeface="Montserrat"/>
              </a:defRPr>
            </a:lvl1pPr>
            <a:lvl2pPr lvl="1" algn="ctr" rtl="0">
              <a:spcBef>
                <a:spcPts val="0"/>
              </a:spcBef>
              <a:spcAft>
                <a:spcPts val="0"/>
              </a:spcAft>
              <a:buClr>
                <a:schemeClr val="accent2"/>
              </a:buClr>
              <a:buSzPts val="2100"/>
              <a:buNone/>
              <a:defRPr sz="2100">
                <a:solidFill>
                  <a:schemeClr val="accent2"/>
                </a:solidFill>
              </a:defRPr>
            </a:lvl2pPr>
            <a:lvl3pPr lvl="2" algn="ctr" rtl="0">
              <a:spcBef>
                <a:spcPts val="0"/>
              </a:spcBef>
              <a:spcAft>
                <a:spcPts val="0"/>
              </a:spcAft>
              <a:buClr>
                <a:schemeClr val="accent2"/>
              </a:buClr>
              <a:buSzPts val="2100"/>
              <a:buNone/>
              <a:defRPr sz="2100">
                <a:solidFill>
                  <a:schemeClr val="accent2"/>
                </a:solidFill>
              </a:defRPr>
            </a:lvl3pPr>
            <a:lvl4pPr lvl="3" algn="ctr" rtl="0">
              <a:spcBef>
                <a:spcPts val="0"/>
              </a:spcBef>
              <a:spcAft>
                <a:spcPts val="0"/>
              </a:spcAft>
              <a:buClr>
                <a:schemeClr val="accent2"/>
              </a:buClr>
              <a:buSzPts val="2100"/>
              <a:buNone/>
              <a:defRPr sz="2100">
                <a:solidFill>
                  <a:schemeClr val="accent2"/>
                </a:solidFill>
              </a:defRPr>
            </a:lvl4pPr>
            <a:lvl5pPr lvl="4" algn="ctr" rtl="0">
              <a:spcBef>
                <a:spcPts val="0"/>
              </a:spcBef>
              <a:spcAft>
                <a:spcPts val="0"/>
              </a:spcAft>
              <a:buClr>
                <a:schemeClr val="accent2"/>
              </a:buClr>
              <a:buSzPts val="2100"/>
              <a:buNone/>
              <a:defRPr sz="2100">
                <a:solidFill>
                  <a:schemeClr val="accent2"/>
                </a:solidFill>
              </a:defRPr>
            </a:lvl5pPr>
            <a:lvl6pPr lvl="5" algn="ctr" rtl="0">
              <a:spcBef>
                <a:spcPts val="0"/>
              </a:spcBef>
              <a:spcAft>
                <a:spcPts val="0"/>
              </a:spcAft>
              <a:buClr>
                <a:schemeClr val="accent2"/>
              </a:buClr>
              <a:buSzPts val="2100"/>
              <a:buNone/>
              <a:defRPr sz="2100">
                <a:solidFill>
                  <a:schemeClr val="accent2"/>
                </a:solidFill>
              </a:defRPr>
            </a:lvl6pPr>
            <a:lvl7pPr lvl="6" algn="ctr" rtl="0">
              <a:spcBef>
                <a:spcPts val="0"/>
              </a:spcBef>
              <a:spcAft>
                <a:spcPts val="0"/>
              </a:spcAft>
              <a:buClr>
                <a:schemeClr val="accent2"/>
              </a:buClr>
              <a:buSzPts val="2100"/>
              <a:buNone/>
              <a:defRPr sz="2100">
                <a:solidFill>
                  <a:schemeClr val="accent2"/>
                </a:solidFill>
              </a:defRPr>
            </a:lvl7pPr>
            <a:lvl8pPr lvl="7" algn="ctr" rtl="0">
              <a:spcBef>
                <a:spcPts val="0"/>
              </a:spcBef>
              <a:spcAft>
                <a:spcPts val="0"/>
              </a:spcAft>
              <a:buClr>
                <a:schemeClr val="accent2"/>
              </a:buClr>
              <a:buSzPts val="2100"/>
              <a:buNone/>
              <a:defRPr sz="2100">
                <a:solidFill>
                  <a:schemeClr val="accent2"/>
                </a:solidFill>
              </a:defRPr>
            </a:lvl8pPr>
            <a:lvl9pPr lvl="8" algn="ctr" rtl="0">
              <a:spcBef>
                <a:spcPts val="0"/>
              </a:spcBef>
              <a:spcAft>
                <a:spcPts val="0"/>
              </a:spcAft>
              <a:buClr>
                <a:schemeClr val="accent2"/>
              </a:buClr>
              <a:buSzPts val="2100"/>
              <a:buNone/>
              <a:defRPr sz="2100">
                <a:solidFill>
                  <a:schemeClr val="accent2"/>
                </a:solidFill>
              </a:defRPr>
            </a:lvl9pPr>
          </a:lstStyle>
          <a:p>
            <a:endParaRPr/>
          </a:p>
        </p:txBody>
      </p:sp>
      <p:sp>
        <p:nvSpPr>
          <p:cNvPr id="179" name="Google Shape;179;p26"/>
          <p:cNvSpPr txBox="1">
            <a:spLocks noGrp="1"/>
          </p:cNvSpPr>
          <p:nvPr>
            <p:ph type="subTitle" idx="2"/>
          </p:nvPr>
        </p:nvSpPr>
        <p:spPr>
          <a:xfrm>
            <a:off x="712763" y="2318608"/>
            <a:ext cx="2046000" cy="549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i="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180" name="Google Shape;180;p26"/>
          <p:cNvSpPr txBox="1">
            <a:spLocks noGrp="1"/>
          </p:cNvSpPr>
          <p:nvPr>
            <p:ph type="subTitle" idx="3"/>
          </p:nvPr>
        </p:nvSpPr>
        <p:spPr>
          <a:xfrm>
            <a:off x="3547693" y="1993495"/>
            <a:ext cx="2046000" cy="3657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Clr>
                <a:schemeClr val="accent2"/>
              </a:buClr>
              <a:buSzPts val="2100"/>
              <a:buNone/>
              <a:defRPr sz="2100" b="1" i="0">
                <a:solidFill>
                  <a:schemeClr val="lt1"/>
                </a:solidFill>
                <a:latin typeface="Montserrat"/>
                <a:ea typeface="Montserrat"/>
                <a:cs typeface="Montserrat"/>
                <a:sym typeface="Montserrat"/>
              </a:defRPr>
            </a:lvl1pPr>
            <a:lvl2pPr lvl="1" algn="ctr" rtl="0">
              <a:spcBef>
                <a:spcPts val="0"/>
              </a:spcBef>
              <a:spcAft>
                <a:spcPts val="0"/>
              </a:spcAft>
              <a:buClr>
                <a:schemeClr val="accent2"/>
              </a:buClr>
              <a:buSzPts val="2100"/>
              <a:buNone/>
              <a:defRPr sz="2100">
                <a:solidFill>
                  <a:schemeClr val="accent2"/>
                </a:solidFill>
              </a:defRPr>
            </a:lvl2pPr>
            <a:lvl3pPr lvl="2" algn="ctr" rtl="0">
              <a:spcBef>
                <a:spcPts val="0"/>
              </a:spcBef>
              <a:spcAft>
                <a:spcPts val="0"/>
              </a:spcAft>
              <a:buClr>
                <a:schemeClr val="accent2"/>
              </a:buClr>
              <a:buSzPts val="2100"/>
              <a:buNone/>
              <a:defRPr sz="2100">
                <a:solidFill>
                  <a:schemeClr val="accent2"/>
                </a:solidFill>
              </a:defRPr>
            </a:lvl3pPr>
            <a:lvl4pPr lvl="3" algn="ctr" rtl="0">
              <a:spcBef>
                <a:spcPts val="0"/>
              </a:spcBef>
              <a:spcAft>
                <a:spcPts val="0"/>
              </a:spcAft>
              <a:buClr>
                <a:schemeClr val="accent2"/>
              </a:buClr>
              <a:buSzPts val="2100"/>
              <a:buNone/>
              <a:defRPr sz="2100">
                <a:solidFill>
                  <a:schemeClr val="accent2"/>
                </a:solidFill>
              </a:defRPr>
            </a:lvl4pPr>
            <a:lvl5pPr lvl="4" algn="ctr" rtl="0">
              <a:spcBef>
                <a:spcPts val="0"/>
              </a:spcBef>
              <a:spcAft>
                <a:spcPts val="0"/>
              </a:spcAft>
              <a:buClr>
                <a:schemeClr val="accent2"/>
              </a:buClr>
              <a:buSzPts val="2100"/>
              <a:buNone/>
              <a:defRPr sz="2100">
                <a:solidFill>
                  <a:schemeClr val="accent2"/>
                </a:solidFill>
              </a:defRPr>
            </a:lvl5pPr>
            <a:lvl6pPr lvl="5" algn="ctr" rtl="0">
              <a:spcBef>
                <a:spcPts val="0"/>
              </a:spcBef>
              <a:spcAft>
                <a:spcPts val="0"/>
              </a:spcAft>
              <a:buClr>
                <a:schemeClr val="accent2"/>
              </a:buClr>
              <a:buSzPts val="2100"/>
              <a:buNone/>
              <a:defRPr sz="2100">
                <a:solidFill>
                  <a:schemeClr val="accent2"/>
                </a:solidFill>
              </a:defRPr>
            </a:lvl6pPr>
            <a:lvl7pPr lvl="6" algn="ctr" rtl="0">
              <a:spcBef>
                <a:spcPts val="0"/>
              </a:spcBef>
              <a:spcAft>
                <a:spcPts val="0"/>
              </a:spcAft>
              <a:buClr>
                <a:schemeClr val="accent2"/>
              </a:buClr>
              <a:buSzPts val="2100"/>
              <a:buNone/>
              <a:defRPr sz="2100">
                <a:solidFill>
                  <a:schemeClr val="accent2"/>
                </a:solidFill>
              </a:defRPr>
            </a:lvl7pPr>
            <a:lvl8pPr lvl="7" algn="ctr" rtl="0">
              <a:spcBef>
                <a:spcPts val="0"/>
              </a:spcBef>
              <a:spcAft>
                <a:spcPts val="0"/>
              </a:spcAft>
              <a:buClr>
                <a:schemeClr val="accent2"/>
              </a:buClr>
              <a:buSzPts val="2100"/>
              <a:buNone/>
              <a:defRPr sz="2100">
                <a:solidFill>
                  <a:schemeClr val="accent2"/>
                </a:solidFill>
              </a:defRPr>
            </a:lvl8pPr>
            <a:lvl9pPr lvl="8" algn="ctr" rtl="0">
              <a:spcBef>
                <a:spcPts val="0"/>
              </a:spcBef>
              <a:spcAft>
                <a:spcPts val="0"/>
              </a:spcAft>
              <a:buClr>
                <a:schemeClr val="accent2"/>
              </a:buClr>
              <a:buSzPts val="2100"/>
              <a:buNone/>
              <a:defRPr sz="2100">
                <a:solidFill>
                  <a:schemeClr val="accent2"/>
                </a:solidFill>
              </a:defRPr>
            </a:lvl9pPr>
          </a:lstStyle>
          <a:p>
            <a:endParaRPr/>
          </a:p>
        </p:txBody>
      </p:sp>
      <p:sp>
        <p:nvSpPr>
          <p:cNvPr id="181" name="Google Shape;181;p26"/>
          <p:cNvSpPr txBox="1">
            <a:spLocks noGrp="1"/>
          </p:cNvSpPr>
          <p:nvPr>
            <p:ph type="subTitle" idx="4"/>
          </p:nvPr>
        </p:nvSpPr>
        <p:spPr>
          <a:xfrm>
            <a:off x="3547693" y="2314195"/>
            <a:ext cx="2046000" cy="549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i="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182" name="Google Shape;182;p26"/>
          <p:cNvSpPr txBox="1">
            <a:spLocks noGrp="1"/>
          </p:cNvSpPr>
          <p:nvPr>
            <p:ph type="subTitle" idx="5"/>
          </p:nvPr>
        </p:nvSpPr>
        <p:spPr>
          <a:xfrm>
            <a:off x="6382624" y="1997908"/>
            <a:ext cx="2046000" cy="3657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Clr>
                <a:schemeClr val="accent2"/>
              </a:buClr>
              <a:buSzPts val="2100"/>
              <a:buNone/>
              <a:defRPr sz="2100" b="1" i="0">
                <a:solidFill>
                  <a:schemeClr val="lt1"/>
                </a:solidFill>
                <a:latin typeface="Montserrat"/>
                <a:ea typeface="Montserrat"/>
                <a:cs typeface="Montserrat"/>
                <a:sym typeface="Montserrat"/>
              </a:defRPr>
            </a:lvl1pPr>
            <a:lvl2pPr lvl="1" algn="ctr" rtl="0">
              <a:spcBef>
                <a:spcPts val="0"/>
              </a:spcBef>
              <a:spcAft>
                <a:spcPts val="0"/>
              </a:spcAft>
              <a:buClr>
                <a:schemeClr val="accent2"/>
              </a:buClr>
              <a:buSzPts val="2100"/>
              <a:buNone/>
              <a:defRPr sz="2100">
                <a:solidFill>
                  <a:schemeClr val="accent2"/>
                </a:solidFill>
              </a:defRPr>
            </a:lvl2pPr>
            <a:lvl3pPr lvl="2" algn="ctr" rtl="0">
              <a:spcBef>
                <a:spcPts val="0"/>
              </a:spcBef>
              <a:spcAft>
                <a:spcPts val="0"/>
              </a:spcAft>
              <a:buClr>
                <a:schemeClr val="accent2"/>
              </a:buClr>
              <a:buSzPts val="2100"/>
              <a:buNone/>
              <a:defRPr sz="2100">
                <a:solidFill>
                  <a:schemeClr val="accent2"/>
                </a:solidFill>
              </a:defRPr>
            </a:lvl3pPr>
            <a:lvl4pPr lvl="3" algn="ctr" rtl="0">
              <a:spcBef>
                <a:spcPts val="0"/>
              </a:spcBef>
              <a:spcAft>
                <a:spcPts val="0"/>
              </a:spcAft>
              <a:buClr>
                <a:schemeClr val="accent2"/>
              </a:buClr>
              <a:buSzPts val="2100"/>
              <a:buNone/>
              <a:defRPr sz="2100">
                <a:solidFill>
                  <a:schemeClr val="accent2"/>
                </a:solidFill>
              </a:defRPr>
            </a:lvl4pPr>
            <a:lvl5pPr lvl="4" algn="ctr" rtl="0">
              <a:spcBef>
                <a:spcPts val="0"/>
              </a:spcBef>
              <a:spcAft>
                <a:spcPts val="0"/>
              </a:spcAft>
              <a:buClr>
                <a:schemeClr val="accent2"/>
              </a:buClr>
              <a:buSzPts val="2100"/>
              <a:buNone/>
              <a:defRPr sz="2100">
                <a:solidFill>
                  <a:schemeClr val="accent2"/>
                </a:solidFill>
              </a:defRPr>
            </a:lvl5pPr>
            <a:lvl6pPr lvl="5" algn="ctr" rtl="0">
              <a:spcBef>
                <a:spcPts val="0"/>
              </a:spcBef>
              <a:spcAft>
                <a:spcPts val="0"/>
              </a:spcAft>
              <a:buClr>
                <a:schemeClr val="accent2"/>
              </a:buClr>
              <a:buSzPts val="2100"/>
              <a:buNone/>
              <a:defRPr sz="2100">
                <a:solidFill>
                  <a:schemeClr val="accent2"/>
                </a:solidFill>
              </a:defRPr>
            </a:lvl6pPr>
            <a:lvl7pPr lvl="6" algn="ctr" rtl="0">
              <a:spcBef>
                <a:spcPts val="0"/>
              </a:spcBef>
              <a:spcAft>
                <a:spcPts val="0"/>
              </a:spcAft>
              <a:buClr>
                <a:schemeClr val="accent2"/>
              </a:buClr>
              <a:buSzPts val="2100"/>
              <a:buNone/>
              <a:defRPr sz="2100">
                <a:solidFill>
                  <a:schemeClr val="accent2"/>
                </a:solidFill>
              </a:defRPr>
            </a:lvl7pPr>
            <a:lvl8pPr lvl="7" algn="ctr" rtl="0">
              <a:spcBef>
                <a:spcPts val="0"/>
              </a:spcBef>
              <a:spcAft>
                <a:spcPts val="0"/>
              </a:spcAft>
              <a:buClr>
                <a:schemeClr val="accent2"/>
              </a:buClr>
              <a:buSzPts val="2100"/>
              <a:buNone/>
              <a:defRPr sz="2100">
                <a:solidFill>
                  <a:schemeClr val="accent2"/>
                </a:solidFill>
              </a:defRPr>
            </a:lvl8pPr>
            <a:lvl9pPr lvl="8" algn="ctr" rtl="0">
              <a:spcBef>
                <a:spcPts val="0"/>
              </a:spcBef>
              <a:spcAft>
                <a:spcPts val="0"/>
              </a:spcAft>
              <a:buClr>
                <a:schemeClr val="accent2"/>
              </a:buClr>
              <a:buSzPts val="2100"/>
              <a:buNone/>
              <a:defRPr sz="2100">
                <a:solidFill>
                  <a:schemeClr val="accent2"/>
                </a:solidFill>
              </a:defRPr>
            </a:lvl9pPr>
          </a:lstStyle>
          <a:p>
            <a:endParaRPr/>
          </a:p>
        </p:txBody>
      </p:sp>
      <p:sp>
        <p:nvSpPr>
          <p:cNvPr id="183" name="Google Shape;183;p26"/>
          <p:cNvSpPr txBox="1">
            <a:spLocks noGrp="1"/>
          </p:cNvSpPr>
          <p:nvPr>
            <p:ph type="subTitle" idx="6"/>
          </p:nvPr>
        </p:nvSpPr>
        <p:spPr>
          <a:xfrm>
            <a:off x="6382624" y="2318608"/>
            <a:ext cx="2046000" cy="549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i="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184" name="Google Shape;184;p26"/>
          <p:cNvSpPr txBox="1">
            <a:spLocks noGrp="1"/>
          </p:cNvSpPr>
          <p:nvPr>
            <p:ph type="subTitle" idx="7"/>
          </p:nvPr>
        </p:nvSpPr>
        <p:spPr>
          <a:xfrm>
            <a:off x="712763" y="3745361"/>
            <a:ext cx="2046000" cy="3657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Clr>
                <a:schemeClr val="accent2"/>
              </a:buClr>
              <a:buSzPts val="2100"/>
              <a:buNone/>
              <a:defRPr sz="2100" b="1" i="0">
                <a:solidFill>
                  <a:schemeClr val="lt1"/>
                </a:solidFill>
                <a:latin typeface="Montserrat"/>
                <a:ea typeface="Montserrat"/>
                <a:cs typeface="Montserrat"/>
                <a:sym typeface="Montserrat"/>
              </a:defRPr>
            </a:lvl1pPr>
            <a:lvl2pPr lvl="1" algn="ctr" rtl="0">
              <a:spcBef>
                <a:spcPts val="0"/>
              </a:spcBef>
              <a:spcAft>
                <a:spcPts val="0"/>
              </a:spcAft>
              <a:buClr>
                <a:schemeClr val="accent2"/>
              </a:buClr>
              <a:buSzPts val="2100"/>
              <a:buNone/>
              <a:defRPr sz="2100">
                <a:solidFill>
                  <a:schemeClr val="accent2"/>
                </a:solidFill>
              </a:defRPr>
            </a:lvl2pPr>
            <a:lvl3pPr lvl="2" algn="ctr" rtl="0">
              <a:spcBef>
                <a:spcPts val="0"/>
              </a:spcBef>
              <a:spcAft>
                <a:spcPts val="0"/>
              </a:spcAft>
              <a:buClr>
                <a:schemeClr val="accent2"/>
              </a:buClr>
              <a:buSzPts val="2100"/>
              <a:buNone/>
              <a:defRPr sz="2100">
                <a:solidFill>
                  <a:schemeClr val="accent2"/>
                </a:solidFill>
              </a:defRPr>
            </a:lvl3pPr>
            <a:lvl4pPr lvl="3" algn="ctr" rtl="0">
              <a:spcBef>
                <a:spcPts val="0"/>
              </a:spcBef>
              <a:spcAft>
                <a:spcPts val="0"/>
              </a:spcAft>
              <a:buClr>
                <a:schemeClr val="accent2"/>
              </a:buClr>
              <a:buSzPts val="2100"/>
              <a:buNone/>
              <a:defRPr sz="2100">
                <a:solidFill>
                  <a:schemeClr val="accent2"/>
                </a:solidFill>
              </a:defRPr>
            </a:lvl4pPr>
            <a:lvl5pPr lvl="4" algn="ctr" rtl="0">
              <a:spcBef>
                <a:spcPts val="0"/>
              </a:spcBef>
              <a:spcAft>
                <a:spcPts val="0"/>
              </a:spcAft>
              <a:buClr>
                <a:schemeClr val="accent2"/>
              </a:buClr>
              <a:buSzPts val="2100"/>
              <a:buNone/>
              <a:defRPr sz="2100">
                <a:solidFill>
                  <a:schemeClr val="accent2"/>
                </a:solidFill>
              </a:defRPr>
            </a:lvl5pPr>
            <a:lvl6pPr lvl="5" algn="ctr" rtl="0">
              <a:spcBef>
                <a:spcPts val="0"/>
              </a:spcBef>
              <a:spcAft>
                <a:spcPts val="0"/>
              </a:spcAft>
              <a:buClr>
                <a:schemeClr val="accent2"/>
              </a:buClr>
              <a:buSzPts val="2100"/>
              <a:buNone/>
              <a:defRPr sz="2100">
                <a:solidFill>
                  <a:schemeClr val="accent2"/>
                </a:solidFill>
              </a:defRPr>
            </a:lvl6pPr>
            <a:lvl7pPr lvl="6" algn="ctr" rtl="0">
              <a:spcBef>
                <a:spcPts val="0"/>
              </a:spcBef>
              <a:spcAft>
                <a:spcPts val="0"/>
              </a:spcAft>
              <a:buClr>
                <a:schemeClr val="accent2"/>
              </a:buClr>
              <a:buSzPts val="2100"/>
              <a:buNone/>
              <a:defRPr sz="2100">
                <a:solidFill>
                  <a:schemeClr val="accent2"/>
                </a:solidFill>
              </a:defRPr>
            </a:lvl7pPr>
            <a:lvl8pPr lvl="7" algn="ctr" rtl="0">
              <a:spcBef>
                <a:spcPts val="0"/>
              </a:spcBef>
              <a:spcAft>
                <a:spcPts val="0"/>
              </a:spcAft>
              <a:buClr>
                <a:schemeClr val="accent2"/>
              </a:buClr>
              <a:buSzPts val="2100"/>
              <a:buNone/>
              <a:defRPr sz="2100">
                <a:solidFill>
                  <a:schemeClr val="accent2"/>
                </a:solidFill>
              </a:defRPr>
            </a:lvl8pPr>
            <a:lvl9pPr lvl="8" algn="ctr" rtl="0">
              <a:spcBef>
                <a:spcPts val="0"/>
              </a:spcBef>
              <a:spcAft>
                <a:spcPts val="0"/>
              </a:spcAft>
              <a:buClr>
                <a:schemeClr val="accent2"/>
              </a:buClr>
              <a:buSzPts val="2100"/>
              <a:buNone/>
              <a:defRPr sz="2100">
                <a:solidFill>
                  <a:schemeClr val="accent2"/>
                </a:solidFill>
              </a:defRPr>
            </a:lvl9pPr>
          </a:lstStyle>
          <a:p>
            <a:endParaRPr/>
          </a:p>
        </p:txBody>
      </p:sp>
      <p:sp>
        <p:nvSpPr>
          <p:cNvPr id="185" name="Google Shape;185;p26"/>
          <p:cNvSpPr txBox="1">
            <a:spLocks noGrp="1"/>
          </p:cNvSpPr>
          <p:nvPr>
            <p:ph type="subTitle" idx="8"/>
          </p:nvPr>
        </p:nvSpPr>
        <p:spPr>
          <a:xfrm>
            <a:off x="712763" y="4066061"/>
            <a:ext cx="2046000" cy="549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i="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186" name="Google Shape;186;p26"/>
          <p:cNvSpPr txBox="1">
            <a:spLocks noGrp="1"/>
          </p:cNvSpPr>
          <p:nvPr>
            <p:ph type="subTitle" idx="9"/>
          </p:nvPr>
        </p:nvSpPr>
        <p:spPr>
          <a:xfrm>
            <a:off x="3547693" y="3747733"/>
            <a:ext cx="2046000" cy="3657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Clr>
                <a:schemeClr val="accent2"/>
              </a:buClr>
              <a:buSzPts val="2100"/>
              <a:buNone/>
              <a:defRPr sz="2100" b="1" i="0">
                <a:solidFill>
                  <a:schemeClr val="lt1"/>
                </a:solidFill>
                <a:latin typeface="Montserrat"/>
                <a:ea typeface="Montserrat"/>
                <a:cs typeface="Montserrat"/>
                <a:sym typeface="Montserrat"/>
              </a:defRPr>
            </a:lvl1pPr>
            <a:lvl2pPr lvl="1" algn="ctr" rtl="0">
              <a:spcBef>
                <a:spcPts val="0"/>
              </a:spcBef>
              <a:spcAft>
                <a:spcPts val="0"/>
              </a:spcAft>
              <a:buClr>
                <a:schemeClr val="accent2"/>
              </a:buClr>
              <a:buSzPts val="2100"/>
              <a:buNone/>
              <a:defRPr sz="2100">
                <a:solidFill>
                  <a:schemeClr val="accent2"/>
                </a:solidFill>
              </a:defRPr>
            </a:lvl2pPr>
            <a:lvl3pPr lvl="2" algn="ctr" rtl="0">
              <a:spcBef>
                <a:spcPts val="0"/>
              </a:spcBef>
              <a:spcAft>
                <a:spcPts val="0"/>
              </a:spcAft>
              <a:buClr>
                <a:schemeClr val="accent2"/>
              </a:buClr>
              <a:buSzPts val="2100"/>
              <a:buNone/>
              <a:defRPr sz="2100">
                <a:solidFill>
                  <a:schemeClr val="accent2"/>
                </a:solidFill>
              </a:defRPr>
            </a:lvl3pPr>
            <a:lvl4pPr lvl="3" algn="ctr" rtl="0">
              <a:spcBef>
                <a:spcPts val="0"/>
              </a:spcBef>
              <a:spcAft>
                <a:spcPts val="0"/>
              </a:spcAft>
              <a:buClr>
                <a:schemeClr val="accent2"/>
              </a:buClr>
              <a:buSzPts val="2100"/>
              <a:buNone/>
              <a:defRPr sz="2100">
                <a:solidFill>
                  <a:schemeClr val="accent2"/>
                </a:solidFill>
              </a:defRPr>
            </a:lvl4pPr>
            <a:lvl5pPr lvl="4" algn="ctr" rtl="0">
              <a:spcBef>
                <a:spcPts val="0"/>
              </a:spcBef>
              <a:spcAft>
                <a:spcPts val="0"/>
              </a:spcAft>
              <a:buClr>
                <a:schemeClr val="accent2"/>
              </a:buClr>
              <a:buSzPts val="2100"/>
              <a:buNone/>
              <a:defRPr sz="2100">
                <a:solidFill>
                  <a:schemeClr val="accent2"/>
                </a:solidFill>
              </a:defRPr>
            </a:lvl5pPr>
            <a:lvl6pPr lvl="5" algn="ctr" rtl="0">
              <a:spcBef>
                <a:spcPts val="0"/>
              </a:spcBef>
              <a:spcAft>
                <a:spcPts val="0"/>
              </a:spcAft>
              <a:buClr>
                <a:schemeClr val="accent2"/>
              </a:buClr>
              <a:buSzPts val="2100"/>
              <a:buNone/>
              <a:defRPr sz="2100">
                <a:solidFill>
                  <a:schemeClr val="accent2"/>
                </a:solidFill>
              </a:defRPr>
            </a:lvl6pPr>
            <a:lvl7pPr lvl="6" algn="ctr" rtl="0">
              <a:spcBef>
                <a:spcPts val="0"/>
              </a:spcBef>
              <a:spcAft>
                <a:spcPts val="0"/>
              </a:spcAft>
              <a:buClr>
                <a:schemeClr val="accent2"/>
              </a:buClr>
              <a:buSzPts val="2100"/>
              <a:buNone/>
              <a:defRPr sz="2100">
                <a:solidFill>
                  <a:schemeClr val="accent2"/>
                </a:solidFill>
              </a:defRPr>
            </a:lvl7pPr>
            <a:lvl8pPr lvl="7" algn="ctr" rtl="0">
              <a:spcBef>
                <a:spcPts val="0"/>
              </a:spcBef>
              <a:spcAft>
                <a:spcPts val="0"/>
              </a:spcAft>
              <a:buClr>
                <a:schemeClr val="accent2"/>
              </a:buClr>
              <a:buSzPts val="2100"/>
              <a:buNone/>
              <a:defRPr sz="2100">
                <a:solidFill>
                  <a:schemeClr val="accent2"/>
                </a:solidFill>
              </a:defRPr>
            </a:lvl8pPr>
            <a:lvl9pPr lvl="8" algn="ctr" rtl="0">
              <a:spcBef>
                <a:spcPts val="0"/>
              </a:spcBef>
              <a:spcAft>
                <a:spcPts val="0"/>
              </a:spcAft>
              <a:buClr>
                <a:schemeClr val="accent2"/>
              </a:buClr>
              <a:buSzPts val="2100"/>
              <a:buNone/>
              <a:defRPr sz="2100">
                <a:solidFill>
                  <a:schemeClr val="accent2"/>
                </a:solidFill>
              </a:defRPr>
            </a:lvl9pPr>
          </a:lstStyle>
          <a:p>
            <a:endParaRPr/>
          </a:p>
        </p:txBody>
      </p:sp>
      <p:sp>
        <p:nvSpPr>
          <p:cNvPr id="187" name="Google Shape;187;p26"/>
          <p:cNvSpPr txBox="1">
            <a:spLocks noGrp="1"/>
          </p:cNvSpPr>
          <p:nvPr>
            <p:ph type="subTitle" idx="13"/>
          </p:nvPr>
        </p:nvSpPr>
        <p:spPr>
          <a:xfrm>
            <a:off x="3547693" y="4068433"/>
            <a:ext cx="2046000" cy="549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i="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188" name="Google Shape;188;p26"/>
          <p:cNvSpPr txBox="1">
            <a:spLocks noGrp="1"/>
          </p:cNvSpPr>
          <p:nvPr>
            <p:ph type="subTitle" idx="14"/>
          </p:nvPr>
        </p:nvSpPr>
        <p:spPr>
          <a:xfrm>
            <a:off x="6382624" y="3745361"/>
            <a:ext cx="2046000" cy="3657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Clr>
                <a:schemeClr val="accent2"/>
              </a:buClr>
              <a:buSzPts val="2100"/>
              <a:buNone/>
              <a:defRPr sz="2100" b="1" i="0">
                <a:solidFill>
                  <a:schemeClr val="lt1"/>
                </a:solidFill>
                <a:latin typeface="Montserrat"/>
                <a:ea typeface="Montserrat"/>
                <a:cs typeface="Montserrat"/>
                <a:sym typeface="Montserrat"/>
              </a:defRPr>
            </a:lvl1pPr>
            <a:lvl2pPr lvl="1" algn="ctr" rtl="0">
              <a:spcBef>
                <a:spcPts val="0"/>
              </a:spcBef>
              <a:spcAft>
                <a:spcPts val="0"/>
              </a:spcAft>
              <a:buClr>
                <a:schemeClr val="accent2"/>
              </a:buClr>
              <a:buSzPts val="2100"/>
              <a:buNone/>
              <a:defRPr sz="2100">
                <a:solidFill>
                  <a:schemeClr val="accent2"/>
                </a:solidFill>
              </a:defRPr>
            </a:lvl2pPr>
            <a:lvl3pPr lvl="2" algn="ctr" rtl="0">
              <a:spcBef>
                <a:spcPts val="0"/>
              </a:spcBef>
              <a:spcAft>
                <a:spcPts val="0"/>
              </a:spcAft>
              <a:buClr>
                <a:schemeClr val="accent2"/>
              </a:buClr>
              <a:buSzPts val="2100"/>
              <a:buNone/>
              <a:defRPr sz="2100">
                <a:solidFill>
                  <a:schemeClr val="accent2"/>
                </a:solidFill>
              </a:defRPr>
            </a:lvl3pPr>
            <a:lvl4pPr lvl="3" algn="ctr" rtl="0">
              <a:spcBef>
                <a:spcPts val="0"/>
              </a:spcBef>
              <a:spcAft>
                <a:spcPts val="0"/>
              </a:spcAft>
              <a:buClr>
                <a:schemeClr val="accent2"/>
              </a:buClr>
              <a:buSzPts val="2100"/>
              <a:buNone/>
              <a:defRPr sz="2100">
                <a:solidFill>
                  <a:schemeClr val="accent2"/>
                </a:solidFill>
              </a:defRPr>
            </a:lvl4pPr>
            <a:lvl5pPr lvl="4" algn="ctr" rtl="0">
              <a:spcBef>
                <a:spcPts val="0"/>
              </a:spcBef>
              <a:spcAft>
                <a:spcPts val="0"/>
              </a:spcAft>
              <a:buClr>
                <a:schemeClr val="accent2"/>
              </a:buClr>
              <a:buSzPts val="2100"/>
              <a:buNone/>
              <a:defRPr sz="2100">
                <a:solidFill>
                  <a:schemeClr val="accent2"/>
                </a:solidFill>
              </a:defRPr>
            </a:lvl5pPr>
            <a:lvl6pPr lvl="5" algn="ctr" rtl="0">
              <a:spcBef>
                <a:spcPts val="0"/>
              </a:spcBef>
              <a:spcAft>
                <a:spcPts val="0"/>
              </a:spcAft>
              <a:buClr>
                <a:schemeClr val="accent2"/>
              </a:buClr>
              <a:buSzPts val="2100"/>
              <a:buNone/>
              <a:defRPr sz="2100">
                <a:solidFill>
                  <a:schemeClr val="accent2"/>
                </a:solidFill>
              </a:defRPr>
            </a:lvl6pPr>
            <a:lvl7pPr lvl="6" algn="ctr" rtl="0">
              <a:spcBef>
                <a:spcPts val="0"/>
              </a:spcBef>
              <a:spcAft>
                <a:spcPts val="0"/>
              </a:spcAft>
              <a:buClr>
                <a:schemeClr val="accent2"/>
              </a:buClr>
              <a:buSzPts val="2100"/>
              <a:buNone/>
              <a:defRPr sz="2100">
                <a:solidFill>
                  <a:schemeClr val="accent2"/>
                </a:solidFill>
              </a:defRPr>
            </a:lvl7pPr>
            <a:lvl8pPr lvl="7" algn="ctr" rtl="0">
              <a:spcBef>
                <a:spcPts val="0"/>
              </a:spcBef>
              <a:spcAft>
                <a:spcPts val="0"/>
              </a:spcAft>
              <a:buClr>
                <a:schemeClr val="accent2"/>
              </a:buClr>
              <a:buSzPts val="2100"/>
              <a:buNone/>
              <a:defRPr sz="2100">
                <a:solidFill>
                  <a:schemeClr val="accent2"/>
                </a:solidFill>
              </a:defRPr>
            </a:lvl8pPr>
            <a:lvl9pPr lvl="8" algn="ctr" rtl="0">
              <a:spcBef>
                <a:spcPts val="0"/>
              </a:spcBef>
              <a:spcAft>
                <a:spcPts val="0"/>
              </a:spcAft>
              <a:buClr>
                <a:schemeClr val="accent2"/>
              </a:buClr>
              <a:buSzPts val="2100"/>
              <a:buNone/>
              <a:defRPr sz="2100">
                <a:solidFill>
                  <a:schemeClr val="accent2"/>
                </a:solidFill>
              </a:defRPr>
            </a:lvl9pPr>
          </a:lstStyle>
          <a:p>
            <a:endParaRPr/>
          </a:p>
        </p:txBody>
      </p:sp>
      <p:sp>
        <p:nvSpPr>
          <p:cNvPr id="189" name="Google Shape;189;p26"/>
          <p:cNvSpPr txBox="1">
            <a:spLocks noGrp="1"/>
          </p:cNvSpPr>
          <p:nvPr>
            <p:ph type="subTitle" idx="15"/>
          </p:nvPr>
        </p:nvSpPr>
        <p:spPr>
          <a:xfrm>
            <a:off x="6382624" y="4066061"/>
            <a:ext cx="2046000" cy="549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i="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Tree>
    <p:extLst>
      <p:ext uri="{BB962C8B-B14F-4D97-AF65-F5344CB8AC3E}">
        <p14:creationId xmlns:p14="http://schemas.microsoft.com/office/powerpoint/2010/main" val="272325305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Section header 1">
  <p:cSld name="Section header 1">
    <p:spTree>
      <p:nvGrpSpPr>
        <p:cNvPr id="1" name="Shape 76"/>
        <p:cNvGrpSpPr/>
        <p:nvPr/>
      </p:nvGrpSpPr>
      <p:grpSpPr>
        <a:xfrm>
          <a:off x="0" y="0"/>
          <a:ext cx="0" cy="0"/>
          <a:chOff x="0" y="0"/>
          <a:chExt cx="0" cy="0"/>
        </a:xfrm>
      </p:grpSpPr>
      <p:sp>
        <p:nvSpPr>
          <p:cNvPr id="77" name="Google Shape;77;p14"/>
          <p:cNvSpPr txBox="1">
            <a:spLocks noGrp="1"/>
          </p:cNvSpPr>
          <p:nvPr>
            <p:ph type="title"/>
          </p:nvPr>
        </p:nvSpPr>
        <p:spPr>
          <a:xfrm>
            <a:off x="713250" y="3093515"/>
            <a:ext cx="7717500" cy="8964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dk2"/>
              </a:buClr>
              <a:buSzPts val="3200"/>
              <a:buNone/>
              <a:defRPr sz="5900"/>
            </a:lvl1pPr>
            <a:lvl2pPr lvl="1" algn="ctr" rtl="0">
              <a:spcBef>
                <a:spcPts val="0"/>
              </a:spcBef>
              <a:spcAft>
                <a:spcPts val="0"/>
              </a:spcAft>
              <a:buClr>
                <a:schemeClr val="dk2"/>
              </a:buClr>
              <a:buSzPts val="3600"/>
              <a:buNone/>
              <a:defRPr sz="3600">
                <a:solidFill>
                  <a:schemeClr val="dk2"/>
                </a:solidFill>
              </a:defRPr>
            </a:lvl2pPr>
            <a:lvl3pPr lvl="2" algn="ctr" rtl="0">
              <a:spcBef>
                <a:spcPts val="0"/>
              </a:spcBef>
              <a:spcAft>
                <a:spcPts val="0"/>
              </a:spcAft>
              <a:buClr>
                <a:schemeClr val="dk2"/>
              </a:buClr>
              <a:buSzPts val="3600"/>
              <a:buNone/>
              <a:defRPr sz="3600">
                <a:solidFill>
                  <a:schemeClr val="dk2"/>
                </a:solidFill>
              </a:defRPr>
            </a:lvl3pPr>
            <a:lvl4pPr lvl="3" algn="ctr" rtl="0">
              <a:spcBef>
                <a:spcPts val="0"/>
              </a:spcBef>
              <a:spcAft>
                <a:spcPts val="0"/>
              </a:spcAft>
              <a:buClr>
                <a:schemeClr val="dk2"/>
              </a:buClr>
              <a:buSzPts val="3600"/>
              <a:buNone/>
              <a:defRPr sz="3600">
                <a:solidFill>
                  <a:schemeClr val="dk2"/>
                </a:solidFill>
              </a:defRPr>
            </a:lvl4pPr>
            <a:lvl5pPr lvl="4" algn="ctr" rtl="0">
              <a:spcBef>
                <a:spcPts val="0"/>
              </a:spcBef>
              <a:spcAft>
                <a:spcPts val="0"/>
              </a:spcAft>
              <a:buClr>
                <a:schemeClr val="dk2"/>
              </a:buClr>
              <a:buSzPts val="3600"/>
              <a:buNone/>
              <a:defRPr sz="3600">
                <a:solidFill>
                  <a:schemeClr val="dk2"/>
                </a:solidFill>
              </a:defRPr>
            </a:lvl5pPr>
            <a:lvl6pPr lvl="5" algn="ctr" rtl="0">
              <a:spcBef>
                <a:spcPts val="0"/>
              </a:spcBef>
              <a:spcAft>
                <a:spcPts val="0"/>
              </a:spcAft>
              <a:buClr>
                <a:schemeClr val="dk2"/>
              </a:buClr>
              <a:buSzPts val="3600"/>
              <a:buNone/>
              <a:defRPr sz="3600">
                <a:solidFill>
                  <a:schemeClr val="dk2"/>
                </a:solidFill>
              </a:defRPr>
            </a:lvl6pPr>
            <a:lvl7pPr lvl="6" algn="ctr" rtl="0">
              <a:spcBef>
                <a:spcPts val="0"/>
              </a:spcBef>
              <a:spcAft>
                <a:spcPts val="0"/>
              </a:spcAft>
              <a:buClr>
                <a:schemeClr val="dk2"/>
              </a:buClr>
              <a:buSzPts val="3600"/>
              <a:buNone/>
              <a:defRPr sz="3600">
                <a:solidFill>
                  <a:schemeClr val="dk2"/>
                </a:solidFill>
              </a:defRPr>
            </a:lvl7pPr>
            <a:lvl8pPr lvl="7" algn="ctr" rtl="0">
              <a:spcBef>
                <a:spcPts val="0"/>
              </a:spcBef>
              <a:spcAft>
                <a:spcPts val="0"/>
              </a:spcAft>
              <a:buClr>
                <a:schemeClr val="dk2"/>
              </a:buClr>
              <a:buSzPts val="3600"/>
              <a:buNone/>
              <a:defRPr sz="3600">
                <a:solidFill>
                  <a:schemeClr val="dk2"/>
                </a:solidFill>
              </a:defRPr>
            </a:lvl8pPr>
            <a:lvl9pPr lvl="8" algn="ctr" rtl="0">
              <a:spcBef>
                <a:spcPts val="0"/>
              </a:spcBef>
              <a:spcAft>
                <a:spcPts val="0"/>
              </a:spcAft>
              <a:buClr>
                <a:schemeClr val="dk2"/>
              </a:buClr>
              <a:buSzPts val="3600"/>
              <a:buNone/>
              <a:defRPr sz="3600">
                <a:solidFill>
                  <a:schemeClr val="dk2"/>
                </a:solidFill>
              </a:defRPr>
            </a:lvl9pPr>
          </a:lstStyle>
          <a:p>
            <a:endParaRPr/>
          </a:p>
        </p:txBody>
      </p:sp>
      <p:sp>
        <p:nvSpPr>
          <p:cNvPr id="78" name="Google Shape;78;p14"/>
          <p:cNvSpPr txBox="1">
            <a:spLocks noGrp="1"/>
          </p:cNvSpPr>
          <p:nvPr>
            <p:ph type="title" idx="2" hasCustomPrompt="1"/>
          </p:nvPr>
        </p:nvSpPr>
        <p:spPr>
          <a:xfrm>
            <a:off x="713250" y="1969635"/>
            <a:ext cx="1356600" cy="951600"/>
          </a:xfrm>
          <a:prstGeom prst="rect">
            <a:avLst/>
          </a:prstGeom>
        </p:spPr>
        <p:txBody>
          <a:bodyPr spcFirstLastPara="1" wrap="square" lIns="91425" tIns="91425" rIns="91425" bIns="91425" anchor="ctr" anchorCtr="0">
            <a:noAutofit/>
          </a:bodyPr>
          <a:lstStyle>
            <a:lvl1pPr lvl="0" rtl="0">
              <a:spcBef>
                <a:spcPts val="0"/>
              </a:spcBef>
              <a:spcAft>
                <a:spcPts val="0"/>
              </a:spcAft>
              <a:buSzPts val="6200"/>
              <a:buNone/>
              <a:defRPr sz="6500" b="0">
                <a:solidFill>
                  <a:schemeClr val="dk2"/>
                </a:solidFill>
                <a:latin typeface="Montserrat ExtraBold"/>
                <a:ea typeface="Montserrat ExtraBold"/>
                <a:cs typeface="Montserrat ExtraBold"/>
                <a:sym typeface="Montserrat ExtraBold"/>
              </a:defRPr>
            </a:lvl1pPr>
            <a:lvl2pPr lvl="1" algn="ctr" rtl="0">
              <a:spcBef>
                <a:spcPts val="0"/>
              </a:spcBef>
              <a:spcAft>
                <a:spcPts val="0"/>
              </a:spcAft>
              <a:buClr>
                <a:schemeClr val="accent2"/>
              </a:buClr>
              <a:buSzPts val="12000"/>
              <a:buNone/>
              <a:defRPr sz="12000">
                <a:solidFill>
                  <a:schemeClr val="accent2"/>
                </a:solidFill>
              </a:defRPr>
            </a:lvl2pPr>
            <a:lvl3pPr lvl="2" algn="ctr" rtl="0">
              <a:spcBef>
                <a:spcPts val="0"/>
              </a:spcBef>
              <a:spcAft>
                <a:spcPts val="0"/>
              </a:spcAft>
              <a:buClr>
                <a:schemeClr val="accent2"/>
              </a:buClr>
              <a:buSzPts val="12000"/>
              <a:buNone/>
              <a:defRPr sz="12000">
                <a:solidFill>
                  <a:schemeClr val="accent2"/>
                </a:solidFill>
              </a:defRPr>
            </a:lvl3pPr>
            <a:lvl4pPr lvl="3" algn="ctr" rtl="0">
              <a:spcBef>
                <a:spcPts val="0"/>
              </a:spcBef>
              <a:spcAft>
                <a:spcPts val="0"/>
              </a:spcAft>
              <a:buClr>
                <a:schemeClr val="accent2"/>
              </a:buClr>
              <a:buSzPts val="12000"/>
              <a:buNone/>
              <a:defRPr sz="12000">
                <a:solidFill>
                  <a:schemeClr val="accent2"/>
                </a:solidFill>
              </a:defRPr>
            </a:lvl4pPr>
            <a:lvl5pPr lvl="4" algn="ctr" rtl="0">
              <a:spcBef>
                <a:spcPts val="0"/>
              </a:spcBef>
              <a:spcAft>
                <a:spcPts val="0"/>
              </a:spcAft>
              <a:buClr>
                <a:schemeClr val="accent2"/>
              </a:buClr>
              <a:buSzPts val="12000"/>
              <a:buNone/>
              <a:defRPr sz="12000">
                <a:solidFill>
                  <a:schemeClr val="accent2"/>
                </a:solidFill>
              </a:defRPr>
            </a:lvl5pPr>
            <a:lvl6pPr lvl="5" algn="ctr" rtl="0">
              <a:spcBef>
                <a:spcPts val="0"/>
              </a:spcBef>
              <a:spcAft>
                <a:spcPts val="0"/>
              </a:spcAft>
              <a:buClr>
                <a:schemeClr val="accent2"/>
              </a:buClr>
              <a:buSzPts val="12000"/>
              <a:buNone/>
              <a:defRPr sz="12000">
                <a:solidFill>
                  <a:schemeClr val="accent2"/>
                </a:solidFill>
              </a:defRPr>
            </a:lvl6pPr>
            <a:lvl7pPr lvl="6" algn="ctr" rtl="0">
              <a:spcBef>
                <a:spcPts val="0"/>
              </a:spcBef>
              <a:spcAft>
                <a:spcPts val="0"/>
              </a:spcAft>
              <a:buClr>
                <a:schemeClr val="accent2"/>
              </a:buClr>
              <a:buSzPts val="12000"/>
              <a:buNone/>
              <a:defRPr sz="12000">
                <a:solidFill>
                  <a:schemeClr val="accent2"/>
                </a:solidFill>
              </a:defRPr>
            </a:lvl7pPr>
            <a:lvl8pPr lvl="7" algn="ctr" rtl="0">
              <a:spcBef>
                <a:spcPts val="0"/>
              </a:spcBef>
              <a:spcAft>
                <a:spcPts val="0"/>
              </a:spcAft>
              <a:buClr>
                <a:schemeClr val="accent2"/>
              </a:buClr>
              <a:buSzPts val="12000"/>
              <a:buNone/>
              <a:defRPr sz="12000">
                <a:solidFill>
                  <a:schemeClr val="accent2"/>
                </a:solidFill>
              </a:defRPr>
            </a:lvl8pPr>
            <a:lvl9pPr lvl="8" algn="ctr" rtl="0">
              <a:spcBef>
                <a:spcPts val="0"/>
              </a:spcBef>
              <a:spcAft>
                <a:spcPts val="0"/>
              </a:spcAft>
              <a:buClr>
                <a:schemeClr val="accent2"/>
              </a:buClr>
              <a:buSzPts val="12000"/>
              <a:buNone/>
              <a:defRPr sz="12000">
                <a:solidFill>
                  <a:schemeClr val="accent2"/>
                </a:solidFill>
              </a:defRPr>
            </a:lvl9pPr>
          </a:lstStyle>
          <a:p>
            <a:r>
              <a:t>xx%</a:t>
            </a:r>
          </a:p>
        </p:txBody>
      </p:sp>
      <p:sp>
        <p:nvSpPr>
          <p:cNvPr id="79" name="Google Shape;79;p14"/>
          <p:cNvSpPr txBox="1">
            <a:spLocks noGrp="1"/>
          </p:cNvSpPr>
          <p:nvPr>
            <p:ph type="subTitle" idx="1"/>
          </p:nvPr>
        </p:nvSpPr>
        <p:spPr>
          <a:xfrm>
            <a:off x="713250" y="4255100"/>
            <a:ext cx="4673400" cy="2961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lt1"/>
              </a:buClr>
              <a:buSzPts val="2200"/>
              <a:buNone/>
              <a:defRPr sz="1600" i="0">
                <a:solidFill>
                  <a:schemeClr val="accent6"/>
                </a:solidFill>
              </a:defRPr>
            </a:lvl1pPr>
            <a:lvl2pPr lvl="1" rtl="0">
              <a:spcBef>
                <a:spcPts val="0"/>
              </a:spcBef>
              <a:spcAft>
                <a:spcPts val="0"/>
              </a:spcAft>
              <a:buClr>
                <a:schemeClr val="dk2"/>
              </a:buClr>
              <a:buSzPts val="1400"/>
              <a:buNone/>
              <a:defRPr>
                <a:solidFill>
                  <a:schemeClr val="dk2"/>
                </a:solidFill>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Tree>
    <p:extLst>
      <p:ext uri="{BB962C8B-B14F-4D97-AF65-F5344CB8AC3E}">
        <p14:creationId xmlns:p14="http://schemas.microsoft.com/office/powerpoint/2010/main" val="158154933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Quote">
  <p:cSld name="Quote">
    <p:spTree>
      <p:nvGrpSpPr>
        <p:cNvPr id="1" name="Shape 107"/>
        <p:cNvGrpSpPr/>
        <p:nvPr/>
      </p:nvGrpSpPr>
      <p:grpSpPr>
        <a:xfrm>
          <a:off x="0" y="0"/>
          <a:ext cx="0" cy="0"/>
          <a:chOff x="0" y="0"/>
          <a:chExt cx="0" cy="0"/>
        </a:xfrm>
      </p:grpSpPr>
      <p:sp>
        <p:nvSpPr>
          <p:cNvPr id="108" name="Google Shape;108;p19"/>
          <p:cNvSpPr txBox="1">
            <a:spLocks noGrp="1"/>
          </p:cNvSpPr>
          <p:nvPr>
            <p:ph type="title"/>
          </p:nvPr>
        </p:nvSpPr>
        <p:spPr>
          <a:xfrm>
            <a:off x="713225" y="1680238"/>
            <a:ext cx="5577900" cy="1280100"/>
          </a:xfrm>
          <a:prstGeom prst="rect">
            <a:avLst/>
          </a:prstGeom>
        </p:spPr>
        <p:txBody>
          <a:bodyPr spcFirstLastPara="1" wrap="square" lIns="91425" tIns="91425" rIns="91425" bIns="91425" anchor="t" anchorCtr="0">
            <a:noAutofit/>
          </a:bodyPr>
          <a:lstStyle>
            <a:lvl1pPr lvl="0">
              <a:spcBef>
                <a:spcPts val="0"/>
              </a:spcBef>
              <a:spcAft>
                <a:spcPts val="0"/>
              </a:spcAft>
              <a:buSzPts val="2100"/>
              <a:buNone/>
              <a:defRPr sz="2400" b="0">
                <a:solidFill>
                  <a:schemeClr val="dk1"/>
                </a:solidFill>
                <a:latin typeface="Nanum Gothic"/>
                <a:ea typeface="Nanum Gothic"/>
                <a:cs typeface="Nanum Gothic"/>
                <a:sym typeface="Nanum Gothic"/>
              </a:defRPr>
            </a:lvl1pPr>
            <a:lvl2pPr lvl="1">
              <a:spcBef>
                <a:spcPts val="0"/>
              </a:spcBef>
              <a:spcAft>
                <a:spcPts val="0"/>
              </a:spcAft>
              <a:buSzPts val="2100"/>
              <a:buNone/>
              <a:defRPr sz="2100">
                <a:latin typeface="Nunito Medium"/>
                <a:ea typeface="Nunito Medium"/>
                <a:cs typeface="Nunito Medium"/>
                <a:sym typeface="Nunito Medium"/>
              </a:defRPr>
            </a:lvl2pPr>
            <a:lvl3pPr lvl="2">
              <a:spcBef>
                <a:spcPts val="0"/>
              </a:spcBef>
              <a:spcAft>
                <a:spcPts val="0"/>
              </a:spcAft>
              <a:buSzPts val="2100"/>
              <a:buNone/>
              <a:defRPr sz="2100">
                <a:latin typeface="Nunito Medium"/>
                <a:ea typeface="Nunito Medium"/>
                <a:cs typeface="Nunito Medium"/>
                <a:sym typeface="Nunito Medium"/>
              </a:defRPr>
            </a:lvl3pPr>
            <a:lvl4pPr lvl="3">
              <a:spcBef>
                <a:spcPts val="0"/>
              </a:spcBef>
              <a:spcAft>
                <a:spcPts val="0"/>
              </a:spcAft>
              <a:buSzPts val="2100"/>
              <a:buNone/>
              <a:defRPr sz="2100">
                <a:latin typeface="Nunito Medium"/>
                <a:ea typeface="Nunito Medium"/>
                <a:cs typeface="Nunito Medium"/>
                <a:sym typeface="Nunito Medium"/>
              </a:defRPr>
            </a:lvl4pPr>
            <a:lvl5pPr lvl="4">
              <a:spcBef>
                <a:spcPts val="0"/>
              </a:spcBef>
              <a:spcAft>
                <a:spcPts val="0"/>
              </a:spcAft>
              <a:buSzPts val="2100"/>
              <a:buNone/>
              <a:defRPr sz="2100">
                <a:latin typeface="Nunito Medium"/>
                <a:ea typeface="Nunito Medium"/>
                <a:cs typeface="Nunito Medium"/>
                <a:sym typeface="Nunito Medium"/>
              </a:defRPr>
            </a:lvl5pPr>
            <a:lvl6pPr lvl="5">
              <a:spcBef>
                <a:spcPts val="0"/>
              </a:spcBef>
              <a:spcAft>
                <a:spcPts val="0"/>
              </a:spcAft>
              <a:buSzPts val="2100"/>
              <a:buNone/>
              <a:defRPr sz="2100">
                <a:latin typeface="Nunito Medium"/>
                <a:ea typeface="Nunito Medium"/>
                <a:cs typeface="Nunito Medium"/>
                <a:sym typeface="Nunito Medium"/>
              </a:defRPr>
            </a:lvl6pPr>
            <a:lvl7pPr lvl="6">
              <a:spcBef>
                <a:spcPts val="0"/>
              </a:spcBef>
              <a:spcAft>
                <a:spcPts val="0"/>
              </a:spcAft>
              <a:buSzPts val="2100"/>
              <a:buNone/>
              <a:defRPr sz="2100">
                <a:latin typeface="Nunito Medium"/>
                <a:ea typeface="Nunito Medium"/>
                <a:cs typeface="Nunito Medium"/>
                <a:sym typeface="Nunito Medium"/>
              </a:defRPr>
            </a:lvl7pPr>
            <a:lvl8pPr lvl="7">
              <a:spcBef>
                <a:spcPts val="0"/>
              </a:spcBef>
              <a:spcAft>
                <a:spcPts val="0"/>
              </a:spcAft>
              <a:buSzPts val="2100"/>
              <a:buNone/>
              <a:defRPr sz="2100">
                <a:latin typeface="Nunito Medium"/>
                <a:ea typeface="Nunito Medium"/>
                <a:cs typeface="Nunito Medium"/>
                <a:sym typeface="Nunito Medium"/>
              </a:defRPr>
            </a:lvl8pPr>
            <a:lvl9pPr lvl="8">
              <a:spcBef>
                <a:spcPts val="0"/>
              </a:spcBef>
              <a:spcAft>
                <a:spcPts val="0"/>
              </a:spcAft>
              <a:buSzPts val="2100"/>
              <a:buNone/>
              <a:defRPr sz="2100">
                <a:latin typeface="Nunito Medium"/>
                <a:ea typeface="Nunito Medium"/>
                <a:cs typeface="Nunito Medium"/>
                <a:sym typeface="Nunito Medium"/>
              </a:defRPr>
            </a:lvl9pPr>
          </a:lstStyle>
          <a:p>
            <a:endParaRPr/>
          </a:p>
        </p:txBody>
      </p:sp>
      <p:sp>
        <p:nvSpPr>
          <p:cNvPr id="109" name="Google Shape;109;p19"/>
          <p:cNvSpPr txBox="1">
            <a:spLocks noGrp="1"/>
          </p:cNvSpPr>
          <p:nvPr>
            <p:ph type="title" idx="2"/>
          </p:nvPr>
        </p:nvSpPr>
        <p:spPr>
          <a:xfrm>
            <a:off x="713225" y="3030350"/>
            <a:ext cx="3327300" cy="4329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Font typeface="Nunito"/>
              <a:buNone/>
              <a:defRPr sz="2100"/>
            </a:lvl1pPr>
            <a:lvl2pPr lvl="1" rtl="0">
              <a:spcBef>
                <a:spcPts val="0"/>
              </a:spcBef>
              <a:spcAft>
                <a:spcPts val="0"/>
              </a:spcAft>
              <a:buSzPts val="2800"/>
              <a:buNone/>
              <a:defRPr>
                <a:latin typeface="Nunito Medium"/>
                <a:ea typeface="Nunito Medium"/>
                <a:cs typeface="Nunito Medium"/>
                <a:sym typeface="Nunito Medium"/>
              </a:defRPr>
            </a:lvl2pPr>
            <a:lvl3pPr lvl="2" rtl="0">
              <a:spcBef>
                <a:spcPts val="0"/>
              </a:spcBef>
              <a:spcAft>
                <a:spcPts val="0"/>
              </a:spcAft>
              <a:buSzPts val="2800"/>
              <a:buNone/>
              <a:defRPr>
                <a:latin typeface="Nunito Medium"/>
                <a:ea typeface="Nunito Medium"/>
                <a:cs typeface="Nunito Medium"/>
                <a:sym typeface="Nunito Medium"/>
              </a:defRPr>
            </a:lvl3pPr>
            <a:lvl4pPr lvl="3" rtl="0">
              <a:spcBef>
                <a:spcPts val="0"/>
              </a:spcBef>
              <a:spcAft>
                <a:spcPts val="0"/>
              </a:spcAft>
              <a:buSzPts val="2800"/>
              <a:buNone/>
              <a:defRPr>
                <a:latin typeface="Nunito Medium"/>
                <a:ea typeface="Nunito Medium"/>
                <a:cs typeface="Nunito Medium"/>
                <a:sym typeface="Nunito Medium"/>
              </a:defRPr>
            </a:lvl4pPr>
            <a:lvl5pPr lvl="4" rtl="0">
              <a:spcBef>
                <a:spcPts val="0"/>
              </a:spcBef>
              <a:spcAft>
                <a:spcPts val="0"/>
              </a:spcAft>
              <a:buSzPts val="2800"/>
              <a:buNone/>
              <a:defRPr>
                <a:latin typeface="Nunito Medium"/>
                <a:ea typeface="Nunito Medium"/>
                <a:cs typeface="Nunito Medium"/>
                <a:sym typeface="Nunito Medium"/>
              </a:defRPr>
            </a:lvl5pPr>
            <a:lvl6pPr lvl="5" rtl="0">
              <a:spcBef>
                <a:spcPts val="0"/>
              </a:spcBef>
              <a:spcAft>
                <a:spcPts val="0"/>
              </a:spcAft>
              <a:buSzPts val="2800"/>
              <a:buNone/>
              <a:defRPr>
                <a:latin typeface="Nunito Medium"/>
                <a:ea typeface="Nunito Medium"/>
                <a:cs typeface="Nunito Medium"/>
                <a:sym typeface="Nunito Medium"/>
              </a:defRPr>
            </a:lvl6pPr>
            <a:lvl7pPr lvl="6" rtl="0">
              <a:spcBef>
                <a:spcPts val="0"/>
              </a:spcBef>
              <a:spcAft>
                <a:spcPts val="0"/>
              </a:spcAft>
              <a:buSzPts val="2800"/>
              <a:buNone/>
              <a:defRPr>
                <a:latin typeface="Nunito Medium"/>
                <a:ea typeface="Nunito Medium"/>
                <a:cs typeface="Nunito Medium"/>
                <a:sym typeface="Nunito Medium"/>
              </a:defRPr>
            </a:lvl7pPr>
            <a:lvl8pPr lvl="7" rtl="0">
              <a:spcBef>
                <a:spcPts val="0"/>
              </a:spcBef>
              <a:spcAft>
                <a:spcPts val="0"/>
              </a:spcAft>
              <a:buSzPts val="2800"/>
              <a:buNone/>
              <a:defRPr>
                <a:latin typeface="Nunito Medium"/>
                <a:ea typeface="Nunito Medium"/>
                <a:cs typeface="Nunito Medium"/>
                <a:sym typeface="Nunito Medium"/>
              </a:defRPr>
            </a:lvl8pPr>
            <a:lvl9pPr lvl="8" rtl="0">
              <a:spcBef>
                <a:spcPts val="0"/>
              </a:spcBef>
              <a:spcAft>
                <a:spcPts val="0"/>
              </a:spcAft>
              <a:buSzPts val="2800"/>
              <a:buNone/>
              <a:defRPr>
                <a:latin typeface="Nunito Medium"/>
                <a:ea typeface="Nunito Medium"/>
                <a:cs typeface="Nunito Medium"/>
                <a:sym typeface="Nunito Medium"/>
              </a:defRPr>
            </a:lvl9pPr>
          </a:lstStyle>
          <a:p>
            <a:endParaRPr/>
          </a:p>
        </p:txBody>
      </p:sp>
    </p:spTree>
    <p:extLst>
      <p:ext uri="{BB962C8B-B14F-4D97-AF65-F5344CB8AC3E}">
        <p14:creationId xmlns:p14="http://schemas.microsoft.com/office/powerpoint/2010/main" val="350254353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Background 1">
  <p:cSld name="Background 1">
    <p:spTree>
      <p:nvGrpSpPr>
        <p:cNvPr id="1" name="Shape 259"/>
        <p:cNvGrpSpPr/>
        <p:nvPr/>
      </p:nvGrpSpPr>
      <p:grpSpPr>
        <a:xfrm>
          <a:off x="0" y="0"/>
          <a:ext cx="0" cy="0"/>
          <a:chOff x="0" y="0"/>
          <a:chExt cx="0" cy="0"/>
        </a:xfrm>
      </p:grpSpPr>
    </p:spTree>
    <p:extLst>
      <p:ext uri="{BB962C8B-B14F-4D97-AF65-F5344CB8AC3E}">
        <p14:creationId xmlns:p14="http://schemas.microsoft.com/office/powerpoint/2010/main" val="26632323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Title and text 3">
  <p:cSld name="Title and text 3">
    <p:spTree>
      <p:nvGrpSpPr>
        <p:cNvPr id="1" name="Shape 238"/>
        <p:cNvGrpSpPr/>
        <p:nvPr/>
      </p:nvGrpSpPr>
      <p:grpSpPr>
        <a:xfrm>
          <a:off x="0" y="0"/>
          <a:ext cx="0" cy="0"/>
          <a:chOff x="0" y="0"/>
          <a:chExt cx="0" cy="0"/>
        </a:xfrm>
      </p:grpSpPr>
      <p:sp>
        <p:nvSpPr>
          <p:cNvPr id="239" name="Google Shape;239;p32"/>
          <p:cNvSpPr txBox="1">
            <a:spLocks noGrp="1"/>
          </p:cNvSpPr>
          <p:nvPr>
            <p:ph type="subTitle" idx="1"/>
          </p:nvPr>
        </p:nvSpPr>
        <p:spPr>
          <a:xfrm>
            <a:off x="5753575" y="2720613"/>
            <a:ext cx="2677200" cy="10335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i="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240" name="Google Shape;240;p32"/>
          <p:cNvSpPr txBox="1">
            <a:spLocks noGrp="1"/>
          </p:cNvSpPr>
          <p:nvPr>
            <p:ph type="title"/>
          </p:nvPr>
        </p:nvSpPr>
        <p:spPr>
          <a:xfrm>
            <a:off x="713250" y="539496"/>
            <a:ext cx="7717500" cy="576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200"/>
              <a:buNone/>
              <a:defRPr/>
            </a:lvl1pPr>
            <a:lvl2pPr lvl="1" rtl="0">
              <a:spcBef>
                <a:spcPts val="0"/>
              </a:spcBef>
              <a:spcAft>
                <a:spcPts val="0"/>
              </a:spcAft>
              <a:buClr>
                <a:schemeClr val="dk2"/>
              </a:buClr>
              <a:buSzPts val="3000"/>
              <a:buNone/>
              <a:defRPr sz="3000">
                <a:solidFill>
                  <a:schemeClr val="dk2"/>
                </a:solidFill>
              </a:defRPr>
            </a:lvl2pPr>
            <a:lvl3pPr lvl="2" rtl="0">
              <a:spcBef>
                <a:spcPts val="0"/>
              </a:spcBef>
              <a:spcAft>
                <a:spcPts val="0"/>
              </a:spcAft>
              <a:buClr>
                <a:schemeClr val="dk2"/>
              </a:buClr>
              <a:buSzPts val="3000"/>
              <a:buNone/>
              <a:defRPr sz="3000">
                <a:solidFill>
                  <a:schemeClr val="dk2"/>
                </a:solidFill>
              </a:defRPr>
            </a:lvl3pPr>
            <a:lvl4pPr lvl="3" rtl="0">
              <a:spcBef>
                <a:spcPts val="0"/>
              </a:spcBef>
              <a:spcAft>
                <a:spcPts val="0"/>
              </a:spcAft>
              <a:buClr>
                <a:schemeClr val="dk2"/>
              </a:buClr>
              <a:buSzPts val="3000"/>
              <a:buNone/>
              <a:defRPr sz="3000">
                <a:solidFill>
                  <a:schemeClr val="dk2"/>
                </a:solidFill>
              </a:defRPr>
            </a:lvl4pPr>
            <a:lvl5pPr lvl="4" rtl="0">
              <a:spcBef>
                <a:spcPts val="0"/>
              </a:spcBef>
              <a:spcAft>
                <a:spcPts val="0"/>
              </a:spcAft>
              <a:buClr>
                <a:schemeClr val="dk2"/>
              </a:buClr>
              <a:buSzPts val="3000"/>
              <a:buNone/>
              <a:defRPr sz="3000">
                <a:solidFill>
                  <a:schemeClr val="dk2"/>
                </a:solidFill>
              </a:defRPr>
            </a:lvl5pPr>
            <a:lvl6pPr lvl="5" rtl="0">
              <a:spcBef>
                <a:spcPts val="0"/>
              </a:spcBef>
              <a:spcAft>
                <a:spcPts val="0"/>
              </a:spcAft>
              <a:buClr>
                <a:schemeClr val="dk2"/>
              </a:buClr>
              <a:buSzPts val="3000"/>
              <a:buNone/>
              <a:defRPr sz="3000">
                <a:solidFill>
                  <a:schemeClr val="dk2"/>
                </a:solidFill>
              </a:defRPr>
            </a:lvl6pPr>
            <a:lvl7pPr lvl="6" rtl="0">
              <a:spcBef>
                <a:spcPts val="0"/>
              </a:spcBef>
              <a:spcAft>
                <a:spcPts val="0"/>
              </a:spcAft>
              <a:buClr>
                <a:schemeClr val="dk2"/>
              </a:buClr>
              <a:buSzPts val="3000"/>
              <a:buNone/>
              <a:defRPr sz="3000">
                <a:solidFill>
                  <a:schemeClr val="dk2"/>
                </a:solidFill>
              </a:defRPr>
            </a:lvl7pPr>
            <a:lvl8pPr lvl="7" rtl="0">
              <a:spcBef>
                <a:spcPts val="0"/>
              </a:spcBef>
              <a:spcAft>
                <a:spcPts val="0"/>
              </a:spcAft>
              <a:buClr>
                <a:schemeClr val="dk2"/>
              </a:buClr>
              <a:buSzPts val="3000"/>
              <a:buNone/>
              <a:defRPr sz="3000">
                <a:solidFill>
                  <a:schemeClr val="dk2"/>
                </a:solidFill>
              </a:defRPr>
            </a:lvl8pPr>
            <a:lvl9pPr lvl="8" rtl="0">
              <a:spcBef>
                <a:spcPts val="0"/>
              </a:spcBef>
              <a:spcAft>
                <a:spcPts val="0"/>
              </a:spcAft>
              <a:buClr>
                <a:schemeClr val="dk2"/>
              </a:buClr>
              <a:buSzPts val="3000"/>
              <a:buNone/>
              <a:defRPr sz="3000">
                <a:solidFill>
                  <a:schemeClr val="dk2"/>
                </a:solidFill>
              </a:defRPr>
            </a:lvl9pPr>
          </a:lstStyle>
          <a:p>
            <a:endParaRPr/>
          </a:p>
        </p:txBody>
      </p:sp>
    </p:spTree>
    <p:extLst>
      <p:ext uri="{BB962C8B-B14F-4D97-AF65-F5344CB8AC3E}">
        <p14:creationId xmlns:p14="http://schemas.microsoft.com/office/powerpoint/2010/main" val="135950650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346" y="457200"/>
            <a:ext cx="7765322" cy="727838"/>
          </a:xfrm>
          <a:prstGeom prst="rect">
            <a:avLst/>
          </a:prstGeom>
          <a:effectLst>
            <a:outerShdw blurRad="25400" dir="17880000">
              <a:srgbClr val="000000">
                <a:alpha val="46000"/>
              </a:srgbClr>
            </a:outerShdw>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346" y="1299337"/>
            <a:ext cx="7765322" cy="3044063"/>
          </a:xfrm>
          <a:prstGeom prst="rect">
            <a:avLst/>
          </a:prstGeom>
          <a:effectLst>
            <a:outerShdw blurRad="25400" dir="17880000">
              <a:srgbClr val="000000">
                <a:alpha val="46000"/>
              </a:srgbClr>
            </a:outerShdw>
          </a:effectLst>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759052" y="4412457"/>
            <a:ext cx="2057400" cy="273844"/>
          </a:xfrm>
          <a:prstGeom prst="rect">
            <a:avLst/>
          </a:prstGeom>
        </p:spPr>
        <p:txBody>
          <a:bodyPr vert="horz" lIns="91440" tIns="45720" rIns="91440" bIns="45720" rtlCol="0" anchor="ctr"/>
          <a:lstStyle>
            <a:lvl1pPr algn="r">
              <a:defRPr sz="750">
                <a:solidFill>
                  <a:schemeClr val="tx1">
                    <a:lumMod val="95000"/>
                  </a:schemeClr>
                </a:solidFill>
                <a:effectLst>
                  <a:outerShdw blurRad="50800" dist="38100" dir="2700000" algn="tl" rotWithShape="0">
                    <a:schemeClr val="bg1">
                      <a:alpha val="43000"/>
                    </a:schemeClr>
                  </a:outerShdw>
                </a:effectLst>
              </a:defRPr>
            </a:lvl1pPr>
          </a:lstStyle>
          <a:p>
            <a:fld id="{4AFF9DAA-24EA-42C6-A9F7-80082ABBB58B}" type="datetimeFigureOut">
              <a:rPr lang="en-US" smtClean="0"/>
              <a:t>3/8/2026</a:t>
            </a:fld>
            <a:endParaRPr lang="en-US"/>
          </a:p>
        </p:txBody>
      </p:sp>
      <p:sp>
        <p:nvSpPr>
          <p:cNvPr id="5" name="Footer Placeholder 4"/>
          <p:cNvSpPr>
            <a:spLocks noGrp="1"/>
          </p:cNvSpPr>
          <p:nvPr>
            <p:ph type="ftr" sz="quarter" idx="3"/>
          </p:nvPr>
        </p:nvSpPr>
        <p:spPr>
          <a:xfrm>
            <a:off x="685347" y="4412457"/>
            <a:ext cx="5004649" cy="273844"/>
          </a:xfrm>
          <a:prstGeom prst="rect">
            <a:avLst/>
          </a:prstGeom>
        </p:spPr>
        <p:txBody>
          <a:bodyPr vert="horz" lIns="91440" tIns="45720" rIns="91440" bIns="45720" rtlCol="0" anchor="ctr"/>
          <a:lstStyle>
            <a:lvl1pPr algn="l">
              <a:defRPr sz="750">
                <a:solidFill>
                  <a:schemeClr val="tx1">
                    <a:lumMod val="95000"/>
                  </a:schemeClr>
                </a:solidFill>
                <a:effectLst>
                  <a:outerShdw blurRad="50800" dist="38100" dir="2700000" algn="tl" rotWithShape="0">
                    <a:schemeClr val="bg1">
                      <a:alpha val="43000"/>
                    </a:schemeClr>
                  </a:outerShdw>
                </a:effectLst>
              </a:defRPr>
            </a:lvl1pPr>
          </a:lstStyle>
          <a:p>
            <a:endParaRPr lang="en-US"/>
          </a:p>
        </p:txBody>
      </p:sp>
      <p:sp>
        <p:nvSpPr>
          <p:cNvPr id="6" name="Slide Number Placeholder 5"/>
          <p:cNvSpPr>
            <a:spLocks noGrp="1"/>
          </p:cNvSpPr>
          <p:nvPr>
            <p:ph type="sldNum" sz="quarter" idx="4"/>
          </p:nvPr>
        </p:nvSpPr>
        <p:spPr>
          <a:xfrm>
            <a:off x="7885509" y="4412457"/>
            <a:ext cx="565159" cy="273844"/>
          </a:xfrm>
          <a:prstGeom prst="rect">
            <a:avLst/>
          </a:prstGeom>
        </p:spPr>
        <p:txBody>
          <a:bodyPr vert="horz" lIns="91440" tIns="45720" rIns="91440" bIns="45720" rtlCol="0" anchor="ctr"/>
          <a:lstStyle>
            <a:lvl1pPr algn="r">
              <a:defRPr sz="750">
                <a:solidFill>
                  <a:schemeClr val="tx1">
                    <a:lumMod val="95000"/>
                  </a:schemeClr>
                </a:solidFill>
                <a:effectLst>
                  <a:outerShdw blurRad="50800" dist="38100" dir="2700000" algn="tl" rotWithShape="0">
                    <a:schemeClr val="bg1">
                      <a:alpha val="43000"/>
                    </a:schemeClr>
                  </a:outerShdw>
                </a:effectLst>
              </a:defRPr>
            </a:lvl1pPr>
          </a:lstStyle>
          <a:p>
            <a:fld id="{EB45DBCB-93A7-4839-9981-E211EA162658}" type="slidenum">
              <a:rPr lang="en-US" smtClean="0"/>
              <a:t>‹#›</a:t>
            </a:fld>
            <a:endParaRPr lang="en-US"/>
          </a:p>
        </p:txBody>
      </p:sp>
    </p:spTree>
    <p:extLst>
      <p:ext uri="{BB962C8B-B14F-4D97-AF65-F5344CB8AC3E}">
        <p14:creationId xmlns:p14="http://schemas.microsoft.com/office/powerpoint/2010/main" val="2749564148"/>
      </p:ext>
    </p:extLst>
  </p:cSld>
  <p:clrMap bg1="dk1" tx1="lt1" bg2="dk2" tx2="lt2" accent1="accent1" accent2="accent2" accent3="accent3" accent4="accent4" accent5="accent5" accent6="accent6" hlink="hlink" folHlink="folHlink"/>
  <p:sldLayoutIdLst>
    <p:sldLayoutId id="2147483822" r:id="rId1"/>
    <p:sldLayoutId id="2147483823" r:id="rId2"/>
    <p:sldLayoutId id="2147483824" r:id="rId3"/>
    <p:sldLayoutId id="2147483825" r:id="rId4"/>
    <p:sldLayoutId id="2147483826" r:id="rId5"/>
    <p:sldLayoutId id="2147483827" r:id="rId6"/>
    <p:sldLayoutId id="2147483828" r:id="rId7"/>
    <p:sldLayoutId id="2147483829" r:id="rId8"/>
    <p:sldLayoutId id="2147483830" r:id="rId9"/>
    <p:sldLayoutId id="2147483831" r:id="rId10"/>
    <p:sldLayoutId id="2147483832" r:id="rId11"/>
    <p:sldLayoutId id="2147483833" r:id="rId12"/>
    <p:sldLayoutId id="2147483834" r:id="rId13"/>
    <p:sldLayoutId id="2147483835" r:id="rId14"/>
    <p:sldLayoutId id="2147483836" r:id="rId15"/>
    <p:sldLayoutId id="2147483837" r:id="rId16"/>
    <p:sldLayoutId id="2147483838" r:id="rId17"/>
    <p:sldLayoutId id="2147483839" r:id="rId18"/>
    <p:sldLayoutId id="2147483840" r:id="rId19"/>
    <p:sldLayoutId id="2147483841" r:id="rId20"/>
    <p:sldLayoutId id="2147483842" r:id="rId21"/>
    <p:sldLayoutId id="2147483843" r:id="rId22"/>
    <p:sldLayoutId id="2147483844" r:id="rId23"/>
    <p:sldLayoutId id="2147483845" r:id="rId24"/>
    <p:sldLayoutId id="2147483846" r:id="rId25"/>
    <p:sldLayoutId id="2147483847" r:id="rId26"/>
    <p:sldLayoutId id="2147483848" r:id="rId27"/>
    <p:sldLayoutId id="2147483849" r:id="rId28"/>
    <p:sldLayoutId id="2147483850" r:id="rId29"/>
    <p:sldLayoutId id="2147483851" r:id="rId30"/>
  </p:sldLayoutIdLst>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hf sldNum="0" hdr="0" ftr="0" dt="0"/>
  <p:txStyles>
    <p:titleStyle>
      <a:lvl1pPr algn="ctr" defTabSz="342900" rtl="0" eaLnBrk="1" latinLnBrk="0" hangingPunct="1">
        <a:spcBef>
          <a:spcPct val="0"/>
        </a:spcBef>
        <a:buNone/>
        <a:defRPr sz="3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57175" indent="-229500" algn="l" defTabSz="342900" rtl="0" eaLnBrk="1" latinLnBrk="0" hangingPunct="1">
        <a:spcBef>
          <a:spcPct val="20000"/>
        </a:spcBef>
        <a:spcAft>
          <a:spcPts val="450"/>
        </a:spcAft>
        <a:buClr>
          <a:schemeClr val="tx2"/>
        </a:buClr>
        <a:buSzPct val="70000"/>
        <a:buFont typeface="Wingdings 2" charset="2"/>
        <a:buChar char=""/>
        <a:defRPr sz="15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540000" indent="-202500" algn="l" defTabSz="342900" rtl="0" eaLnBrk="1" latinLnBrk="0" hangingPunct="1">
        <a:spcBef>
          <a:spcPct val="20000"/>
        </a:spcBef>
        <a:spcAft>
          <a:spcPts val="450"/>
        </a:spcAft>
        <a:buClr>
          <a:schemeClr val="tx2"/>
        </a:buClr>
        <a:buSzPct val="70000"/>
        <a:buFont typeface="Wingdings 2" charset="2"/>
        <a:buChar char=""/>
        <a:defRPr sz="135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769500" indent="-162000" algn="l" defTabSz="342900" rtl="0" eaLnBrk="1" latinLnBrk="0" hangingPunct="1">
        <a:spcBef>
          <a:spcPct val="20000"/>
        </a:spcBef>
        <a:spcAft>
          <a:spcPts val="450"/>
        </a:spcAft>
        <a:buClr>
          <a:schemeClr val="tx2"/>
        </a:buClr>
        <a:buSzPct val="70000"/>
        <a:buFont typeface="Wingdings 2" charset="2"/>
        <a:buChar char=""/>
        <a:defRPr sz="12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039500" indent="-162000" algn="l" defTabSz="342900" rtl="0" eaLnBrk="1" latinLnBrk="0" hangingPunct="1">
        <a:spcBef>
          <a:spcPct val="20000"/>
        </a:spcBef>
        <a:spcAft>
          <a:spcPts val="450"/>
        </a:spcAft>
        <a:buClr>
          <a:schemeClr val="tx2"/>
        </a:buClr>
        <a:buSzPct val="70000"/>
        <a:buFont typeface="Wingdings 2" charset="2"/>
        <a:buChar char=""/>
        <a:defRPr sz="105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255500" indent="-162000" algn="l" defTabSz="342900" rtl="0" eaLnBrk="1" latinLnBrk="0" hangingPunct="1">
        <a:spcBef>
          <a:spcPct val="20000"/>
        </a:spcBef>
        <a:spcAft>
          <a:spcPts val="450"/>
        </a:spcAft>
        <a:buClr>
          <a:schemeClr val="tx2"/>
        </a:buClr>
        <a:buSzPct val="70000"/>
        <a:buFont typeface="Wingdings 2" charset="2"/>
        <a:buChar char=""/>
        <a:defRPr sz="105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1510950" indent="-171450" algn="l" defTabSz="342900" rtl="0" eaLnBrk="1" latinLnBrk="0" hangingPunct="1">
        <a:spcBef>
          <a:spcPct val="20000"/>
        </a:spcBef>
        <a:spcAft>
          <a:spcPts val="450"/>
        </a:spcAft>
        <a:buClr>
          <a:schemeClr val="tx2"/>
        </a:buClr>
        <a:buSzPct val="70000"/>
        <a:buFont typeface="Wingdings 2" charset="2"/>
        <a:buChar char=""/>
        <a:defRPr sz="105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1801350" indent="-171450" algn="l" defTabSz="342900" rtl="0" eaLnBrk="1" latinLnBrk="0" hangingPunct="1">
        <a:spcBef>
          <a:spcPct val="20000"/>
        </a:spcBef>
        <a:spcAft>
          <a:spcPts val="450"/>
        </a:spcAft>
        <a:buClr>
          <a:schemeClr val="tx2"/>
        </a:buClr>
        <a:buSzPct val="70000"/>
        <a:buFont typeface="Wingdings 2" charset="2"/>
        <a:buChar char=""/>
        <a:defRPr sz="105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091750" indent="-171450" algn="l" defTabSz="342900" rtl="0" eaLnBrk="1" latinLnBrk="0" hangingPunct="1">
        <a:spcBef>
          <a:spcPct val="20000"/>
        </a:spcBef>
        <a:spcAft>
          <a:spcPts val="450"/>
        </a:spcAft>
        <a:buClr>
          <a:schemeClr val="tx2"/>
        </a:buClr>
        <a:buSzPct val="70000"/>
        <a:buFont typeface="Wingdings 2" charset="2"/>
        <a:buChar char=""/>
        <a:defRPr sz="105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2329650" indent="-171450" algn="l" defTabSz="342900" rtl="0" eaLnBrk="1" latinLnBrk="0" hangingPunct="1">
        <a:spcBef>
          <a:spcPct val="20000"/>
        </a:spcBef>
        <a:spcAft>
          <a:spcPts val="450"/>
        </a:spcAft>
        <a:buClr>
          <a:schemeClr val="tx2"/>
        </a:buClr>
        <a:buSzPct val="70000"/>
        <a:buFont typeface="Wingdings 2" charset="2"/>
        <a:buChar char=""/>
        <a:defRPr sz="105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0.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1.xml"/></Relationships>
</file>

<file path=ppt/slides/_rels/slide6.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7.png"/><Relationship Id="rId1" Type="http://schemas.openxmlformats.org/officeDocument/2006/relationships/slideLayout" Target="../slideLayouts/slideLayout2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3.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8.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18.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18.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3.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25.xml"/><Relationship Id="rId4" Type="http://schemas.openxmlformats.org/officeDocument/2006/relationships/image" Target="../media/image10.svg"/></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8.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8.xml"/></Relationships>
</file>

<file path=ppt/slides/_rels/slide2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19.xml"/><Relationship Id="rId4" Type="http://schemas.microsoft.com/office/2007/relationships/hdphoto" Target="../media/hdphoto1.wdp"/></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8.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Layout" Target="../slideLayouts/slideLayout18.xml"/></Relationships>
</file>

<file path=ppt/slides/_rels/slide2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5.png"/><Relationship Id="rId1" Type="http://schemas.openxmlformats.org/officeDocument/2006/relationships/slideLayout" Target="../slideLayouts/slideLayout24.xml"/><Relationship Id="rId4" Type="http://schemas.openxmlformats.org/officeDocument/2006/relationships/hyperlink" Target="https://electrical-engineering-portal.com/systems-motion-motor-drive" TargetMode="External"/></Relationships>
</file>

<file path=ppt/slides/_rels/slide32.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Layout" Target="../slideLayouts/slideLayout2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4.xml.rels><?xml version="1.0" encoding="UTF-8" standalone="yes"?>
<Relationships xmlns="http://schemas.openxmlformats.org/package/2006/relationships"><Relationship Id="rId3" Type="http://schemas.openxmlformats.org/officeDocument/2006/relationships/hyperlink" Target="https://webmotor.org/brushless-dc-motor-construction-and-working-principle-pdf/" TargetMode="External"/><Relationship Id="rId2" Type="http://schemas.openxmlformats.org/officeDocument/2006/relationships/image" Target="../media/image16.png"/><Relationship Id="rId1" Type="http://schemas.openxmlformats.org/officeDocument/2006/relationships/slideLayout" Target="../slideLayouts/slideLayout29.xml"/></Relationships>
</file>

<file path=ppt/slides/_rels/slide35.xml.rels><?xml version="1.0" encoding="UTF-8" standalone="yes"?>
<Relationships xmlns="http://schemas.openxmlformats.org/package/2006/relationships"><Relationship Id="rId3" Type="http://schemas.openxmlformats.org/officeDocument/2006/relationships/hyperlink" Target="https://webmotor.org/brushless-dc-motor-construction-and-working-principle-pdf/" TargetMode="External"/><Relationship Id="rId2" Type="http://schemas.openxmlformats.org/officeDocument/2006/relationships/image" Target="../media/image16.png"/><Relationship Id="rId1" Type="http://schemas.openxmlformats.org/officeDocument/2006/relationships/slideLayout" Target="../slideLayouts/slideLayout29.xml"/></Relationships>
</file>

<file path=ppt/slides/_rels/slide36.xml.rels><?xml version="1.0" encoding="UTF-8" standalone="yes"?>
<Relationships xmlns="http://schemas.openxmlformats.org/package/2006/relationships"><Relationship Id="rId3" Type="http://schemas.openxmlformats.org/officeDocument/2006/relationships/hyperlink" Target="https://webmotor.org/brushless-dc-motor-construction-and-working-principle-pdf/" TargetMode="External"/><Relationship Id="rId2" Type="http://schemas.openxmlformats.org/officeDocument/2006/relationships/image" Target="../media/image16.png"/><Relationship Id="rId1" Type="http://schemas.openxmlformats.org/officeDocument/2006/relationships/slideLayout" Target="../slideLayouts/slideLayout29.xml"/></Relationships>
</file>

<file path=ppt/slides/_rels/slide3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7.gif"/><Relationship Id="rId1" Type="http://schemas.openxmlformats.org/officeDocument/2006/relationships/slideLayout" Target="../slideLayouts/slideLayout29.xml"/><Relationship Id="rId4" Type="http://schemas.openxmlformats.org/officeDocument/2006/relationships/image" Target="../media/image10.svg"/></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7.xml"/></Relationships>
</file>

<file path=ppt/slides/_rels/slide39.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Layout" Target="../slideLayouts/slideLayout18.xml"/></Relationships>
</file>

<file path=ppt/slides/_rels/slide4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8.xml"/></Relationships>
</file>

<file path=ppt/slides/_rels/slide41.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18.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7.xml"/></Relationships>
</file>

<file path=ppt/slides/_rels/slide44.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9.png"/><Relationship Id="rId1" Type="http://schemas.openxmlformats.org/officeDocument/2006/relationships/slideLayout" Target="../slideLayouts/slideLayout18.xml"/></Relationships>
</file>

<file path=ppt/slides/_rels/slide45.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9.png"/><Relationship Id="rId1" Type="http://schemas.openxmlformats.org/officeDocument/2006/relationships/slideLayout" Target="../slideLayouts/slideLayout18.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7.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Layout" Target="../slideLayouts/slideLayout21.xml"/></Relationships>
</file>

<file path=ppt/slides/_rels/slide48.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9.png"/><Relationship Id="rId1" Type="http://schemas.openxmlformats.org/officeDocument/2006/relationships/slideLayout" Target="../slideLayouts/slideLayout21.xml"/></Relationships>
</file>

<file path=ppt/slides/_rels/slide49.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9.png"/><Relationship Id="rId1" Type="http://schemas.openxmlformats.org/officeDocument/2006/relationships/slideLayout" Target="../slideLayouts/slideLayout21.xml"/></Relationships>
</file>

<file path=ppt/slides/_rels/slide5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ubtitle 5">
            <a:extLst>
              <a:ext uri="{FF2B5EF4-FFF2-40B4-BE49-F238E27FC236}">
                <a16:creationId xmlns:a16="http://schemas.microsoft.com/office/drawing/2014/main" id="{C4E309AF-E8B0-420C-A4D7-12D79F370920}"/>
              </a:ext>
            </a:extLst>
          </p:cNvPr>
          <p:cNvSpPr>
            <a:spLocks noGrp="1"/>
          </p:cNvSpPr>
          <p:nvPr/>
        </p:nvSpPr>
        <p:spPr>
          <a:xfrm>
            <a:off x="-1" y="46589"/>
            <a:ext cx="9144001" cy="924605"/>
          </a:xfrm>
          <a:prstGeom prst="rect">
            <a:avLst/>
          </a:prstGeom>
          <a:ln>
            <a:noFill/>
          </a:ln>
        </p:spPr>
        <p:txBody>
          <a:bodyPr vert="horz" lIns="91440" tIns="45720" rIns="91440" bIns="45720" rtlCol="0" anchor="t">
            <a:noAutofit/>
          </a:bodyPr>
          <a:lstStyle>
            <a:lvl1pPr marL="0" indent="0" algn="l" defTabSz="914400" rtl="0" eaLnBrk="1" latinLnBrk="0" hangingPunct="1">
              <a:lnSpc>
                <a:spcPct val="100000"/>
              </a:lnSpc>
              <a:spcBef>
                <a:spcPts val="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ctr"/>
            <a:r>
              <a:rPr lang="en-US" b="1" dirty="0">
                <a:solidFill>
                  <a:srgbClr val="E2776F"/>
                </a:solidFill>
                <a:latin typeface="Montserrat" panose="00000500000000000000" pitchFamily="2" charset="0"/>
                <a:ea typeface="+mn-lt"/>
                <a:cs typeface="+mn-lt"/>
              </a:rPr>
              <a:t>UNIVERSITY INSTITUTE OF TECHNOLOGY  RGPV, BHOPAL</a:t>
            </a:r>
            <a:endParaRPr lang="en-GB" b="1" dirty="0">
              <a:solidFill>
                <a:srgbClr val="E2776F"/>
              </a:solidFill>
              <a:latin typeface="Montserrat" panose="00000500000000000000" pitchFamily="2" charset="0"/>
              <a:ea typeface="+mn-lt"/>
              <a:cs typeface="+mn-lt"/>
            </a:endParaRPr>
          </a:p>
          <a:p>
            <a:endParaRPr lang="en-GB" b="1" dirty="0">
              <a:solidFill>
                <a:schemeClr val="accent1"/>
              </a:solidFill>
              <a:latin typeface="Montserrat" panose="00000500000000000000" pitchFamily="2" charset="0"/>
              <a:ea typeface="+mn-lt"/>
              <a:cs typeface="Arial"/>
            </a:endParaRPr>
          </a:p>
        </p:txBody>
      </p:sp>
      <p:pic>
        <p:nvPicPr>
          <p:cNvPr id="7" name="Picture 6" descr="A red and white logo&#10;&#10;Description automatically generated">
            <a:extLst>
              <a:ext uri="{FF2B5EF4-FFF2-40B4-BE49-F238E27FC236}">
                <a16:creationId xmlns:a16="http://schemas.microsoft.com/office/drawing/2014/main" id="{81456B3C-4AA7-4D81-A5D6-CD6914DB3FE5}"/>
              </a:ext>
            </a:extLst>
          </p:cNvPr>
          <p:cNvPicPr>
            <a:picLocks noChangeAspect="1"/>
          </p:cNvPicPr>
          <p:nvPr/>
        </p:nvPicPr>
        <p:blipFill>
          <a:blip r:embed="rId2"/>
          <a:stretch>
            <a:fillRect/>
          </a:stretch>
        </p:blipFill>
        <p:spPr>
          <a:xfrm>
            <a:off x="4061800" y="931214"/>
            <a:ext cx="1020398" cy="1105929"/>
          </a:xfrm>
          <a:prstGeom prst="rect">
            <a:avLst/>
          </a:prstGeom>
        </p:spPr>
      </p:pic>
      <p:sp>
        <p:nvSpPr>
          <p:cNvPr id="11" name="Google Shape;290;p40">
            <a:extLst>
              <a:ext uri="{FF2B5EF4-FFF2-40B4-BE49-F238E27FC236}">
                <a16:creationId xmlns:a16="http://schemas.microsoft.com/office/drawing/2014/main" id="{0F8D8B92-9DEE-409A-90C1-8440E98DBD2E}"/>
              </a:ext>
            </a:extLst>
          </p:cNvPr>
          <p:cNvSpPr txBox="1">
            <a:spLocks/>
          </p:cNvSpPr>
          <p:nvPr/>
        </p:nvSpPr>
        <p:spPr>
          <a:xfrm>
            <a:off x="1003799" y="2107816"/>
            <a:ext cx="7136400" cy="924605"/>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lt2"/>
              </a:buClr>
              <a:buSzPts val="2800"/>
              <a:buFont typeface="Montserrat"/>
              <a:buNone/>
              <a:defRPr sz="3200" b="1" i="0" u="none" strike="noStrike" cap="none">
                <a:solidFill>
                  <a:schemeClr val="lt2"/>
                </a:solidFill>
                <a:latin typeface="Montserrat"/>
                <a:ea typeface="Montserrat"/>
                <a:cs typeface="Montserrat"/>
                <a:sym typeface="Montserrat"/>
              </a:defRPr>
            </a:lvl1pPr>
            <a:lvl2pPr marR="0" lvl="1" algn="ctr"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ctr"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ctr"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ctr"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ctr"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ctr"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ctr"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ctr"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pPr>
              <a:buClr>
                <a:schemeClr val="dk1"/>
              </a:buClr>
              <a:buSzPts val="1100"/>
              <a:buFont typeface="Arial"/>
              <a:buNone/>
            </a:pPr>
            <a:r>
              <a:rPr lang="en-US" sz="1800" dirty="0">
                <a:solidFill>
                  <a:schemeClr val="tx2"/>
                </a:solidFill>
              </a:rPr>
              <a:t>Major Project</a:t>
            </a:r>
            <a:br>
              <a:rPr lang="en-US" sz="1800" dirty="0">
                <a:solidFill>
                  <a:schemeClr val="tx2"/>
                </a:solidFill>
              </a:rPr>
            </a:br>
            <a:r>
              <a:rPr lang="en-US" sz="1800" dirty="0">
                <a:solidFill>
                  <a:schemeClr val="tx2"/>
                </a:solidFill>
              </a:rPr>
              <a:t>Design and Performance Analysis of Electric Motor Drive System for a four seater Electric Vehicle</a:t>
            </a:r>
          </a:p>
        </p:txBody>
      </p:sp>
      <p:sp>
        <p:nvSpPr>
          <p:cNvPr id="12" name="TextBox 11">
            <a:extLst>
              <a:ext uri="{FF2B5EF4-FFF2-40B4-BE49-F238E27FC236}">
                <a16:creationId xmlns:a16="http://schemas.microsoft.com/office/drawing/2014/main" id="{EA428F3B-3697-483C-B353-F6135C627D51}"/>
              </a:ext>
            </a:extLst>
          </p:cNvPr>
          <p:cNvSpPr txBox="1"/>
          <p:nvPr/>
        </p:nvSpPr>
        <p:spPr>
          <a:xfrm>
            <a:off x="187176" y="3380091"/>
            <a:ext cx="4895022" cy="830997"/>
          </a:xfrm>
          <a:prstGeom prst="rect">
            <a:avLst/>
          </a:prstGeom>
          <a:noFill/>
        </p:spPr>
        <p:txBody>
          <a:bodyPr wrap="square" rtlCol="0">
            <a:spAutoFit/>
          </a:bodyPr>
          <a:lstStyle/>
          <a:p>
            <a:r>
              <a:rPr lang="en-US" sz="1600" b="1" dirty="0">
                <a:latin typeface="SF Pro Text" panose="00000500000000000000"/>
              </a:rPr>
              <a:t>Presented By :- </a:t>
            </a:r>
          </a:p>
          <a:p>
            <a:endParaRPr lang="en-US" sz="1600" dirty="0">
              <a:latin typeface="SF Pro Text" panose="00000500000000000000"/>
            </a:endParaRPr>
          </a:p>
          <a:p>
            <a:r>
              <a:rPr lang="en-US" sz="1600" dirty="0">
                <a:latin typeface="SF Pro Text" panose="00000500000000000000"/>
              </a:rPr>
              <a:t>Anshul Yadav 			(0101AU201015)</a:t>
            </a:r>
          </a:p>
        </p:txBody>
      </p:sp>
      <p:sp>
        <p:nvSpPr>
          <p:cNvPr id="13" name="TextBox 12">
            <a:extLst>
              <a:ext uri="{FF2B5EF4-FFF2-40B4-BE49-F238E27FC236}">
                <a16:creationId xmlns:a16="http://schemas.microsoft.com/office/drawing/2014/main" id="{3840E557-F83F-4112-ABA5-8190DEA7B9A8}"/>
              </a:ext>
            </a:extLst>
          </p:cNvPr>
          <p:cNvSpPr txBox="1"/>
          <p:nvPr/>
        </p:nvSpPr>
        <p:spPr>
          <a:xfrm>
            <a:off x="5605670" y="3795590"/>
            <a:ext cx="3351154" cy="584775"/>
          </a:xfrm>
          <a:prstGeom prst="rect">
            <a:avLst/>
          </a:prstGeom>
          <a:noFill/>
        </p:spPr>
        <p:txBody>
          <a:bodyPr wrap="square" rtlCol="0">
            <a:spAutoFit/>
          </a:bodyPr>
          <a:lstStyle/>
          <a:p>
            <a:pPr algn="ctr"/>
            <a:r>
              <a:rPr lang="en-US" sz="1600" b="1" dirty="0">
                <a:solidFill>
                  <a:srgbClr val="E2776F"/>
                </a:solidFill>
                <a:latin typeface="SF Pro Text" panose="00000500000000000000"/>
              </a:rPr>
              <a:t>Guided By :- </a:t>
            </a:r>
          </a:p>
          <a:p>
            <a:pPr algn="ctr"/>
            <a:r>
              <a:rPr lang="en-US" sz="1600" dirty="0">
                <a:solidFill>
                  <a:srgbClr val="E2776F"/>
                </a:solidFill>
                <a:latin typeface="SF Pro Text" panose="00000500000000000000"/>
              </a:rPr>
              <a:t>Dr. Narayan Prasad Gupta</a:t>
            </a:r>
            <a:endParaRPr lang="en-IN" sz="1600" dirty="0">
              <a:solidFill>
                <a:srgbClr val="E2776F"/>
              </a:solidFill>
              <a:latin typeface="SF Pro Text" panose="00000500000000000000"/>
            </a:endParaRPr>
          </a:p>
        </p:txBody>
      </p:sp>
    </p:spTree>
    <p:extLst>
      <p:ext uri="{BB962C8B-B14F-4D97-AF65-F5344CB8AC3E}">
        <p14:creationId xmlns:p14="http://schemas.microsoft.com/office/powerpoint/2010/main" val="222757786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Box 16">
            <a:extLst>
              <a:ext uri="{FF2B5EF4-FFF2-40B4-BE49-F238E27FC236}">
                <a16:creationId xmlns:a16="http://schemas.microsoft.com/office/drawing/2014/main" id="{6644EB40-B6B5-41AB-B41F-7428F94B6A7B}"/>
              </a:ext>
            </a:extLst>
          </p:cNvPr>
          <p:cNvSpPr txBox="1"/>
          <p:nvPr/>
        </p:nvSpPr>
        <p:spPr>
          <a:xfrm>
            <a:off x="1013792" y="1113183"/>
            <a:ext cx="5476461" cy="2810000"/>
          </a:xfrm>
          <a:prstGeom prst="rect">
            <a:avLst/>
          </a:prstGeom>
          <a:noFill/>
        </p:spPr>
        <p:txBody>
          <a:bodyPr wrap="square" rtlCol="0">
            <a:spAutoFit/>
          </a:bodyPr>
          <a:lstStyle/>
          <a:p>
            <a:pPr>
              <a:lnSpc>
                <a:spcPct val="150000"/>
              </a:lnSpc>
            </a:pPr>
            <a:r>
              <a:rPr lang="en-US" sz="2400" dirty="0">
                <a:latin typeface="Poppins" panose="00000500000000000000" pitchFamily="2" charset="0"/>
                <a:cs typeface="Poppins" panose="00000500000000000000" pitchFamily="2" charset="0"/>
              </a:rPr>
              <a:t>01 Introduction</a:t>
            </a:r>
          </a:p>
          <a:p>
            <a:pPr>
              <a:lnSpc>
                <a:spcPct val="150000"/>
              </a:lnSpc>
            </a:pPr>
            <a:r>
              <a:rPr lang="en-US" sz="2400" dirty="0">
                <a:latin typeface="Poppins" panose="00000500000000000000" pitchFamily="2" charset="0"/>
                <a:cs typeface="Poppins" panose="00000500000000000000" pitchFamily="2" charset="0"/>
              </a:rPr>
              <a:t>02 Literature Review </a:t>
            </a:r>
          </a:p>
          <a:p>
            <a:pPr>
              <a:lnSpc>
                <a:spcPct val="150000"/>
              </a:lnSpc>
            </a:pPr>
            <a:r>
              <a:rPr lang="en-US" sz="2400" dirty="0">
                <a:latin typeface="Poppins" panose="00000500000000000000" pitchFamily="2" charset="0"/>
                <a:cs typeface="Poppins" panose="00000500000000000000" pitchFamily="2" charset="0"/>
              </a:rPr>
              <a:t>03 Research Gaps And Objective</a:t>
            </a:r>
          </a:p>
          <a:p>
            <a:pPr>
              <a:lnSpc>
                <a:spcPct val="150000"/>
              </a:lnSpc>
            </a:pPr>
            <a:r>
              <a:rPr lang="en-US" sz="2400" dirty="0">
                <a:latin typeface="Poppins" panose="00000500000000000000" pitchFamily="2" charset="0"/>
                <a:cs typeface="Poppins" panose="00000500000000000000" pitchFamily="2" charset="0"/>
              </a:rPr>
              <a:t>04 Technical Work Details</a:t>
            </a:r>
          </a:p>
          <a:p>
            <a:pPr>
              <a:lnSpc>
                <a:spcPct val="150000"/>
              </a:lnSpc>
            </a:pPr>
            <a:r>
              <a:rPr lang="en-US" sz="2400" dirty="0">
                <a:latin typeface="Poppins" panose="00000500000000000000" pitchFamily="2" charset="0"/>
                <a:cs typeface="Poppins" panose="00000500000000000000" pitchFamily="2" charset="0"/>
              </a:rPr>
              <a:t>05 Conclusion</a:t>
            </a:r>
          </a:p>
        </p:txBody>
      </p:sp>
      <p:sp>
        <p:nvSpPr>
          <p:cNvPr id="21" name="Title 1">
            <a:extLst>
              <a:ext uri="{FF2B5EF4-FFF2-40B4-BE49-F238E27FC236}">
                <a16:creationId xmlns:a16="http://schemas.microsoft.com/office/drawing/2014/main" id="{EDF7B2B3-6B4F-43A7-9F3D-9FC4C6B7A54E}"/>
              </a:ext>
            </a:extLst>
          </p:cNvPr>
          <p:cNvSpPr>
            <a:spLocks noGrp="1"/>
          </p:cNvSpPr>
          <p:nvPr>
            <p:ph type="title"/>
          </p:nvPr>
        </p:nvSpPr>
        <p:spPr>
          <a:xfrm>
            <a:off x="712787" y="304386"/>
            <a:ext cx="7718425" cy="576263"/>
          </a:xfrm>
        </p:spPr>
        <p:txBody>
          <a:bodyPr/>
          <a:lstStyle/>
          <a:p>
            <a:r>
              <a:rPr lang="en" b="1" dirty="0">
                <a:effectLst/>
                <a:latin typeface="Montserrat" panose="00000500000000000000" pitchFamily="2" charset="0"/>
                <a:ea typeface="SF Pro Text" panose="00000500000000000000" pitchFamily="2" charset="0"/>
              </a:rPr>
              <a:t>TABLE OF CONTENT</a:t>
            </a:r>
            <a:endParaRPr lang="en-IN" b="1" dirty="0">
              <a:effectLst/>
            </a:endParaRPr>
          </a:p>
        </p:txBody>
      </p:sp>
    </p:spTree>
    <p:extLst>
      <p:ext uri="{BB962C8B-B14F-4D97-AF65-F5344CB8AC3E}">
        <p14:creationId xmlns:p14="http://schemas.microsoft.com/office/powerpoint/2010/main" val="23926052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FAC29-3216-491A-BB84-11FF784EA95E}"/>
              </a:ext>
            </a:extLst>
          </p:cNvPr>
          <p:cNvSpPr>
            <a:spLocks noGrp="1"/>
          </p:cNvSpPr>
          <p:nvPr>
            <p:ph type="title"/>
          </p:nvPr>
        </p:nvSpPr>
        <p:spPr>
          <a:xfrm>
            <a:off x="1425600" y="132656"/>
            <a:ext cx="6257348" cy="622718"/>
          </a:xfrm>
        </p:spPr>
        <p:txBody>
          <a:bodyPr/>
          <a:lstStyle/>
          <a:p>
            <a:r>
              <a:rPr lang="en-US" dirty="0"/>
              <a:t>Abstract</a:t>
            </a:r>
            <a:endParaRPr lang="en-IN" dirty="0"/>
          </a:p>
        </p:txBody>
      </p:sp>
      <p:sp>
        <p:nvSpPr>
          <p:cNvPr id="3" name="Subtitle 2">
            <a:extLst>
              <a:ext uri="{FF2B5EF4-FFF2-40B4-BE49-F238E27FC236}">
                <a16:creationId xmlns:a16="http://schemas.microsoft.com/office/drawing/2014/main" id="{D4CD5719-1382-459D-AA5B-D01B1FF640EF}"/>
              </a:ext>
            </a:extLst>
          </p:cNvPr>
          <p:cNvSpPr>
            <a:spLocks noGrp="1"/>
          </p:cNvSpPr>
          <p:nvPr>
            <p:ph type="subTitle" idx="1"/>
          </p:nvPr>
        </p:nvSpPr>
        <p:spPr>
          <a:xfrm>
            <a:off x="588561" y="658467"/>
            <a:ext cx="7931426" cy="3826565"/>
          </a:xfrm>
        </p:spPr>
        <p:txBody>
          <a:bodyPr/>
          <a:lstStyle/>
          <a:p>
            <a:pPr marL="313425" indent="-285750">
              <a:buClr>
                <a:schemeClr val="accent1"/>
              </a:buClr>
              <a:buSzPct val="100000"/>
              <a:buFont typeface="Arial" panose="020B0604020202020204" pitchFamily="34" charset="0"/>
              <a:buChar char="•"/>
            </a:pPr>
            <a:r>
              <a:rPr lang="en-US" dirty="0">
                <a:latin typeface="SF Pro Text" panose="00000500000000000000" pitchFamily="2" charset="0"/>
                <a:ea typeface="SF Pro Text" panose="00000500000000000000" pitchFamily="2" charset="0"/>
              </a:rPr>
              <a:t>This electric golf cart, designed specifically for UIT RGPV, comfortably seats four passengers. All components, from the frame to the motor and batteries, were designed and fabricated in-house to ensure optimal performance and durability.</a:t>
            </a:r>
          </a:p>
          <a:p>
            <a:pPr marL="313425" indent="-285750">
              <a:buClr>
                <a:schemeClr val="accent1"/>
              </a:buClr>
              <a:buSzPct val="100000"/>
              <a:buFont typeface="Arial" panose="020B0604020202020204" pitchFamily="34" charset="0"/>
              <a:buChar char="•"/>
            </a:pPr>
            <a:endParaRPr lang="en-US" dirty="0">
              <a:latin typeface="SF Pro Text" panose="00000500000000000000" pitchFamily="2" charset="0"/>
              <a:ea typeface="SF Pro Text" panose="00000500000000000000" pitchFamily="2" charset="0"/>
            </a:endParaRPr>
          </a:p>
          <a:p>
            <a:pPr marL="313425" indent="-285750">
              <a:buClr>
                <a:schemeClr val="accent1"/>
              </a:buClr>
              <a:buSzPct val="100000"/>
              <a:buFont typeface="Arial" panose="020B0604020202020204" pitchFamily="34" charset="0"/>
              <a:buChar char="•"/>
            </a:pPr>
            <a:r>
              <a:rPr lang="en-US" dirty="0">
                <a:latin typeface="SF Pro Text" panose="00000500000000000000" pitchFamily="2" charset="0"/>
                <a:ea typeface="SF Pro Text" panose="00000500000000000000" pitchFamily="2" charset="0"/>
              </a:rPr>
              <a:t>The cart can handle a maximum load of 15 </a:t>
            </a:r>
            <a:r>
              <a:rPr lang="en-US" dirty="0" err="1">
                <a:latin typeface="SF Pro Text" panose="00000500000000000000" pitchFamily="2" charset="0"/>
                <a:ea typeface="SF Pro Text" panose="00000500000000000000" pitchFamily="2" charset="0"/>
              </a:rPr>
              <a:t>kN</a:t>
            </a:r>
            <a:r>
              <a:rPr lang="en-US" dirty="0">
                <a:latin typeface="SF Pro Text" panose="00000500000000000000" pitchFamily="2" charset="0"/>
                <a:ea typeface="SF Pro Text" panose="00000500000000000000" pitchFamily="2" charset="0"/>
              </a:rPr>
              <a:t> while navigating various terrains, including bumpy and uneven roads, at speeds up to 25 km/h. For safe and stable operation, the batteries are strategically positioned below the seats, minimizing space usage and lowering the center of gravity.</a:t>
            </a:r>
          </a:p>
          <a:p>
            <a:pPr marL="313425" indent="-285750">
              <a:buClr>
                <a:schemeClr val="accent1"/>
              </a:buClr>
              <a:buSzPct val="100000"/>
              <a:buFont typeface="Arial" panose="020B0604020202020204" pitchFamily="34" charset="0"/>
              <a:buChar char="•"/>
            </a:pPr>
            <a:endParaRPr lang="en-US" dirty="0">
              <a:latin typeface="SF Pro Text" panose="00000500000000000000" pitchFamily="2" charset="0"/>
              <a:ea typeface="SF Pro Text" panose="00000500000000000000" pitchFamily="2" charset="0"/>
            </a:endParaRPr>
          </a:p>
          <a:p>
            <a:pPr marL="313425" indent="-285750">
              <a:buClr>
                <a:schemeClr val="accent1"/>
              </a:buClr>
              <a:buSzPct val="100000"/>
              <a:buFont typeface="Arial" panose="020B0604020202020204" pitchFamily="34" charset="0"/>
              <a:buChar char="•"/>
            </a:pPr>
            <a:r>
              <a:rPr lang="en-US" dirty="0">
                <a:latin typeface="SF Pro Text" panose="00000500000000000000" pitchFamily="2" charset="0"/>
                <a:ea typeface="SF Pro Text" panose="00000500000000000000" pitchFamily="2" charset="0"/>
              </a:rPr>
              <a:t>Throughout the design process, MATLAB software was utilized for comprehensive modeling of each component. This approach resulted in a highly efficient electric motor that delivers exceptional torque, reaching 2.1 Nm in just 0.35 seconds at key RPM ranges (800, 1360, and 1500).</a:t>
            </a:r>
          </a:p>
          <a:p>
            <a:pPr marL="313425" indent="-285750">
              <a:buClr>
                <a:schemeClr val="accent1"/>
              </a:buClr>
              <a:buSzPct val="100000"/>
              <a:buFont typeface="Arial" panose="020B0604020202020204" pitchFamily="34" charset="0"/>
              <a:buChar char="•"/>
            </a:pPr>
            <a:endParaRPr lang="en-US" dirty="0">
              <a:latin typeface="SF Pro Text" panose="00000500000000000000" pitchFamily="2" charset="0"/>
              <a:ea typeface="SF Pro Text" panose="00000500000000000000" pitchFamily="2" charset="0"/>
            </a:endParaRPr>
          </a:p>
          <a:p>
            <a:pPr marL="313425" indent="-285750">
              <a:buClr>
                <a:schemeClr val="accent1"/>
              </a:buClr>
              <a:buSzPct val="100000"/>
              <a:buFont typeface="Arial" panose="020B0604020202020204" pitchFamily="34" charset="0"/>
              <a:buChar char="•"/>
            </a:pPr>
            <a:r>
              <a:rPr lang="en-US" dirty="0">
                <a:latin typeface="SF Pro Text" panose="00000500000000000000" pitchFamily="2" charset="0"/>
                <a:ea typeface="SF Pro Text" panose="00000500000000000000" pitchFamily="2" charset="0"/>
              </a:rPr>
              <a:t>This eco-friendly golf cart operates smoothly and efficiently on various terrains, making it an ideal solution for passenger transport within the UIT RGPV campus. The electric motor ensures quiet operation, eliminating noise pollution, and contributing to a cleaner environment.</a:t>
            </a:r>
          </a:p>
        </p:txBody>
      </p:sp>
    </p:spTree>
    <p:extLst>
      <p:ext uri="{BB962C8B-B14F-4D97-AF65-F5344CB8AC3E}">
        <p14:creationId xmlns:p14="http://schemas.microsoft.com/office/powerpoint/2010/main" val="86863190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48"/>
        <p:cNvGrpSpPr/>
        <p:nvPr/>
      </p:nvGrpSpPr>
      <p:grpSpPr>
        <a:xfrm>
          <a:off x="0" y="0"/>
          <a:ext cx="0" cy="0"/>
          <a:chOff x="0" y="0"/>
          <a:chExt cx="0" cy="0"/>
        </a:xfrm>
      </p:grpSpPr>
      <p:sp>
        <p:nvSpPr>
          <p:cNvPr id="449" name="Google Shape;449;p44"/>
          <p:cNvSpPr/>
          <p:nvPr/>
        </p:nvSpPr>
        <p:spPr>
          <a:xfrm>
            <a:off x="3036750" y="1433100"/>
            <a:ext cx="5396100" cy="1061100"/>
          </a:xfrm>
          <a:prstGeom prst="round2DiagRect">
            <a:avLst>
              <a:gd name="adj1" fmla="val 16667"/>
              <a:gd name="adj2" fmla="val 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450" name="Google Shape;450;p44"/>
          <p:cNvGrpSpPr/>
          <p:nvPr/>
        </p:nvGrpSpPr>
        <p:grpSpPr>
          <a:xfrm>
            <a:off x="-533641" y="2362757"/>
            <a:ext cx="5083715" cy="2780837"/>
            <a:chOff x="-481288" y="2168075"/>
            <a:chExt cx="5439455" cy="2975431"/>
          </a:xfrm>
        </p:grpSpPr>
        <p:sp>
          <p:nvSpPr>
            <p:cNvPr id="451" name="Google Shape;451;p44"/>
            <p:cNvSpPr/>
            <p:nvPr/>
          </p:nvSpPr>
          <p:spPr>
            <a:xfrm flipH="1">
              <a:off x="-481288" y="2237993"/>
              <a:ext cx="5439455" cy="2905430"/>
            </a:xfrm>
            <a:custGeom>
              <a:avLst/>
              <a:gdLst/>
              <a:ahLst/>
              <a:cxnLst/>
              <a:rect l="l" t="t" r="r" b="b"/>
              <a:pathLst>
                <a:path w="92081" h="40314" extrusionOk="0">
                  <a:moveTo>
                    <a:pt x="52634" y="0"/>
                  </a:moveTo>
                  <a:cubicBezTo>
                    <a:pt x="52308" y="0"/>
                    <a:pt x="51980" y="13"/>
                    <a:pt x="51651" y="40"/>
                  </a:cubicBezTo>
                  <a:cubicBezTo>
                    <a:pt x="47192" y="409"/>
                    <a:pt x="43414" y="3356"/>
                    <a:pt x="40047" y="6305"/>
                  </a:cubicBezTo>
                  <a:cubicBezTo>
                    <a:pt x="36680" y="9252"/>
                    <a:pt x="33221" y="12438"/>
                    <a:pt x="28869" y="13475"/>
                  </a:cubicBezTo>
                  <a:cubicBezTo>
                    <a:pt x="25617" y="14250"/>
                    <a:pt x="22193" y="13734"/>
                    <a:pt x="18884" y="14199"/>
                  </a:cubicBezTo>
                  <a:cubicBezTo>
                    <a:pt x="13402" y="14969"/>
                    <a:pt x="0" y="24616"/>
                    <a:pt x="6085" y="40112"/>
                  </a:cubicBezTo>
                  <a:lnTo>
                    <a:pt x="81132" y="40282"/>
                  </a:lnTo>
                  <a:cubicBezTo>
                    <a:pt x="81361" y="40303"/>
                    <a:pt x="81583" y="40314"/>
                    <a:pt x="81800" y="40314"/>
                  </a:cubicBezTo>
                  <a:cubicBezTo>
                    <a:pt x="92080" y="40314"/>
                    <a:pt x="89563" y="16777"/>
                    <a:pt x="87839" y="12668"/>
                  </a:cubicBezTo>
                  <a:cubicBezTo>
                    <a:pt x="86081" y="8473"/>
                    <a:pt x="82744" y="4685"/>
                    <a:pt x="78338" y="3554"/>
                  </a:cubicBezTo>
                  <a:cubicBezTo>
                    <a:pt x="77072" y="3230"/>
                    <a:pt x="75782" y="3133"/>
                    <a:pt x="74479" y="3133"/>
                  </a:cubicBezTo>
                  <a:cubicBezTo>
                    <a:pt x="72576" y="3133"/>
                    <a:pt x="70646" y="3339"/>
                    <a:pt x="68733" y="3339"/>
                  </a:cubicBezTo>
                  <a:cubicBezTo>
                    <a:pt x="68051" y="3339"/>
                    <a:pt x="67371" y="3313"/>
                    <a:pt x="66695" y="3242"/>
                  </a:cubicBezTo>
                  <a:cubicBezTo>
                    <a:pt x="61897" y="2739"/>
                    <a:pt x="57402" y="0"/>
                    <a:pt x="5263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52" name="Google Shape;452;p44"/>
            <p:cNvSpPr/>
            <p:nvPr/>
          </p:nvSpPr>
          <p:spPr>
            <a:xfrm flipH="1">
              <a:off x="-330472" y="2925914"/>
              <a:ext cx="5002279" cy="2217592"/>
            </a:xfrm>
            <a:custGeom>
              <a:avLst/>
              <a:gdLst/>
              <a:ahLst/>
              <a:cxnLst/>
              <a:rect l="l" t="t" r="r" b="b"/>
              <a:pathLst>
                <a:path w="80471" h="32195" extrusionOk="0">
                  <a:moveTo>
                    <a:pt x="47487" y="1"/>
                  </a:moveTo>
                  <a:cubicBezTo>
                    <a:pt x="43320" y="1"/>
                    <a:pt x="39414" y="2827"/>
                    <a:pt x="36193" y="5678"/>
                  </a:cubicBezTo>
                  <a:cubicBezTo>
                    <a:pt x="32550" y="8904"/>
                    <a:pt x="28659" y="12549"/>
                    <a:pt x="23801" y="12820"/>
                  </a:cubicBezTo>
                  <a:cubicBezTo>
                    <a:pt x="23603" y="12831"/>
                    <a:pt x="23405" y="12837"/>
                    <a:pt x="23208" y="12837"/>
                  </a:cubicBezTo>
                  <a:cubicBezTo>
                    <a:pt x="20202" y="12837"/>
                    <a:pt x="17266" y="11633"/>
                    <a:pt x="14247" y="11611"/>
                  </a:cubicBezTo>
                  <a:cubicBezTo>
                    <a:pt x="14221" y="11610"/>
                    <a:pt x="14196" y="11610"/>
                    <a:pt x="14170" y="11610"/>
                  </a:cubicBezTo>
                  <a:cubicBezTo>
                    <a:pt x="9546" y="11610"/>
                    <a:pt x="5189" y="14522"/>
                    <a:pt x="2843" y="18510"/>
                  </a:cubicBezTo>
                  <a:cubicBezTo>
                    <a:pt x="483" y="22521"/>
                    <a:pt x="1" y="27451"/>
                    <a:pt x="847" y="32025"/>
                  </a:cubicBezTo>
                  <a:lnTo>
                    <a:pt x="75894" y="32195"/>
                  </a:lnTo>
                  <a:cubicBezTo>
                    <a:pt x="80471" y="29741"/>
                    <a:pt x="79104" y="20847"/>
                    <a:pt x="78484" y="15147"/>
                  </a:cubicBezTo>
                  <a:cubicBezTo>
                    <a:pt x="77863" y="9446"/>
                    <a:pt x="74407" y="3185"/>
                    <a:pt x="68697" y="2665"/>
                  </a:cubicBezTo>
                  <a:cubicBezTo>
                    <a:pt x="68430" y="2640"/>
                    <a:pt x="68164" y="2629"/>
                    <a:pt x="67898" y="2629"/>
                  </a:cubicBezTo>
                  <a:cubicBezTo>
                    <a:pt x="65148" y="2629"/>
                    <a:pt x="62428" y="3814"/>
                    <a:pt x="59686" y="3814"/>
                  </a:cubicBezTo>
                  <a:cubicBezTo>
                    <a:pt x="59345" y="3814"/>
                    <a:pt x="59004" y="3796"/>
                    <a:pt x="58663" y="3754"/>
                  </a:cubicBezTo>
                  <a:cubicBezTo>
                    <a:pt x="55277" y="3347"/>
                    <a:pt x="52491" y="781"/>
                    <a:pt x="49140" y="153"/>
                  </a:cubicBezTo>
                  <a:cubicBezTo>
                    <a:pt x="48585" y="49"/>
                    <a:pt x="48034" y="1"/>
                    <a:pt x="4748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53" name="Google Shape;453;p44"/>
            <p:cNvSpPr/>
            <p:nvPr/>
          </p:nvSpPr>
          <p:spPr>
            <a:xfrm>
              <a:off x="367656" y="2499274"/>
              <a:ext cx="508313" cy="647218"/>
            </a:xfrm>
            <a:custGeom>
              <a:avLst/>
              <a:gdLst/>
              <a:ahLst/>
              <a:cxnLst/>
              <a:rect l="l" t="t" r="r" b="b"/>
              <a:pathLst>
                <a:path w="13635" h="17361" extrusionOk="0">
                  <a:moveTo>
                    <a:pt x="5674" y="7715"/>
                  </a:moveTo>
                  <a:cubicBezTo>
                    <a:pt x="5914" y="7856"/>
                    <a:pt x="6189" y="7933"/>
                    <a:pt x="6468" y="7933"/>
                  </a:cubicBezTo>
                  <a:cubicBezTo>
                    <a:pt x="6593" y="7933"/>
                    <a:pt x="6717" y="7917"/>
                    <a:pt x="6840" y="7887"/>
                  </a:cubicBezTo>
                  <a:lnTo>
                    <a:pt x="6840" y="7887"/>
                  </a:lnTo>
                  <a:lnTo>
                    <a:pt x="6570" y="10464"/>
                  </a:lnTo>
                  <a:lnTo>
                    <a:pt x="5083" y="9260"/>
                  </a:lnTo>
                  <a:cubicBezTo>
                    <a:pt x="5415" y="9058"/>
                    <a:pt x="5620" y="8695"/>
                    <a:pt x="5620" y="8309"/>
                  </a:cubicBezTo>
                  <a:cubicBezTo>
                    <a:pt x="5620" y="8176"/>
                    <a:pt x="5592" y="8043"/>
                    <a:pt x="5543" y="7910"/>
                  </a:cubicBezTo>
                  <a:lnTo>
                    <a:pt x="5548" y="7910"/>
                  </a:lnTo>
                  <a:cubicBezTo>
                    <a:pt x="5598" y="7848"/>
                    <a:pt x="5639" y="7783"/>
                    <a:pt x="5674" y="7715"/>
                  </a:cubicBezTo>
                  <a:close/>
                  <a:moveTo>
                    <a:pt x="6474" y="0"/>
                  </a:moveTo>
                  <a:cubicBezTo>
                    <a:pt x="5875" y="0"/>
                    <a:pt x="5304" y="345"/>
                    <a:pt x="5042" y="928"/>
                  </a:cubicBezTo>
                  <a:lnTo>
                    <a:pt x="5037" y="932"/>
                  </a:lnTo>
                  <a:cubicBezTo>
                    <a:pt x="4228" y="1015"/>
                    <a:pt x="3646" y="1698"/>
                    <a:pt x="3646" y="2474"/>
                  </a:cubicBezTo>
                  <a:cubicBezTo>
                    <a:pt x="3646" y="2586"/>
                    <a:pt x="3656" y="2696"/>
                    <a:pt x="3678" y="2808"/>
                  </a:cubicBezTo>
                  <a:lnTo>
                    <a:pt x="3673" y="2808"/>
                  </a:lnTo>
                  <a:cubicBezTo>
                    <a:pt x="3154" y="3275"/>
                    <a:pt x="3027" y="4005"/>
                    <a:pt x="3291" y="4600"/>
                  </a:cubicBezTo>
                  <a:cubicBezTo>
                    <a:pt x="3253" y="4596"/>
                    <a:pt x="3216" y="4593"/>
                    <a:pt x="3179" y="4593"/>
                  </a:cubicBezTo>
                  <a:cubicBezTo>
                    <a:pt x="2935" y="4593"/>
                    <a:pt x="2686" y="4676"/>
                    <a:pt x="2480" y="4843"/>
                  </a:cubicBezTo>
                  <a:cubicBezTo>
                    <a:pt x="2347" y="4792"/>
                    <a:pt x="2214" y="4771"/>
                    <a:pt x="2081" y="4771"/>
                  </a:cubicBezTo>
                  <a:cubicBezTo>
                    <a:pt x="1588" y="4771"/>
                    <a:pt x="1138" y="5092"/>
                    <a:pt x="1005" y="5596"/>
                  </a:cubicBezTo>
                  <a:cubicBezTo>
                    <a:pt x="501" y="5731"/>
                    <a:pt x="173" y="6184"/>
                    <a:pt x="173" y="6673"/>
                  </a:cubicBezTo>
                  <a:cubicBezTo>
                    <a:pt x="173" y="6806"/>
                    <a:pt x="201" y="6939"/>
                    <a:pt x="251" y="7072"/>
                  </a:cubicBezTo>
                  <a:cubicBezTo>
                    <a:pt x="84" y="7283"/>
                    <a:pt x="0" y="7527"/>
                    <a:pt x="0" y="7777"/>
                  </a:cubicBezTo>
                  <a:cubicBezTo>
                    <a:pt x="0" y="8138"/>
                    <a:pt x="178" y="8492"/>
                    <a:pt x="511" y="8709"/>
                  </a:cubicBezTo>
                  <a:cubicBezTo>
                    <a:pt x="472" y="9352"/>
                    <a:pt x="988" y="9879"/>
                    <a:pt x="1626" y="9879"/>
                  </a:cubicBezTo>
                  <a:lnTo>
                    <a:pt x="1681" y="9879"/>
                  </a:lnTo>
                  <a:cubicBezTo>
                    <a:pt x="1897" y="10211"/>
                    <a:pt x="2253" y="10389"/>
                    <a:pt x="2620" y="10389"/>
                  </a:cubicBezTo>
                  <a:cubicBezTo>
                    <a:pt x="2863" y="10389"/>
                    <a:pt x="3113" y="10306"/>
                    <a:pt x="3318" y="10139"/>
                  </a:cubicBezTo>
                  <a:cubicBezTo>
                    <a:pt x="3451" y="10189"/>
                    <a:pt x="3584" y="10211"/>
                    <a:pt x="3718" y="10211"/>
                  </a:cubicBezTo>
                  <a:cubicBezTo>
                    <a:pt x="4104" y="10211"/>
                    <a:pt x="4467" y="10011"/>
                    <a:pt x="4669" y="9677"/>
                  </a:cubicBezTo>
                  <a:lnTo>
                    <a:pt x="6423" y="11842"/>
                  </a:lnTo>
                  <a:lnTo>
                    <a:pt x="6426" y="11841"/>
                  </a:lnTo>
                  <a:lnTo>
                    <a:pt x="6426" y="11841"/>
                  </a:lnTo>
                  <a:lnTo>
                    <a:pt x="5846" y="17361"/>
                  </a:lnTo>
                  <a:lnTo>
                    <a:pt x="8654" y="17361"/>
                  </a:lnTo>
                  <a:lnTo>
                    <a:pt x="8207" y="13100"/>
                  </a:lnTo>
                  <a:lnTo>
                    <a:pt x="10015" y="10870"/>
                  </a:lnTo>
                  <a:cubicBezTo>
                    <a:pt x="10162" y="11120"/>
                    <a:pt x="10433" y="11271"/>
                    <a:pt x="10727" y="11271"/>
                  </a:cubicBezTo>
                  <a:cubicBezTo>
                    <a:pt x="10828" y="11271"/>
                    <a:pt x="10928" y="11254"/>
                    <a:pt x="11027" y="11215"/>
                  </a:cubicBezTo>
                  <a:cubicBezTo>
                    <a:pt x="11182" y="11343"/>
                    <a:pt x="11367" y="11403"/>
                    <a:pt x="11551" y="11403"/>
                  </a:cubicBezTo>
                  <a:cubicBezTo>
                    <a:pt x="11822" y="11403"/>
                    <a:pt x="12089" y="11271"/>
                    <a:pt x="12248" y="11027"/>
                  </a:cubicBezTo>
                  <a:lnTo>
                    <a:pt x="12248" y="11021"/>
                  </a:lnTo>
                  <a:lnTo>
                    <a:pt x="12252" y="11021"/>
                  </a:lnTo>
                  <a:cubicBezTo>
                    <a:pt x="12269" y="11022"/>
                    <a:pt x="12285" y="11023"/>
                    <a:pt x="12301" y="11023"/>
                  </a:cubicBezTo>
                  <a:cubicBezTo>
                    <a:pt x="12773" y="11023"/>
                    <a:pt x="13151" y="10627"/>
                    <a:pt x="13129" y="10150"/>
                  </a:cubicBezTo>
                  <a:lnTo>
                    <a:pt x="13129" y="10145"/>
                  </a:lnTo>
                  <a:cubicBezTo>
                    <a:pt x="13546" y="9879"/>
                    <a:pt x="13635" y="9308"/>
                    <a:pt x="13324" y="8925"/>
                  </a:cubicBezTo>
                  <a:lnTo>
                    <a:pt x="13318" y="8919"/>
                  </a:lnTo>
                  <a:cubicBezTo>
                    <a:pt x="13356" y="8819"/>
                    <a:pt x="13373" y="8720"/>
                    <a:pt x="13373" y="8620"/>
                  </a:cubicBezTo>
                  <a:cubicBezTo>
                    <a:pt x="13373" y="8254"/>
                    <a:pt x="13130" y="7916"/>
                    <a:pt x="12758" y="7815"/>
                  </a:cubicBezTo>
                  <a:cubicBezTo>
                    <a:pt x="12658" y="7438"/>
                    <a:pt x="12320" y="7201"/>
                    <a:pt x="11954" y="7201"/>
                  </a:cubicBezTo>
                  <a:cubicBezTo>
                    <a:pt x="11854" y="7201"/>
                    <a:pt x="11753" y="7216"/>
                    <a:pt x="11654" y="7256"/>
                  </a:cubicBezTo>
                  <a:cubicBezTo>
                    <a:pt x="11499" y="7128"/>
                    <a:pt x="11310" y="7066"/>
                    <a:pt x="11127" y="7066"/>
                  </a:cubicBezTo>
                  <a:cubicBezTo>
                    <a:pt x="10856" y="7066"/>
                    <a:pt x="10589" y="7201"/>
                    <a:pt x="10429" y="7449"/>
                  </a:cubicBezTo>
                  <a:cubicBezTo>
                    <a:pt x="10413" y="7448"/>
                    <a:pt x="10397" y="7448"/>
                    <a:pt x="10381" y="7448"/>
                  </a:cubicBezTo>
                  <a:cubicBezTo>
                    <a:pt x="9925" y="7448"/>
                    <a:pt x="9553" y="7820"/>
                    <a:pt x="9553" y="8276"/>
                  </a:cubicBezTo>
                  <a:lnTo>
                    <a:pt x="9553" y="8326"/>
                  </a:lnTo>
                  <a:cubicBezTo>
                    <a:pt x="9302" y="8487"/>
                    <a:pt x="9175" y="8753"/>
                    <a:pt x="9175" y="9025"/>
                  </a:cubicBezTo>
                  <a:cubicBezTo>
                    <a:pt x="9175" y="9208"/>
                    <a:pt x="9230" y="9396"/>
                    <a:pt x="9358" y="9551"/>
                  </a:cubicBezTo>
                  <a:cubicBezTo>
                    <a:pt x="9202" y="9954"/>
                    <a:pt x="9383" y="10399"/>
                    <a:pt x="9749" y="10590"/>
                  </a:cubicBezTo>
                  <a:lnTo>
                    <a:pt x="8092" y="12002"/>
                  </a:lnTo>
                  <a:lnTo>
                    <a:pt x="7661" y="7887"/>
                  </a:lnTo>
                  <a:lnTo>
                    <a:pt x="7661" y="7887"/>
                  </a:lnTo>
                  <a:cubicBezTo>
                    <a:pt x="7783" y="7917"/>
                    <a:pt x="7909" y="7931"/>
                    <a:pt x="8032" y="7931"/>
                  </a:cubicBezTo>
                  <a:cubicBezTo>
                    <a:pt x="8625" y="7931"/>
                    <a:pt x="9196" y="7593"/>
                    <a:pt x="9458" y="7005"/>
                  </a:cubicBezTo>
                  <a:cubicBezTo>
                    <a:pt x="10268" y="6922"/>
                    <a:pt x="10856" y="6235"/>
                    <a:pt x="10856" y="5458"/>
                  </a:cubicBezTo>
                  <a:cubicBezTo>
                    <a:pt x="10856" y="5353"/>
                    <a:pt x="10845" y="5241"/>
                    <a:pt x="10822" y="5131"/>
                  </a:cubicBezTo>
                  <a:lnTo>
                    <a:pt x="10822" y="5126"/>
                  </a:lnTo>
                  <a:cubicBezTo>
                    <a:pt x="11165" y="4815"/>
                    <a:pt x="11338" y="4393"/>
                    <a:pt x="11338" y="3967"/>
                  </a:cubicBezTo>
                  <a:cubicBezTo>
                    <a:pt x="11338" y="3545"/>
                    <a:pt x="11165" y="3117"/>
                    <a:pt x="10822" y="2808"/>
                  </a:cubicBezTo>
                  <a:cubicBezTo>
                    <a:pt x="10845" y="2696"/>
                    <a:pt x="10856" y="2586"/>
                    <a:pt x="10856" y="2480"/>
                  </a:cubicBezTo>
                  <a:cubicBezTo>
                    <a:pt x="10856" y="1698"/>
                    <a:pt x="10268" y="1015"/>
                    <a:pt x="9458" y="932"/>
                  </a:cubicBezTo>
                  <a:lnTo>
                    <a:pt x="9458" y="928"/>
                  </a:lnTo>
                  <a:cubicBezTo>
                    <a:pt x="9196" y="345"/>
                    <a:pt x="8620" y="0"/>
                    <a:pt x="8026" y="0"/>
                  </a:cubicBezTo>
                  <a:cubicBezTo>
                    <a:pt x="7760" y="0"/>
                    <a:pt x="7495" y="67"/>
                    <a:pt x="7250" y="211"/>
                  </a:cubicBezTo>
                  <a:cubicBezTo>
                    <a:pt x="7000" y="67"/>
                    <a:pt x="6734" y="0"/>
                    <a:pt x="647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54" name="Google Shape;454;p44"/>
            <p:cNvSpPr/>
            <p:nvPr/>
          </p:nvSpPr>
          <p:spPr>
            <a:xfrm>
              <a:off x="1587130" y="2168075"/>
              <a:ext cx="881741" cy="1122649"/>
            </a:xfrm>
            <a:custGeom>
              <a:avLst/>
              <a:gdLst/>
              <a:ahLst/>
              <a:cxnLst/>
              <a:rect l="l" t="t" r="r" b="b"/>
              <a:pathLst>
                <a:path w="13635" h="17361" extrusionOk="0">
                  <a:moveTo>
                    <a:pt x="5674" y="7715"/>
                  </a:moveTo>
                  <a:cubicBezTo>
                    <a:pt x="5914" y="7856"/>
                    <a:pt x="6189" y="7933"/>
                    <a:pt x="6468" y="7933"/>
                  </a:cubicBezTo>
                  <a:cubicBezTo>
                    <a:pt x="6593" y="7933"/>
                    <a:pt x="6717" y="7917"/>
                    <a:pt x="6840" y="7887"/>
                  </a:cubicBezTo>
                  <a:lnTo>
                    <a:pt x="6840" y="7887"/>
                  </a:lnTo>
                  <a:lnTo>
                    <a:pt x="6570" y="10464"/>
                  </a:lnTo>
                  <a:lnTo>
                    <a:pt x="5083" y="9260"/>
                  </a:lnTo>
                  <a:cubicBezTo>
                    <a:pt x="5415" y="9058"/>
                    <a:pt x="5620" y="8695"/>
                    <a:pt x="5620" y="8309"/>
                  </a:cubicBezTo>
                  <a:cubicBezTo>
                    <a:pt x="5620" y="8176"/>
                    <a:pt x="5592" y="8043"/>
                    <a:pt x="5543" y="7910"/>
                  </a:cubicBezTo>
                  <a:lnTo>
                    <a:pt x="5548" y="7910"/>
                  </a:lnTo>
                  <a:cubicBezTo>
                    <a:pt x="5598" y="7848"/>
                    <a:pt x="5639" y="7783"/>
                    <a:pt x="5674" y="7715"/>
                  </a:cubicBezTo>
                  <a:close/>
                  <a:moveTo>
                    <a:pt x="6474" y="0"/>
                  </a:moveTo>
                  <a:cubicBezTo>
                    <a:pt x="5875" y="0"/>
                    <a:pt x="5304" y="345"/>
                    <a:pt x="5042" y="928"/>
                  </a:cubicBezTo>
                  <a:lnTo>
                    <a:pt x="5037" y="932"/>
                  </a:lnTo>
                  <a:cubicBezTo>
                    <a:pt x="4228" y="1015"/>
                    <a:pt x="3646" y="1698"/>
                    <a:pt x="3646" y="2474"/>
                  </a:cubicBezTo>
                  <a:cubicBezTo>
                    <a:pt x="3646" y="2586"/>
                    <a:pt x="3656" y="2696"/>
                    <a:pt x="3678" y="2808"/>
                  </a:cubicBezTo>
                  <a:lnTo>
                    <a:pt x="3673" y="2808"/>
                  </a:lnTo>
                  <a:cubicBezTo>
                    <a:pt x="3154" y="3275"/>
                    <a:pt x="3027" y="4005"/>
                    <a:pt x="3291" y="4600"/>
                  </a:cubicBezTo>
                  <a:cubicBezTo>
                    <a:pt x="3253" y="4596"/>
                    <a:pt x="3216" y="4593"/>
                    <a:pt x="3179" y="4593"/>
                  </a:cubicBezTo>
                  <a:cubicBezTo>
                    <a:pt x="2935" y="4593"/>
                    <a:pt x="2686" y="4676"/>
                    <a:pt x="2480" y="4843"/>
                  </a:cubicBezTo>
                  <a:cubicBezTo>
                    <a:pt x="2347" y="4792"/>
                    <a:pt x="2214" y="4771"/>
                    <a:pt x="2081" y="4771"/>
                  </a:cubicBezTo>
                  <a:cubicBezTo>
                    <a:pt x="1588" y="4771"/>
                    <a:pt x="1138" y="5092"/>
                    <a:pt x="1005" y="5596"/>
                  </a:cubicBezTo>
                  <a:cubicBezTo>
                    <a:pt x="501" y="5731"/>
                    <a:pt x="173" y="6184"/>
                    <a:pt x="173" y="6673"/>
                  </a:cubicBezTo>
                  <a:cubicBezTo>
                    <a:pt x="173" y="6806"/>
                    <a:pt x="201" y="6939"/>
                    <a:pt x="251" y="7072"/>
                  </a:cubicBezTo>
                  <a:cubicBezTo>
                    <a:pt x="84" y="7283"/>
                    <a:pt x="0" y="7527"/>
                    <a:pt x="0" y="7777"/>
                  </a:cubicBezTo>
                  <a:cubicBezTo>
                    <a:pt x="0" y="8138"/>
                    <a:pt x="178" y="8492"/>
                    <a:pt x="511" y="8709"/>
                  </a:cubicBezTo>
                  <a:cubicBezTo>
                    <a:pt x="472" y="9352"/>
                    <a:pt x="988" y="9879"/>
                    <a:pt x="1626" y="9879"/>
                  </a:cubicBezTo>
                  <a:lnTo>
                    <a:pt x="1681" y="9879"/>
                  </a:lnTo>
                  <a:cubicBezTo>
                    <a:pt x="1897" y="10211"/>
                    <a:pt x="2253" y="10389"/>
                    <a:pt x="2620" y="10389"/>
                  </a:cubicBezTo>
                  <a:cubicBezTo>
                    <a:pt x="2863" y="10389"/>
                    <a:pt x="3113" y="10306"/>
                    <a:pt x="3318" y="10139"/>
                  </a:cubicBezTo>
                  <a:cubicBezTo>
                    <a:pt x="3451" y="10189"/>
                    <a:pt x="3584" y="10211"/>
                    <a:pt x="3718" y="10211"/>
                  </a:cubicBezTo>
                  <a:cubicBezTo>
                    <a:pt x="4104" y="10211"/>
                    <a:pt x="4467" y="10011"/>
                    <a:pt x="4669" y="9677"/>
                  </a:cubicBezTo>
                  <a:lnTo>
                    <a:pt x="6423" y="11842"/>
                  </a:lnTo>
                  <a:lnTo>
                    <a:pt x="6426" y="11841"/>
                  </a:lnTo>
                  <a:lnTo>
                    <a:pt x="6426" y="11841"/>
                  </a:lnTo>
                  <a:lnTo>
                    <a:pt x="5846" y="17361"/>
                  </a:lnTo>
                  <a:lnTo>
                    <a:pt x="8654" y="17361"/>
                  </a:lnTo>
                  <a:lnTo>
                    <a:pt x="8207" y="13100"/>
                  </a:lnTo>
                  <a:lnTo>
                    <a:pt x="10015" y="10870"/>
                  </a:lnTo>
                  <a:cubicBezTo>
                    <a:pt x="10162" y="11120"/>
                    <a:pt x="10433" y="11271"/>
                    <a:pt x="10727" y="11271"/>
                  </a:cubicBezTo>
                  <a:cubicBezTo>
                    <a:pt x="10828" y="11271"/>
                    <a:pt x="10928" y="11254"/>
                    <a:pt x="11027" y="11215"/>
                  </a:cubicBezTo>
                  <a:cubicBezTo>
                    <a:pt x="11182" y="11343"/>
                    <a:pt x="11367" y="11403"/>
                    <a:pt x="11551" y="11403"/>
                  </a:cubicBezTo>
                  <a:cubicBezTo>
                    <a:pt x="11822" y="11403"/>
                    <a:pt x="12089" y="11271"/>
                    <a:pt x="12248" y="11027"/>
                  </a:cubicBezTo>
                  <a:lnTo>
                    <a:pt x="12248" y="11021"/>
                  </a:lnTo>
                  <a:lnTo>
                    <a:pt x="12252" y="11021"/>
                  </a:lnTo>
                  <a:cubicBezTo>
                    <a:pt x="12269" y="11022"/>
                    <a:pt x="12285" y="11023"/>
                    <a:pt x="12301" y="11023"/>
                  </a:cubicBezTo>
                  <a:cubicBezTo>
                    <a:pt x="12773" y="11023"/>
                    <a:pt x="13151" y="10627"/>
                    <a:pt x="13129" y="10150"/>
                  </a:cubicBezTo>
                  <a:lnTo>
                    <a:pt x="13129" y="10145"/>
                  </a:lnTo>
                  <a:cubicBezTo>
                    <a:pt x="13546" y="9879"/>
                    <a:pt x="13635" y="9308"/>
                    <a:pt x="13324" y="8925"/>
                  </a:cubicBezTo>
                  <a:lnTo>
                    <a:pt x="13318" y="8919"/>
                  </a:lnTo>
                  <a:cubicBezTo>
                    <a:pt x="13356" y="8819"/>
                    <a:pt x="13373" y="8720"/>
                    <a:pt x="13373" y="8620"/>
                  </a:cubicBezTo>
                  <a:cubicBezTo>
                    <a:pt x="13373" y="8254"/>
                    <a:pt x="13130" y="7916"/>
                    <a:pt x="12758" y="7815"/>
                  </a:cubicBezTo>
                  <a:cubicBezTo>
                    <a:pt x="12658" y="7438"/>
                    <a:pt x="12320" y="7201"/>
                    <a:pt x="11954" y="7201"/>
                  </a:cubicBezTo>
                  <a:cubicBezTo>
                    <a:pt x="11854" y="7201"/>
                    <a:pt x="11753" y="7216"/>
                    <a:pt x="11654" y="7256"/>
                  </a:cubicBezTo>
                  <a:cubicBezTo>
                    <a:pt x="11499" y="7128"/>
                    <a:pt x="11310" y="7066"/>
                    <a:pt x="11127" y="7066"/>
                  </a:cubicBezTo>
                  <a:cubicBezTo>
                    <a:pt x="10856" y="7066"/>
                    <a:pt x="10589" y="7201"/>
                    <a:pt x="10429" y="7449"/>
                  </a:cubicBezTo>
                  <a:cubicBezTo>
                    <a:pt x="10413" y="7448"/>
                    <a:pt x="10397" y="7448"/>
                    <a:pt x="10381" y="7448"/>
                  </a:cubicBezTo>
                  <a:cubicBezTo>
                    <a:pt x="9925" y="7448"/>
                    <a:pt x="9553" y="7820"/>
                    <a:pt x="9553" y="8276"/>
                  </a:cubicBezTo>
                  <a:lnTo>
                    <a:pt x="9553" y="8326"/>
                  </a:lnTo>
                  <a:cubicBezTo>
                    <a:pt x="9302" y="8487"/>
                    <a:pt x="9175" y="8753"/>
                    <a:pt x="9175" y="9025"/>
                  </a:cubicBezTo>
                  <a:cubicBezTo>
                    <a:pt x="9175" y="9208"/>
                    <a:pt x="9230" y="9396"/>
                    <a:pt x="9358" y="9551"/>
                  </a:cubicBezTo>
                  <a:cubicBezTo>
                    <a:pt x="9202" y="9954"/>
                    <a:pt x="9383" y="10399"/>
                    <a:pt x="9749" y="10590"/>
                  </a:cubicBezTo>
                  <a:lnTo>
                    <a:pt x="8092" y="12002"/>
                  </a:lnTo>
                  <a:lnTo>
                    <a:pt x="7661" y="7887"/>
                  </a:lnTo>
                  <a:lnTo>
                    <a:pt x="7661" y="7887"/>
                  </a:lnTo>
                  <a:cubicBezTo>
                    <a:pt x="7783" y="7917"/>
                    <a:pt x="7909" y="7931"/>
                    <a:pt x="8032" y="7931"/>
                  </a:cubicBezTo>
                  <a:cubicBezTo>
                    <a:pt x="8625" y="7931"/>
                    <a:pt x="9196" y="7593"/>
                    <a:pt x="9458" y="7005"/>
                  </a:cubicBezTo>
                  <a:cubicBezTo>
                    <a:pt x="10268" y="6922"/>
                    <a:pt x="10856" y="6235"/>
                    <a:pt x="10856" y="5458"/>
                  </a:cubicBezTo>
                  <a:cubicBezTo>
                    <a:pt x="10856" y="5353"/>
                    <a:pt x="10845" y="5241"/>
                    <a:pt x="10822" y="5131"/>
                  </a:cubicBezTo>
                  <a:lnTo>
                    <a:pt x="10822" y="5126"/>
                  </a:lnTo>
                  <a:cubicBezTo>
                    <a:pt x="11165" y="4815"/>
                    <a:pt x="11338" y="4393"/>
                    <a:pt x="11338" y="3967"/>
                  </a:cubicBezTo>
                  <a:cubicBezTo>
                    <a:pt x="11338" y="3545"/>
                    <a:pt x="11165" y="3117"/>
                    <a:pt x="10822" y="2808"/>
                  </a:cubicBezTo>
                  <a:cubicBezTo>
                    <a:pt x="10845" y="2696"/>
                    <a:pt x="10856" y="2586"/>
                    <a:pt x="10856" y="2480"/>
                  </a:cubicBezTo>
                  <a:cubicBezTo>
                    <a:pt x="10856" y="1698"/>
                    <a:pt x="10268" y="1015"/>
                    <a:pt x="9458" y="932"/>
                  </a:cubicBezTo>
                  <a:lnTo>
                    <a:pt x="9458" y="928"/>
                  </a:lnTo>
                  <a:cubicBezTo>
                    <a:pt x="9196" y="345"/>
                    <a:pt x="8620" y="0"/>
                    <a:pt x="8026" y="0"/>
                  </a:cubicBezTo>
                  <a:cubicBezTo>
                    <a:pt x="7760" y="0"/>
                    <a:pt x="7495" y="67"/>
                    <a:pt x="7250" y="211"/>
                  </a:cubicBezTo>
                  <a:cubicBezTo>
                    <a:pt x="7000" y="67"/>
                    <a:pt x="6734" y="0"/>
                    <a:pt x="647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455" name="Google Shape;455;p44"/>
          <p:cNvSpPr/>
          <p:nvPr/>
        </p:nvSpPr>
        <p:spPr>
          <a:xfrm flipH="1">
            <a:off x="3360327" y="4333453"/>
            <a:ext cx="1279148" cy="303129"/>
          </a:xfrm>
          <a:custGeom>
            <a:avLst/>
            <a:gdLst/>
            <a:ahLst/>
            <a:cxnLst/>
            <a:rect l="l" t="t" r="r" b="b"/>
            <a:pathLst>
              <a:path w="30587" h="7248" extrusionOk="0">
                <a:moveTo>
                  <a:pt x="15926" y="0"/>
                </a:moveTo>
                <a:cubicBezTo>
                  <a:pt x="13961" y="0"/>
                  <a:pt x="12266" y="6080"/>
                  <a:pt x="12266" y="6080"/>
                </a:cubicBezTo>
                <a:cubicBezTo>
                  <a:pt x="12266" y="6080"/>
                  <a:pt x="12617" y="3734"/>
                  <a:pt x="10866" y="3624"/>
                </a:cubicBezTo>
                <a:cubicBezTo>
                  <a:pt x="10828" y="3621"/>
                  <a:pt x="10789" y="3620"/>
                  <a:pt x="10751" y="3620"/>
                </a:cubicBezTo>
                <a:cubicBezTo>
                  <a:pt x="9060" y="3620"/>
                  <a:pt x="7833" y="5963"/>
                  <a:pt x="7833" y="5963"/>
                </a:cubicBezTo>
                <a:lnTo>
                  <a:pt x="1" y="7248"/>
                </a:lnTo>
                <a:lnTo>
                  <a:pt x="30587" y="7248"/>
                </a:lnTo>
                <a:cubicBezTo>
                  <a:pt x="30587" y="7248"/>
                  <a:pt x="23118" y="6780"/>
                  <a:pt x="22652" y="6080"/>
                </a:cubicBezTo>
                <a:cubicBezTo>
                  <a:pt x="22185" y="5381"/>
                  <a:pt x="21404" y="2579"/>
                  <a:pt x="19519" y="2346"/>
                </a:cubicBezTo>
                <a:cubicBezTo>
                  <a:pt x="19441" y="2336"/>
                  <a:pt x="19365" y="2332"/>
                  <a:pt x="19291" y="2332"/>
                </a:cubicBezTo>
                <a:cubicBezTo>
                  <a:pt x="18256" y="2332"/>
                  <a:pt x="17651" y="3241"/>
                  <a:pt x="17336" y="3955"/>
                </a:cubicBezTo>
                <a:lnTo>
                  <a:pt x="17336" y="3955"/>
                </a:lnTo>
                <a:cubicBezTo>
                  <a:pt x="17642" y="2843"/>
                  <a:pt x="17903" y="933"/>
                  <a:pt x="16414" y="130"/>
                </a:cubicBezTo>
                <a:cubicBezTo>
                  <a:pt x="16250" y="41"/>
                  <a:pt x="16087" y="0"/>
                  <a:pt x="1592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56" name="Google Shape;456;p44"/>
          <p:cNvSpPr txBox="1">
            <a:spLocks noGrp="1"/>
          </p:cNvSpPr>
          <p:nvPr>
            <p:ph type="title"/>
          </p:nvPr>
        </p:nvSpPr>
        <p:spPr>
          <a:xfrm>
            <a:off x="2495250" y="1493675"/>
            <a:ext cx="5564700" cy="916800"/>
          </a:xfrm>
          <a:prstGeom prst="rect">
            <a:avLst/>
          </a:prstGeom>
        </p:spPr>
        <p:txBody>
          <a:bodyPr spcFirstLastPara="1" wrap="square" lIns="0" tIns="91425" rIns="91425" bIns="91425" anchor="ctr" anchorCtr="0">
            <a:noAutofit/>
          </a:bodyPr>
          <a:lstStyle/>
          <a:p>
            <a:pPr marL="0" lvl="0" indent="0" algn="r" rtl="0">
              <a:spcBef>
                <a:spcPts val="0"/>
              </a:spcBef>
              <a:spcAft>
                <a:spcPts val="0"/>
              </a:spcAft>
              <a:buNone/>
            </a:pPr>
            <a:r>
              <a:rPr lang="en" sz="4800" dirty="0">
                <a:solidFill>
                  <a:schemeClr val="bg1"/>
                </a:solidFill>
                <a:effectLst/>
                <a:latin typeface="SF Pro Text" panose="00000500000000000000" pitchFamily="2" charset="0"/>
                <a:ea typeface="SF Pro Text" panose="00000500000000000000" pitchFamily="2" charset="0"/>
              </a:rPr>
              <a:t>Introduction</a:t>
            </a:r>
            <a:endParaRPr sz="4800" dirty="0">
              <a:solidFill>
                <a:schemeClr val="bg1"/>
              </a:solidFill>
              <a:effectLst/>
              <a:latin typeface="SF Pro Text" panose="00000500000000000000" pitchFamily="2" charset="0"/>
              <a:ea typeface="SF Pro Text" panose="00000500000000000000" pitchFamily="2" charset="0"/>
            </a:endParaRPr>
          </a:p>
        </p:txBody>
      </p:sp>
      <p:sp>
        <p:nvSpPr>
          <p:cNvPr id="457" name="Google Shape;457;p44"/>
          <p:cNvSpPr txBox="1">
            <a:spLocks noGrp="1"/>
          </p:cNvSpPr>
          <p:nvPr>
            <p:ph type="title" idx="2"/>
          </p:nvPr>
        </p:nvSpPr>
        <p:spPr>
          <a:prstGeom prst="rect">
            <a:avLst/>
          </a:prstGeom>
        </p:spPr>
        <p:txBody>
          <a:bodyPr spcFirstLastPara="1" wrap="square" lIns="0" tIns="91425" rIns="91425" bIns="91425" anchor="ctr" anchorCtr="0">
            <a:noAutofit/>
          </a:bodyPr>
          <a:lstStyle/>
          <a:p>
            <a:pPr marL="0" lvl="0" indent="0" algn="r" rtl="0">
              <a:spcBef>
                <a:spcPts val="0"/>
              </a:spcBef>
              <a:spcAft>
                <a:spcPts val="0"/>
              </a:spcAft>
              <a:buNone/>
            </a:pPr>
            <a:r>
              <a:rPr lang="en" dirty="0">
                <a:solidFill>
                  <a:schemeClr val="tx1"/>
                </a:solidFill>
              </a:rPr>
              <a:t>01</a:t>
            </a:r>
            <a:endParaRPr dirty="0">
              <a:solidFill>
                <a:schemeClr val="tx1"/>
              </a:solidFill>
            </a:endParaRPr>
          </a:p>
        </p:txBody>
      </p:sp>
      <p:sp>
        <p:nvSpPr>
          <p:cNvPr id="506" name="Google Shape;506;p44"/>
          <p:cNvSpPr/>
          <p:nvPr/>
        </p:nvSpPr>
        <p:spPr>
          <a:xfrm>
            <a:off x="3621195" y="2813052"/>
            <a:ext cx="4673400" cy="531850"/>
          </a:xfrm>
          <a:prstGeom prst="roundRect">
            <a:avLst>
              <a:gd name="adj" fmla="val 50000"/>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p>
        </p:txBody>
      </p:sp>
      <p:sp>
        <p:nvSpPr>
          <p:cNvPr id="507" name="Google Shape;507;p44"/>
          <p:cNvSpPr txBox="1">
            <a:spLocks noGrp="1"/>
          </p:cNvSpPr>
          <p:nvPr>
            <p:ph type="subTitle" idx="1"/>
          </p:nvPr>
        </p:nvSpPr>
        <p:spPr>
          <a:xfrm>
            <a:off x="3621195" y="2874633"/>
            <a:ext cx="4673400" cy="470308"/>
          </a:xfrm>
          <a:prstGeom prst="rect">
            <a:avLst/>
          </a:prstGeom>
        </p:spPr>
        <p:txBody>
          <a:bodyPr spcFirstLastPara="1" wrap="square" lIns="0" tIns="0" rIns="91425" bIns="91425" anchor="t" anchorCtr="0">
            <a:noAutofit/>
          </a:bodyPr>
          <a:lstStyle/>
          <a:p>
            <a:pPr marL="0" lvl="0" indent="0" algn="ctr" rtl="0">
              <a:spcBef>
                <a:spcPts val="0"/>
              </a:spcBef>
              <a:spcAft>
                <a:spcPts val="0"/>
              </a:spcAft>
              <a:buNone/>
            </a:pPr>
            <a:r>
              <a:rPr lang="en-US" sz="1400" dirty="0">
                <a:solidFill>
                  <a:schemeClr val="bg1"/>
                </a:solidFill>
                <a:effectLst/>
                <a:latin typeface="SF Pro Text" panose="00000500000000000000" pitchFamily="2" charset="0"/>
                <a:ea typeface="SF Pro Text" panose="00000500000000000000" pitchFamily="2" charset="0"/>
              </a:rPr>
              <a:t>Designing of a four-seater electric golf cart-</a:t>
            </a:r>
            <a:endParaRPr sz="1400" dirty="0">
              <a:solidFill>
                <a:schemeClr val="bg1"/>
              </a:solidFill>
              <a:effectLst/>
              <a:latin typeface="SF Pro Text" panose="00000500000000000000" pitchFamily="2" charset="0"/>
              <a:ea typeface="SF Pro Text" panose="00000500000000000000" pitchFamily="2" charset="0"/>
            </a:endParaRPr>
          </a:p>
        </p:txBody>
      </p:sp>
      <p:grpSp>
        <p:nvGrpSpPr>
          <p:cNvPr id="458" name="Google Shape;458;p44"/>
          <p:cNvGrpSpPr/>
          <p:nvPr/>
        </p:nvGrpSpPr>
        <p:grpSpPr>
          <a:xfrm flipH="1">
            <a:off x="-1941462" y="2728633"/>
            <a:ext cx="5154289" cy="2414615"/>
            <a:chOff x="713225" y="2253700"/>
            <a:chExt cx="5046298" cy="2364025"/>
          </a:xfrm>
        </p:grpSpPr>
        <p:sp>
          <p:nvSpPr>
            <p:cNvPr id="459" name="Google Shape;459;p44"/>
            <p:cNvSpPr/>
            <p:nvPr/>
          </p:nvSpPr>
          <p:spPr>
            <a:xfrm>
              <a:off x="847107" y="2253700"/>
              <a:ext cx="259413" cy="2346494"/>
            </a:xfrm>
            <a:custGeom>
              <a:avLst/>
              <a:gdLst/>
              <a:ahLst/>
              <a:cxnLst/>
              <a:rect l="l" t="t" r="r" b="b"/>
              <a:pathLst>
                <a:path w="3854" h="34861" extrusionOk="0">
                  <a:moveTo>
                    <a:pt x="0" y="0"/>
                  </a:moveTo>
                  <a:lnTo>
                    <a:pt x="0" y="34860"/>
                  </a:lnTo>
                  <a:lnTo>
                    <a:pt x="3853" y="34860"/>
                  </a:lnTo>
                  <a:lnTo>
                    <a:pt x="385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60" name="Google Shape;460;p44"/>
            <p:cNvSpPr/>
            <p:nvPr/>
          </p:nvSpPr>
          <p:spPr>
            <a:xfrm>
              <a:off x="1106456" y="2253700"/>
              <a:ext cx="658628" cy="2346494"/>
            </a:xfrm>
            <a:custGeom>
              <a:avLst/>
              <a:gdLst/>
              <a:ahLst/>
              <a:cxnLst/>
              <a:rect l="l" t="t" r="r" b="b"/>
              <a:pathLst>
                <a:path w="9785" h="34861" extrusionOk="0">
                  <a:moveTo>
                    <a:pt x="0" y="0"/>
                  </a:moveTo>
                  <a:lnTo>
                    <a:pt x="0" y="34860"/>
                  </a:lnTo>
                  <a:lnTo>
                    <a:pt x="9784" y="34860"/>
                  </a:lnTo>
                  <a:lnTo>
                    <a:pt x="9784" y="0"/>
                  </a:lnTo>
                  <a:close/>
                </a:path>
              </a:pathLst>
            </a:custGeom>
            <a:gradFill>
              <a:gsLst>
                <a:gs pos="0">
                  <a:schemeClr val="lt1"/>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61" name="Google Shape;461;p44"/>
            <p:cNvSpPr/>
            <p:nvPr/>
          </p:nvSpPr>
          <p:spPr>
            <a:xfrm>
              <a:off x="1164074" y="2999235"/>
              <a:ext cx="543326" cy="571462"/>
            </a:xfrm>
            <a:custGeom>
              <a:avLst/>
              <a:gdLst/>
              <a:ahLst/>
              <a:cxnLst/>
              <a:rect l="l" t="t" r="r" b="b"/>
              <a:pathLst>
                <a:path w="8072" h="8490" extrusionOk="0">
                  <a:moveTo>
                    <a:pt x="3734" y="1730"/>
                  </a:moveTo>
                  <a:lnTo>
                    <a:pt x="3734" y="2014"/>
                  </a:lnTo>
                  <a:lnTo>
                    <a:pt x="4339" y="2014"/>
                  </a:lnTo>
                  <a:lnTo>
                    <a:pt x="4339" y="1730"/>
                  </a:lnTo>
                  <a:close/>
                  <a:moveTo>
                    <a:pt x="3549" y="2742"/>
                  </a:moveTo>
                  <a:lnTo>
                    <a:pt x="3549" y="3088"/>
                  </a:lnTo>
                  <a:lnTo>
                    <a:pt x="4524" y="3088"/>
                  </a:lnTo>
                  <a:lnTo>
                    <a:pt x="4524" y="2742"/>
                  </a:lnTo>
                  <a:close/>
                  <a:moveTo>
                    <a:pt x="3549" y="3237"/>
                  </a:moveTo>
                  <a:lnTo>
                    <a:pt x="3549" y="3583"/>
                  </a:lnTo>
                  <a:lnTo>
                    <a:pt x="4524" y="3583"/>
                  </a:lnTo>
                  <a:lnTo>
                    <a:pt x="4524" y="3237"/>
                  </a:lnTo>
                  <a:close/>
                  <a:moveTo>
                    <a:pt x="3549" y="3730"/>
                  </a:moveTo>
                  <a:lnTo>
                    <a:pt x="3549" y="4076"/>
                  </a:lnTo>
                  <a:lnTo>
                    <a:pt x="4524" y="4076"/>
                  </a:lnTo>
                  <a:lnTo>
                    <a:pt x="4524" y="3730"/>
                  </a:lnTo>
                  <a:close/>
                  <a:moveTo>
                    <a:pt x="3549" y="4225"/>
                  </a:moveTo>
                  <a:lnTo>
                    <a:pt x="3549" y="4571"/>
                  </a:lnTo>
                  <a:lnTo>
                    <a:pt x="4524" y="4571"/>
                  </a:lnTo>
                  <a:lnTo>
                    <a:pt x="4524" y="4225"/>
                  </a:lnTo>
                  <a:close/>
                  <a:moveTo>
                    <a:pt x="4716" y="2335"/>
                  </a:moveTo>
                  <a:lnTo>
                    <a:pt x="4716" y="4681"/>
                  </a:lnTo>
                  <a:lnTo>
                    <a:pt x="3358" y="4681"/>
                  </a:lnTo>
                  <a:lnTo>
                    <a:pt x="3358" y="2335"/>
                  </a:lnTo>
                  <a:close/>
                  <a:moveTo>
                    <a:pt x="3184" y="2161"/>
                  </a:moveTo>
                  <a:lnTo>
                    <a:pt x="3184" y="4855"/>
                  </a:lnTo>
                  <a:lnTo>
                    <a:pt x="4890" y="4855"/>
                  </a:lnTo>
                  <a:lnTo>
                    <a:pt x="4890" y="2161"/>
                  </a:lnTo>
                  <a:close/>
                  <a:moveTo>
                    <a:pt x="7006" y="964"/>
                  </a:moveTo>
                  <a:cubicBezTo>
                    <a:pt x="7022" y="964"/>
                    <a:pt x="7034" y="977"/>
                    <a:pt x="7034" y="992"/>
                  </a:cubicBezTo>
                  <a:lnTo>
                    <a:pt x="7034" y="5505"/>
                  </a:lnTo>
                  <a:cubicBezTo>
                    <a:pt x="7034" y="5522"/>
                    <a:pt x="7022" y="5535"/>
                    <a:pt x="7006" y="5535"/>
                  </a:cubicBezTo>
                  <a:lnTo>
                    <a:pt x="1068" y="5535"/>
                  </a:lnTo>
                  <a:cubicBezTo>
                    <a:pt x="1053" y="5535"/>
                    <a:pt x="1038" y="5521"/>
                    <a:pt x="1038" y="5505"/>
                  </a:cubicBezTo>
                  <a:lnTo>
                    <a:pt x="1038" y="992"/>
                  </a:lnTo>
                  <a:cubicBezTo>
                    <a:pt x="1038" y="977"/>
                    <a:pt x="1053" y="964"/>
                    <a:pt x="1068" y="964"/>
                  </a:cubicBezTo>
                  <a:close/>
                  <a:moveTo>
                    <a:pt x="1683" y="6020"/>
                  </a:moveTo>
                  <a:lnTo>
                    <a:pt x="1683" y="6691"/>
                  </a:lnTo>
                  <a:lnTo>
                    <a:pt x="1038" y="6691"/>
                  </a:lnTo>
                  <a:lnTo>
                    <a:pt x="1038" y="6020"/>
                  </a:lnTo>
                  <a:close/>
                  <a:moveTo>
                    <a:pt x="2753" y="6020"/>
                  </a:moveTo>
                  <a:lnTo>
                    <a:pt x="2753" y="6691"/>
                  </a:lnTo>
                  <a:lnTo>
                    <a:pt x="2110" y="6691"/>
                  </a:lnTo>
                  <a:lnTo>
                    <a:pt x="2110" y="6020"/>
                  </a:lnTo>
                  <a:close/>
                  <a:moveTo>
                    <a:pt x="3823" y="6020"/>
                  </a:moveTo>
                  <a:lnTo>
                    <a:pt x="3823" y="6691"/>
                  </a:lnTo>
                  <a:lnTo>
                    <a:pt x="3180" y="6691"/>
                  </a:lnTo>
                  <a:lnTo>
                    <a:pt x="3180" y="6020"/>
                  </a:lnTo>
                  <a:close/>
                  <a:moveTo>
                    <a:pt x="4894" y="6020"/>
                  </a:moveTo>
                  <a:lnTo>
                    <a:pt x="4894" y="6691"/>
                  </a:lnTo>
                  <a:lnTo>
                    <a:pt x="4250" y="6691"/>
                  </a:lnTo>
                  <a:lnTo>
                    <a:pt x="4250" y="6020"/>
                  </a:lnTo>
                  <a:close/>
                  <a:moveTo>
                    <a:pt x="5964" y="6020"/>
                  </a:moveTo>
                  <a:lnTo>
                    <a:pt x="5964" y="6691"/>
                  </a:lnTo>
                  <a:lnTo>
                    <a:pt x="5320" y="6691"/>
                  </a:lnTo>
                  <a:lnTo>
                    <a:pt x="5320" y="6020"/>
                  </a:lnTo>
                  <a:close/>
                  <a:moveTo>
                    <a:pt x="7034" y="6020"/>
                  </a:moveTo>
                  <a:lnTo>
                    <a:pt x="7034" y="6691"/>
                  </a:lnTo>
                  <a:lnTo>
                    <a:pt x="6390" y="6691"/>
                  </a:lnTo>
                  <a:lnTo>
                    <a:pt x="6390" y="6020"/>
                  </a:lnTo>
                  <a:close/>
                  <a:moveTo>
                    <a:pt x="1683" y="7178"/>
                  </a:moveTo>
                  <a:lnTo>
                    <a:pt x="1683" y="7848"/>
                  </a:lnTo>
                  <a:lnTo>
                    <a:pt x="1038" y="7848"/>
                  </a:lnTo>
                  <a:lnTo>
                    <a:pt x="1038" y="7178"/>
                  </a:lnTo>
                  <a:close/>
                  <a:moveTo>
                    <a:pt x="2753" y="7178"/>
                  </a:moveTo>
                  <a:lnTo>
                    <a:pt x="2753" y="7848"/>
                  </a:lnTo>
                  <a:lnTo>
                    <a:pt x="2110" y="7848"/>
                  </a:lnTo>
                  <a:lnTo>
                    <a:pt x="2110" y="7178"/>
                  </a:lnTo>
                  <a:close/>
                  <a:moveTo>
                    <a:pt x="3823" y="7178"/>
                  </a:moveTo>
                  <a:lnTo>
                    <a:pt x="3823" y="7848"/>
                  </a:lnTo>
                  <a:lnTo>
                    <a:pt x="3180" y="7848"/>
                  </a:lnTo>
                  <a:lnTo>
                    <a:pt x="3180" y="7178"/>
                  </a:lnTo>
                  <a:close/>
                  <a:moveTo>
                    <a:pt x="4894" y="7178"/>
                  </a:moveTo>
                  <a:lnTo>
                    <a:pt x="4894" y="7848"/>
                  </a:lnTo>
                  <a:lnTo>
                    <a:pt x="4250" y="7848"/>
                  </a:lnTo>
                  <a:lnTo>
                    <a:pt x="4250" y="7178"/>
                  </a:lnTo>
                  <a:close/>
                  <a:moveTo>
                    <a:pt x="5964" y="7178"/>
                  </a:moveTo>
                  <a:lnTo>
                    <a:pt x="5964" y="7848"/>
                  </a:lnTo>
                  <a:lnTo>
                    <a:pt x="5320" y="7848"/>
                  </a:lnTo>
                  <a:lnTo>
                    <a:pt x="5320" y="7178"/>
                  </a:lnTo>
                  <a:close/>
                  <a:moveTo>
                    <a:pt x="7034" y="7178"/>
                  </a:moveTo>
                  <a:lnTo>
                    <a:pt x="7034" y="7848"/>
                  </a:lnTo>
                  <a:lnTo>
                    <a:pt x="6390" y="7848"/>
                  </a:lnTo>
                  <a:lnTo>
                    <a:pt x="6390" y="7178"/>
                  </a:lnTo>
                  <a:close/>
                  <a:moveTo>
                    <a:pt x="1" y="0"/>
                  </a:moveTo>
                  <a:lnTo>
                    <a:pt x="1" y="8489"/>
                  </a:lnTo>
                  <a:lnTo>
                    <a:pt x="8072" y="8489"/>
                  </a:lnTo>
                  <a:lnTo>
                    <a:pt x="8072"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62" name="Google Shape;462;p44"/>
            <p:cNvSpPr/>
            <p:nvPr/>
          </p:nvSpPr>
          <p:spPr>
            <a:xfrm>
              <a:off x="1094811" y="2253700"/>
              <a:ext cx="434015" cy="2346494"/>
            </a:xfrm>
            <a:custGeom>
              <a:avLst/>
              <a:gdLst/>
              <a:ahLst/>
              <a:cxnLst/>
              <a:rect l="l" t="t" r="r" b="b"/>
              <a:pathLst>
                <a:path w="6448" h="34861" extrusionOk="0">
                  <a:moveTo>
                    <a:pt x="4575" y="2618"/>
                  </a:moveTo>
                  <a:lnTo>
                    <a:pt x="3683" y="5900"/>
                  </a:lnTo>
                  <a:lnTo>
                    <a:pt x="4900" y="5900"/>
                  </a:lnTo>
                  <a:lnTo>
                    <a:pt x="4369" y="8844"/>
                  </a:lnTo>
                  <a:lnTo>
                    <a:pt x="6448" y="4840"/>
                  </a:lnTo>
                  <a:lnTo>
                    <a:pt x="5000" y="4840"/>
                  </a:lnTo>
                  <a:lnTo>
                    <a:pt x="6110" y="2618"/>
                  </a:lnTo>
                  <a:close/>
                  <a:moveTo>
                    <a:pt x="173" y="0"/>
                  </a:moveTo>
                  <a:cubicBezTo>
                    <a:pt x="135" y="1452"/>
                    <a:pt x="118" y="2905"/>
                    <a:pt x="89" y="4358"/>
                  </a:cubicBezTo>
                  <a:lnTo>
                    <a:pt x="41" y="8714"/>
                  </a:lnTo>
                  <a:cubicBezTo>
                    <a:pt x="12" y="11620"/>
                    <a:pt x="15" y="14525"/>
                    <a:pt x="1" y="17430"/>
                  </a:cubicBezTo>
                  <a:cubicBezTo>
                    <a:pt x="14" y="20334"/>
                    <a:pt x="12" y="23240"/>
                    <a:pt x="41" y="26145"/>
                  </a:cubicBezTo>
                  <a:lnTo>
                    <a:pt x="89" y="30503"/>
                  </a:lnTo>
                  <a:cubicBezTo>
                    <a:pt x="117" y="31954"/>
                    <a:pt x="134" y="33407"/>
                    <a:pt x="173" y="34860"/>
                  </a:cubicBezTo>
                  <a:cubicBezTo>
                    <a:pt x="213" y="33407"/>
                    <a:pt x="230" y="31954"/>
                    <a:pt x="260" y="30503"/>
                  </a:cubicBezTo>
                  <a:lnTo>
                    <a:pt x="308" y="26145"/>
                  </a:lnTo>
                  <a:cubicBezTo>
                    <a:pt x="335" y="23240"/>
                    <a:pt x="333" y="20334"/>
                    <a:pt x="347" y="17430"/>
                  </a:cubicBezTo>
                  <a:cubicBezTo>
                    <a:pt x="333" y="14525"/>
                    <a:pt x="336" y="11620"/>
                    <a:pt x="306" y="8714"/>
                  </a:cubicBezTo>
                  <a:lnTo>
                    <a:pt x="258" y="4358"/>
                  </a:lnTo>
                  <a:cubicBezTo>
                    <a:pt x="230" y="2905"/>
                    <a:pt x="213" y="1452"/>
                    <a:pt x="173"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63" name="Google Shape;463;p44"/>
            <p:cNvSpPr/>
            <p:nvPr/>
          </p:nvSpPr>
          <p:spPr>
            <a:xfrm>
              <a:off x="1327640" y="3682104"/>
              <a:ext cx="1099509" cy="898319"/>
            </a:xfrm>
            <a:custGeom>
              <a:avLst/>
              <a:gdLst/>
              <a:ahLst/>
              <a:cxnLst/>
              <a:rect l="l" t="t" r="r" b="b"/>
              <a:pathLst>
                <a:path w="16335" h="13346" extrusionOk="0">
                  <a:moveTo>
                    <a:pt x="1" y="1"/>
                  </a:moveTo>
                  <a:lnTo>
                    <a:pt x="1" y="2323"/>
                  </a:lnTo>
                  <a:lnTo>
                    <a:pt x="1171" y="2323"/>
                  </a:lnTo>
                  <a:lnTo>
                    <a:pt x="1171" y="9354"/>
                  </a:lnTo>
                  <a:cubicBezTo>
                    <a:pt x="1171" y="11555"/>
                    <a:pt x="2962" y="13345"/>
                    <a:pt x="5163" y="13345"/>
                  </a:cubicBezTo>
                  <a:cubicBezTo>
                    <a:pt x="7363" y="13345"/>
                    <a:pt x="9153" y="11555"/>
                    <a:pt x="9153" y="9354"/>
                  </a:cubicBezTo>
                  <a:lnTo>
                    <a:pt x="9153" y="2828"/>
                  </a:lnTo>
                  <a:cubicBezTo>
                    <a:pt x="9153" y="2149"/>
                    <a:pt x="9706" y="1597"/>
                    <a:pt x="10384" y="1597"/>
                  </a:cubicBezTo>
                  <a:lnTo>
                    <a:pt x="16335" y="1597"/>
                  </a:lnTo>
                  <a:lnTo>
                    <a:pt x="16335" y="727"/>
                  </a:lnTo>
                  <a:lnTo>
                    <a:pt x="10385" y="727"/>
                  </a:lnTo>
                  <a:cubicBezTo>
                    <a:pt x="9226" y="727"/>
                    <a:pt x="8285" y="1670"/>
                    <a:pt x="8285" y="2828"/>
                  </a:cubicBezTo>
                  <a:lnTo>
                    <a:pt x="8285" y="9354"/>
                  </a:lnTo>
                  <a:cubicBezTo>
                    <a:pt x="8285" y="11075"/>
                    <a:pt x="6884" y="12476"/>
                    <a:pt x="5163" y="12476"/>
                  </a:cubicBezTo>
                  <a:cubicBezTo>
                    <a:pt x="3441" y="12476"/>
                    <a:pt x="2040" y="11075"/>
                    <a:pt x="2040" y="9354"/>
                  </a:cubicBezTo>
                  <a:lnTo>
                    <a:pt x="2040" y="2323"/>
                  </a:lnTo>
                  <a:lnTo>
                    <a:pt x="3212" y="2323"/>
                  </a:lnTo>
                  <a:lnTo>
                    <a:pt x="321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64" name="Google Shape;464;p44"/>
            <p:cNvSpPr/>
            <p:nvPr/>
          </p:nvSpPr>
          <p:spPr>
            <a:xfrm>
              <a:off x="2121170" y="3810197"/>
              <a:ext cx="3504562" cy="587616"/>
            </a:xfrm>
            <a:custGeom>
              <a:avLst/>
              <a:gdLst/>
              <a:ahLst/>
              <a:cxnLst/>
              <a:rect l="l" t="t" r="r" b="b"/>
              <a:pathLst>
                <a:path w="52066" h="8730" extrusionOk="0">
                  <a:moveTo>
                    <a:pt x="6209" y="0"/>
                  </a:moveTo>
                  <a:lnTo>
                    <a:pt x="346" y="1647"/>
                  </a:lnTo>
                  <a:lnTo>
                    <a:pt x="0" y="7363"/>
                  </a:lnTo>
                  <a:lnTo>
                    <a:pt x="52065" y="8730"/>
                  </a:lnTo>
                  <a:lnTo>
                    <a:pt x="52065" y="8730"/>
                  </a:lnTo>
                  <a:lnTo>
                    <a:pt x="51603" y="5008"/>
                  </a:lnTo>
                  <a:lnTo>
                    <a:pt x="50455" y="2768"/>
                  </a:lnTo>
                  <a:lnTo>
                    <a:pt x="4541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65" name="Google Shape;465;p44"/>
            <p:cNvSpPr/>
            <p:nvPr/>
          </p:nvSpPr>
          <p:spPr>
            <a:xfrm>
              <a:off x="2006943" y="2909510"/>
              <a:ext cx="3620941" cy="1488291"/>
            </a:xfrm>
            <a:custGeom>
              <a:avLst/>
              <a:gdLst/>
              <a:ahLst/>
              <a:cxnLst/>
              <a:rect l="l" t="t" r="r" b="b"/>
              <a:pathLst>
                <a:path w="53795" h="22111" extrusionOk="0">
                  <a:moveTo>
                    <a:pt x="21710" y="2597"/>
                  </a:moveTo>
                  <a:cubicBezTo>
                    <a:pt x="24367" y="2597"/>
                    <a:pt x="26988" y="2799"/>
                    <a:pt x="29121" y="3203"/>
                  </a:cubicBezTo>
                  <a:cubicBezTo>
                    <a:pt x="32778" y="3894"/>
                    <a:pt x="37670" y="5969"/>
                    <a:pt x="37670" y="5969"/>
                  </a:cubicBezTo>
                  <a:lnTo>
                    <a:pt x="37670" y="9822"/>
                  </a:lnTo>
                  <a:cubicBezTo>
                    <a:pt x="29775" y="8655"/>
                    <a:pt x="18850" y="7225"/>
                    <a:pt x="12725" y="7225"/>
                  </a:cubicBezTo>
                  <a:cubicBezTo>
                    <a:pt x="12303" y="7225"/>
                    <a:pt x="11904" y="7231"/>
                    <a:pt x="11531" y="7246"/>
                  </a:cubicBezTo>
                  <a:cubicBezTo>
                    <a:pt x="11531" y="7246"/>
                    <a:pt x="11877" y="3400"/>
                    <a:pt x="16126" y="2906"/>
                  </a:cubicBezTo>
                  <a:cubicBezTo>
                    <a:pt x="17896" y="2700"/>
                    <a:pt x="19812" y="2597"/>
                    <a:pt x="21710" y="2597"/>
                  </a:cubicBezTo>
                  <a:close/>
                  <a:moveTo>
                    <a:pt x="40822" y="6211"/>
                  </a:moveTo>
                  <a:cubicBezTo>
                    <a:pt x="45140" y="8502"/>
                    <a:pt x="47108" y="10680"/>
                    <a:pt x="47108" y="10680"/>
                  </a:cubicBezTo>
                  <a:lnTo>
                    <a:pt x="47108" y="11306"/>
                  </a:lnTo>
                  <a:cubicBezTo>
                    <a:pt x="47108" y="11306"/>
                    <a:pt x="44585" y="10878"/>
                    <a:pt x="40822" y="10299"/>
                  </a:cubicBezTo>
                  <a:lnTo>
                    <a:pt x="40822" y="6211"/>
                  </a:lnTo>
                  <a:close/>
                  <a:moveTo>
                    <a:pt x="19761" y="1"/>
                  </a:moveTo>
                  <a:cubicBezTo>
                    <a:pt x="12345" y="1"/>
                    <a:pt x="7248" y="1720"/>
                    <a:pt x="7248" y="1720"/>
                  </a:cubicBezTo>
                  <a:cubicBezTo>
                    <a:pt x="1516" y="6464"/>
                    <a:pt x="2768" y="13052"/>
                    <a:pt x="2768" y="13052"/>
                  </a:cubicBezTo>
                  <a:cubicBezTo>
                    <a:pt x="1" y="16280"/>
                    <a:pt x="1697" y="20744"/>
                    <a:pt x="1697" y="20744"/>
                  </a:cubicBezTo>
                  <a:lnTo>
                    <a:pt x="2065" y="20754"/>
                  </a:lnTo>
                  <a:cubicBezTo>
                    <a:pt x="2046" y="20579"/>
                    <a:pt x="2038" y="20402"/>
                    <a:pt x="2038" y="20224"/>
                  </a:cubicBezTo>
                  <a:cubicBezTo>
                    <a:pt x="2038" y="17331"/>
                    <a:pt x="4383" y="14986"/>
                    <a:pt x="7276" y="14986"/>
                  </a:cubicBezTo>
                  <a:cubicBezTo>
                    <a:pt x="10168" y="14986"/>
                    <a:pt x="12513" y="17331"/>
                    <a:pt x="12513" y="20224"/>
                  </a:cubicBezTo>
                  <a:cubicBezTo>
                    <a:pt x="12513" y="20497"/>
                    <a:pt x="12492" y="20765"/>
                    <a:pt x="12452" y="21027"/>
                  </a:cubicBezTo>
                  <a:lnTo>
                    <a:pt x="42944" y="21827"/>
                  </a:lnTo>
                  <a:cubicBezTo>
                    <a:pt x="42782" y="21322"/>
                    <a:pt x="42693" y="20784"/>
                    <a:pt x="42693" y="20224"/>
                  </a:cubicBezTo>
                  <a:cubicBezTo>
                    <a:pt x="42693" y="17331"/>
                    <a:pt x="45038" y="14986"/>
                    <a:pt x="47932" y="14986"/>
                  </a:cubicBezTo>
                  <a:cubicBezTo>
                    <a:pt x="50824" y="14986"/>
                    <a:pt x="53169" y="17331"/>
                    <a:pt x="53169" y="20224"/>
                  </a:cubicBezTo>
                  <a:cubicBezTo>
                    <a:pt x="53169" y="20880"/>
                    <a:pt x="53047" y="21507"/>
                    <a:pt x="52827" y="22087"/>
                  </a:cubicBezTo>
                  <a:lnTo>
                    <a:pt x="53762" y="22111"/>
                  </a:lnTo>
                  <a:cubicBezTo>
                    <a:pt x="53762" y="22111"/>
                    <a:pt x="53728" y="20859"/>
                    <a:pt x="53762" y="18652"/>
                  </a:cubicBezTo>
                  <a:cubicBezTo>
                    <a:pt x="53795" y="16446"/>
                    <a:pt x="53136" y="16478"/>
                    <a:pt x="51159" y="13777"/>
                  </a:cubicBezTo>
                  <a:cubicBezTo>
                    <a:pt x="49183" y="11076"/>
                    <a:pt x="48162" y="10153"/>
                    <a:pt x="48162" y="10153"/>
                  </a:cubicBezTo>
                  <a:cubicBezTo>
                    <a:pt x="38313" y="1975"/>
                    <a:pt x="27707" y="1"/>
                    <a:pt x="19761" y="1"/>
                  </a:cubicBez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66" name="Google Shape;466;p44"/>
            <p:cNvSpPr/>
            <p:nvPr/>
          </p:nvSpPr>
          <p:spPr>
            <a:xfrm>
              <a:off x="4769859" y="3604966"/>
              <a:ext cx="23626" cy="3769"/>
            </a:xfrm>
            <a:custGeom>
              <a:avLst/>
              <a:gdLst/>
              <a:ahLst/>
              <a:cxnLst/>
              <a:rect l="l" t="t" r="r" b="b"/>
              <a:pathLst>
                <a:path w="351" h="56" extrusionOk="0">
                  <a:moveTo>
                    <a:pt x="1" y="1"/>
                  </a:moveTo>
                  <a:lnTo>
                    <a:pt x="1" y="1"/>
                  </a:lnTo>
                  <a:cubicBezTo>
                    <a:pt x="119" y="19"/>
                    <a:pt x="235" y="37"/>
                    <a:pt x="350" y="56"/>
                  </a:cubicBezTo>
                  <a:cubicBezTo>
                    <a:pt x="236" y="37"/>
                    <a:pt x="119" y="19"/>
                    <a:pt x="1" y="1"/>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67" name="Google Shape;467;p44"/>
            <p:cNvSpPr/>
            <p:nvPr/>
          </p:nvSpPr>
          <p:spPr>
            <a:xfrm>
              <a:off x="5175273" y="3670055"/>
              <a:ext cx="2558" cy="538"/>
            </a:xfrm>
            <a:custGeom>
              <a:avLst/>
              <a:gdLst/>
              <a:ahLst/>
              <a:cxnLst/>
              <a:rect l="l" t="t" r="r" b="b"/>
              <a:pathLst>
                <a:path w="38" h="8" extrusionOk="0">
                  <a:moveTo>
                    <a:pt x="38" y="7"/>
                  </a:moveTo>
                  <a:cubicBezTo>
                    <a:pt x="38" y="7"/>
                    <a:pt x="23" y="5"/>
                    <a:pt x="1" y="0"/>
                  </a:cubicBezTo>
                  <a:cubicBezTo>
                    <a:pt x="23" y="5"/>
                    <a:pt x="38" y="7"/>
                    <a:pt x="38" y="7"/>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68" name="Google Shape;468;p44"/>
            <p:cNvSpPr/>
            <p:nvPr/>
          </p:nvSpPr>
          <p:spPr>
            <a:xfrm>
              <a:off x="5176283" y="3626774"/>
              <a:ext cx="875" cy="875"/>
            </a:xfrm>
            <a:custGeom>
              <a:avLst/>
              <a:gdLst/>
              <a:ahLst/>
              <a:cxnLst/>
              <a:rect l="l" t="t" r="r" b="b"/>
              <a:pathLst>
                <a:path w="13" h="13" extrusionOk="0">
                  <a:moveTo>
                    <a:pt x="0" y="0"/>
                  </a:moveTo>
                  <a:lnTo>
                    <a:pt x="0" y="0"/>
                  </a:lnTo>
                  <a:cubicBezTo>
                    <a:pt x="6" y="6"/>
                    <a:pt x="8" y="10"/>
                    <a:pt x="13" y="13"/>
                  </a:cubicBezTo>
                  <a:cubicBezTo>
                    <a:pt x="8" y="9"/>
                    <a:pt x="6" y="6"/>
                    <a:pt x="0" y="0"/>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69" name="Google Shape;469;p44"/>
            <p:cNvSpPr/>
            <p:nvPr/>
          </p:nvSpPr>
          <p:spPr>
            <a:xfrm>
              <a:off x="4905490" y="3626169"/>
              <a:ext cx="45973" cy="7404"/>
            </a:xfrm>
            <a:custGeom>
              <a:avLst/>
              <a:gdLst/>
              <a:ahLst/>
              <a:cxnLst/>
              <a:rect l="l" t="t" r="r" b="b"/>
              <a:pathLst>
                <a:path w="683" h="110" extrusionOk="0">
                  <a:moveTo>
                    <a:pt x="683" y="110"/>
                  </a:moveTo>
                  <a:cubicBezTo>
                    <a:pt x="464" y="74"/>
                    <a:pt x="236" y="39"/>
                    <a:pt x="0" y="1"/>
                  </a:cubicBezTo>
                  <a:cubicBezTo>
                    <a:pt x="236" y="39"/>
                    <a:pt x="464" y="74"/>
                    <a:pt x="683" y="110"/>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70" name="Google Shape;470;p44"/>
            <p:cNvSpPr/>
            <p:nvPr/>
          </p:nvSpPr>
          <p:spPr>
            <a:xfrm>
              <a:off x="4855344" y="3618293"/>
              <a:ext cx="21001" cy="3365"/>
            </a:xfrm>
            <a:custGeom>
              <a:avLst/>
              <a:gdLst/>
              <a:ahLst/>
              <a:cxnLst/>
              <a:rect l="l" t="t" r="r" b="b"/>
              <a:pathLst>
                <a:path w="312" h="50" extrusionOk="0">
                  <a:moveTo>
                    <a:pt x="311" y="50"/>
                  </a:moveTo>
                  <a:cubicBezTo>
                    <a:pt x="210" y="34"/>
                    <a:pt x="106" y="17"/>
                    <a:pt x="0" y="0"/>
                  </a:cubicBezTo>
                  <a:cubicBezTo>
                    <a:pt x="106" y="17"/>
                    <a:pt x="210" y="34"/>
                    <a:pt x="311" y="50"/>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71" name="Google Shape;471;p44"/>
            <p:cNvSpPr/>
            <p:nvPr/>
          </p:nvSpPr>
          <p:spPr>
            <a:xfrm>
              <a:off x="4880383" y="3622265"/>
              <a:ext cx="20799" cy="3298"/>
            </a:xfrm>
            <a:custGeom>
              <a:avLst/>
              <a:gdLst/>
              <a:ahLst/>
              <a:cxnLst/>
              <a:rect l="l" t="t" r="r" b="b"/>
              <a:pathLst>
                <a:path w="309" h="49" extrusionOk="0">
                  <a:moveTo>
                    <a:pt x="308" y="49"/>
                  </a:moveTo>
                  <a:cubicBezTo>
                    <a:pt x="206" y="33"/>
                    <a:pt x="105" y="16"/>
                    <a:pt x="0" y="1"/>
                  </a:cubicBezTo>
                  <a:cubicBezTo>
                    <a:pt x="105" y="16"/>
                    <a:pt x="206" y="33"/>
                    <a:pt x="308" y="49"/>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72" name="Google Shape;472;p44"/>
            <p:cNvSpPr/>
            <p:nvPr/>
          </p:nvSpPr>
          <p:spPr>
            <a:xfrm>
              <a:off x="5168138" y="3618361"/>
              <a:ext cx="3231" cy="3231"/>
            </a:xfrm>
            <a:custGeom>
              <a:avLst/>
              <a:gdLst/>
              <a:ahLst/>
              <a:cxnLst/>
              <a:rect l="l" t="t" r="r" b="b"/>
              <a:pathLst>
                <a:path w="48" h="48" extrusionOk="0">
                  <a:moveTo>
                    <a:pt x="1" y="1"/>
                  </a:moveTo>
                  <a:cubicBezTo>
                    <a:pt x="18" y="18"/>
                    <a:pt x="33" y="33"/>
                    <a:pt x="47" y="48"/>
                  </a:cubicBezTo>
                  <a:cubicBezTo>
                    <a:pt x="33" y="33"/>
                    <a:pt x="18" y="18"/>
                    <a:pt x="1" y="1"/>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73" name="Google Shape;473;p44"/>
            <p:cNvSpPr/>
            <p:nvPr/>
          </p:nvSpPr>
          <p:spPr>
            <a:xfrm>
              <a:off x="4955031" y="3634111"/>
              <a:ext cx="18174" cy="2962"/>
            </a:xfrm>
            <a:custGeom>
              <a:avLst/>
              <a:gdLst/>
              <a:ahLst/>
              <a:cxnLst/>
              <a:rect l="l" t="t" r="r" b="b"/>
              <a:pathLst>
                <a:path w="270" h="44" extrusionOk="0">
                  <a:moveTo>
                    <a:pt x="269" y="44"/>
                  </a:moveTo>
                  <a:cubicBezTo>
                    <a:pt x="182" y="30"/>
                    <a:pt x="91" y="14"/>
                    <a:pt x="1" y="0"/>
                  </a:cubicBezTo>
                  <a:cubicBezTo>
                    <a:pt x="91" y="14"/>
                    <a:pt x="182" y="30"/>
                    <a:pt x="269" y="44"/>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74" name="Google Shape;474;p44"/>
            <p:cNvSpPr/>
            <p:nvPr/>
          </p:nvSpPr>
          <p:spPr>
            <a:xfrm>
              <a:off x="4754781" y="3327510"/>
              <a:ext cx="26587" cy="14472"/>
            </a:xfrm>
            <a:custGeom>
              <a:avLst/>
              <a:gdLst/>
              <a:ahLst/>
              <a:cxnLst/>
              <a:rect l="l" t="t" r="r" b="b"/>
              <a:pathLst>
                <a:path w="395" h="215" extrusionOk="0">
                  <a:moveTo>
                    <a:pt x="0" y="1"/>
                  </a:moveTo>
                  <a:cubicBezTo>
                    <a:pt x="135" y="72"/>
                    <a:pt x="266" y="144"/>
                    <a:pt x="395" y="214"/>
                  </a:cubicBezTo>
                  <a:cubicBezTo>
                    <a:pt x="266" y="144"/>
                    <a:pt x="135" y="72"/>
                    <a:pt x="0" y="1"/>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75" name="Google Shape;475;p44"/>
            <p:cNvSpPr/>
            <p:nvPr/>
          </p:nvSpPr>
          <p:spPr>
            <a:xfrm>
              <a:off x="5174331" y="3624755"/>
              <a:ext cx="1683" cy="1750"/>
            </a:xfrm>
            <a:custGeom>
              <a:avLst/>
              <a:gdLst/>
              <a:ahLst/>
              <a:cxnLst/>
              <a:rect l="l" t="t" r="r" b="b"/>
              <a:pathLst>
                <a:path w="25" h="26" extrusionOk="0">
                  <a:moveTo>
                    <a:pt x="1" y="1"/>
                  </a:moveTo>
                  <a:cubicBezTo>
                    <a:pt x="11" y="10"/>
                    <a:pt x="18" y="19"/>
                    <a:pt x="25" y="26"/>
                  </a:cubicBezTo>
                  <a:cubicBezTo>
                    <a:pt x="18" y="19"/>
                    <a:pt x="11" y="10"/>
                    <a:pt x="1" y="1"/>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76" name="Google Shape;476;p44"/>
            <p:cNvSpPr/>
            <p:nvPr/>
          </p:nvSpPr>
          <p:spPr>
            <a:xfrm>
              <a:off x="4781571" y="3341982"/>
              <a:ext cx="376869" cy="266750"/>
            </a:xfrm>
            <a:custGeom>
              <a:avLst/>
              <a:gdLst/>
              <a:ahLst/>
              <a:cxnLst/>
              <a:rect l="l" t="t" r="r" b="b"/>
              <a:pathLst>
                <a:path w="5599" h="3963" extrusionOk="0">
                  <a:moveTo>
                    <a:pt x="1" y="1"/>
                  </a:moveTo>
                  <a:cubicBezTo>
                    <a:pt x="3128" y="1712"/>
                    <a:pt x="4940" y="3322"/>
                    <a:pt x="5598" y="3963"/>
                  </a:cubicBezTo>
                  <a:cubicBezTo>
                    <a:pt x="4940" y="3322"/>
                    <a:pt x="3126" y="1711"/>
                    <a:pt x="1" y="1"/>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77" name="Google Shape;477;p44"/>
            <p:cNvSpPr/>
            <p:nvPr/>
          </p:nvSpPr>
          <p:spPr>
            <a:xfrm>
              <a:off x="5163763" y="3613985"/>
              <a:ext cx="3971" cy="3971"/>
            </a:xfrm>
            <a:custGeom>
              <a:avLst/>
              <a:gdLst/>
              <a:ahLst/>
              <a:cxnLst/>
              <a:rect l="l" t="t" r="r" b="b"/>
              <a:pathLst>
                <a:path w="59" h="59" extrusionOk="0">
                  <a:moveTo>
                    <a:pt x="59" y="59"/>
                  </a:moveTo>
                  <a:cubicBezTo>
                    <a:pt x="42" y="40"/>
                    <a:pt x="22" y="22"/>
                    <a:pt x="1" y="1"/>
                  </a:cubicBezTo>
                  <a:cubicBezTo>
                    <a:pt x="22" y="22"/>
                    <a:pt x="42" y="40"/>
                    <a:pt x="59" y="59"/>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78" name="Google Shape;478;p44"/>
            <p:cNvSpPr/>
            <p:nvPr/>
          </p:nvSpPr>
          <p:spPr>
            <a:xfrm>
              <a:off x="5158580" y="3608870"/>
              <a:ext cx="4981" cy="4914"/>
            </a:xfrm>
            <a:custGeom>
              <a:avLst/>
              <a:gdLst/>
              <a:ahLst/>
              <a:cxnLst/>
              <a:rect l="l" t="t" r="r" b="b"/>
              <a:pathLst>
                <a:path w="74" h="73" extrusionOk="0">
                  <a:moveTo>
                    <a:pt x="0" y="1"/>
                  </a:moveTo>
                  <a:cubicBezTo>
                    <a:pt x="27" y="26"/>
                    <a:pt x="51" y="50"/>
                    <a:pt x="74" y="73"/>
                  </a:cubicBezTo>
                  <a:cubicBezTo>
                    <a:pt x="51" y="50"/>
                    <a:pt x="27" y="26"/>
                    <a:pt x="0" y="1"/>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79" name="Google Shape;479;p44"/>
            <p:cNvSpPr/>
            <p:nvPr/>
          </p:nvSpPr>
          <p:spPr>
            <a:xfrm>
              <a:off x="5171705" y="3621928"/>
              <a:ext cx="2356" cy="2423"/>
            </a:xfrm>
            <a:custGeom>
              <a:avLst/>
              <a:gdLst/>
              <a:ahLst/>
              <a:cxnLst/>
              <a:rect l="l" t="t" r="r" b="b"/>
              <a:pathLst>
                <a:path w="35" h="36" extrusionOk="0">
                  <a:moveTo>
                    <a:pt x="0" y="0"/>
                  </a:moveTo>
                  <a:cubicBezTo>
                    <a:pt x="13" y="14"/>
                    <a:pt x="24" y="26"/>
                    <a:pt x="34" y="35"/>
                  </a:cubicBezTo>
                  <a:cubicBezTo>
                    <a:pt x="24" y="26"/>
                    <a:pt x="13" y="14"/>
                    <a:pt x="0" y="0"/>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80" name="Google Shape;480;p44"/>
            <p:cNvSpPr/>
            <p:nvPr/>
          </p:nvSpPr>
          <p:spPr>
            <a:xfrm>
              <a:off x="5141550" y="3664401"/>
              <a:ext cx="7943" cy="1414"/>
            </a:xfrm>
            <a:custGeom>
              <a:avLst/>
              <a:gdLst/>
              <a:ahLst/>
              <a:cxnLst/>
              <a:rect l="l" t="t" r="r" b="b"/>
              <a:pathLst>
                <a:path w="118" h="21" extrusionOk="0">
                  <a:moveTo>
                    <a:pt x="117" y="21"/>
                  </a:moveTo>
                  <a:cubicBezTo>
                    <a:pt x="81" y="15"/>
                    <a:pt x="42" y="8"/>
                    <a:pt x="0" y="1"/>
                  </a:cubicBezTo>
                  <a:cubicBezTo>
                    <a:pt x="42" y="8"/>
                    <a:pt x="81" y="15"/>
                    <a:pt x="117" y="21"/>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81" name="Google Shape;481;p44"/>
            <p:cNvSpPr/>
            <p:nvPr/>
          </p:nvSpPr>
          <p:spPr>
            <a:xfrm>
              <a:off x="5152387" y="3666219"/>
              <a:ext cx="3567" cy="673"/>
            </a:xfrm>
            <a:custGeom>
              <a:avLst/>
              <a:gdLst/>
              <a:ahLst/>
              <a:cxnLst/>
              <a:rect l="l" t="t" r="r" b="b"/>
              <a:pathLst>
                <a:path w="53" h="10" extrusionOk="0">
                  <a:moveTo>
                    <a:pt x="53" y="9"/>
                  </a:moveTo>
                  <a:cubicBezTo>
                    <a:pt x="36" y="6"/>
                    <a:pt x="19" y="4"/>
                    <a:pt x="0" y="1"/>
                  </a:cubicBezTo>
                  <a:cubicBezTo>
                    <a:pt x="19" y="4"/>
                    <a:pt x="36" y="6"/>
                    <a:pt x="53" y="9"/>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82" name="Google Shape;482;p44"/>
            <p:cNvSpPr/>
            <p:nvPr/>
          </p:nvSpPr>
          <p:spPr>
            <a:xfrm>
              <a:off x="4977513" y="3637679"/>
              <a:ext cx="18981" cy="3164"/>
            </a:xfrm>
            <a:custGeom>
              <a:avLst/>
              <a:gdLst/>
              <a:ahLst/>
              <a:cxnLst/>
              <a:rect l="l" t="t" r="r" b="b"/>
              <a:pathLst>
                <a:path w="282" h="47" extrusionOk="0">
                  <a:moveTo>
                    <a:pt x="282" y="46"/>
                  </a:moveTo>
                  <a:cubicBezTo>
                    <a:pt x="190" y="30"/>
                    <a:pt x="96" y="16"/>
                    <a:pt x="0" y="1"/>
                  </a:cubicBezTo>
                  <a:cubicBezTo>
                    <a:pt x="96" y="16"/>
                    <a:pt x="190" y="30"/>
                    <a:pt x="282" y="46"/>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83" name="Google Shape;483;p44"/>
            <p:cNvSpPr/>
            <p:nvPr/>
          </p:nvSpPr>
          <p:spPr>
            <a:xfrm>
              <a:off x="5167869" y="3668776"/>
              <a:ext cx="2625" cy="606"/>
            </a:xfrm>
            <a:custGeom>
              <a:avLst/>
              <a:gdLst/>
              <a:ahLst/>
              <a:cxnLst/>
              <a:rect l="l" t="t" r="r" b="b"/>
              <a:pathLst>
                <a:path w="39" h="9" extrusionOk="0">
                  <a:moveTo>
                    <a:pt x="39" y="8"/>
                  </a:moveTo>
                  <a:cubicBezTo>
                    <a:pt x="27" y="7"/>
                    <a:pt x="13" y="4"/>
                    <a:pt x="1" y="1"/>
                  </a:cubicBezTo>
                  <a:cubicBezTo>
                    <a:pt x="13" y="4"/>
                    <a:pt x="27" y="7"/>
                    <a:pt x="39" y="8"/>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84" name="Google Shape;484;p44"/>
            <p:cNvSpPr/>
            <p:nvPr/>
          </p:nvSpPr>
          <p:spPr>
            <a:xfrm>
              <a:off x="5172984" y="3669651"/>
              <a:ext cx="538" cy="202"/>
            </a:xfrm>
            <a:custGeom>
              <a:avLst/>
              <a:gdLst/>
              <a:ahLst/>
              <a:cxnLst/>
              <a:rect l="l" t="t" r="r" b="b"/>
              <a:pathLst>
                <a:path w="8" h="3" extrusionOk="0">
                  <a:moveTo>
                    <a:pt x="8" y="2"/>
                  </a:moveTo>
                  <a:cubicBezTo>
                    <a:pt x="5" y="2"/>
                    <a:pt x="2" y="2"/>
                    <a:pt x="1" y="1"/>
                  </a:cubicBezTo>
                  <a:cubicBezTo>
                    <a:pt x="2" y="2"/>
                    <a:pt x="5" y="2"/>
                    <a:pt x="8" y="2"/>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85" name="Google Shape;485;p44"/>
            <p:cNvSpPr/>
            <p:nvPr/>
          </p:nvSpPr>
          <p:spPr>
            <a:xfrm>
              <a:off x="5119472" y="3660834"/>
              <a:ext cx="9558" cy="1548"/>
            </a:xfrm>
            <a:custGeom>
              <a:avLst/>
              <a:gdLst/>
              <a:ahLst/>
              <a:cxnLst/>
              <a:rect l="l" t="t" r="r" b="b"/>
              <a:pathLst>
                <a:path w="142" h="23" extrusionOk="0">
                  <a:moveTo>
                    <a:pt x="141" y="23"/>
                  </a:moveTo>
                  <a:cubicBezTo>
                    <a:pt x="96" y="16"/>
                    <a:pt x="50" y="7"/>
                    <a:pt x="0" y="0"/>
                  </a:cubicBezTo>
                  <a:cubicBezTo>
                    <a:pt x="50" y="7"/>
                    <a:pt x="96" y="16"/>
                    <a:pt x="141" y="23"/>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86" name="Google Shape;486;p44"/>
            <p:cNvSpPr/>
            <p:nvPr/>
          </p:nvSpPr>
          <p:spPr>
            <a:xfrm>
              <a:off x="5160465" y="3667565"/>
              <a:ext cx="67" cy="67"/>
            </a:xfrm>
            <a:custGeom>
              <a:avLst/>
              <a:gdLst/>
              <a:ahLst/>
              <a:cxnLst/>
              <a:rect l="l" t="t" r="r" b="b"/>
              <a:pathLst>
                <a:path w="1" h="1" extrusionOk="0">
                  <a:moveTo>
                    <a:pt x="0" y="1"/>
                  </a:moveTo>
                  <a:cubicBezTo>
                    <a:pt x="0" y="1"/>
                    <a:pt x="0" y="1"/>
                    <a:pt x="0" y="1"/>
                  </a:cubicBezTo>
                  <a:cubicBezTo>
                    <a:pt x="0" y="1"/>
                    <a:pt x="0" y="1"/>
                    <a:pt x="0" y="1"/>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87" name="Google Shape;487;p44"/>
            <p:cNvSpPr/>
            <p:nvPr/>
          </p:nvSpPr>
          <p:spPr>
            <a:xfrm>
              <a:off x="5130107" y="3662516"/>
              <a:ext cx="10635" cy="1885"/>
            </a:xfrm>
            <a:custGeom>
              <a:avLst/>
              <a:gdLst/>
              <a:ahLst/>
              <a:cxnLst/>
              <a:rect l="l" t="t" r="r" b="b"/>
              <a:pathLst>
                <a:path w="158" h="28" extrusionOk="0">
                  <a:moveTo>
                    <a:pt x="157" y="28"/>
                  </a:moveTo>
                  <a:cubicBezTo>
                    <a:pt x="108" y="19"/>
                    <a:pt x="56" y="11"/>
                    <a:pt x="0" y="1"/>
                  </a:cubicBezTo>
                  <a:cubicBezTo>
                    <a:pt x="56" y="11"/>
                    <a:pt x="108" y="19"/>
                    <a:pt x="157" y="28"/>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88" name="Google Shape;488;p44"/>
            <p:cNvSpPr/>
            <p:nvPr/>
          </p:nvSpPr>
          <p:spPr>
            <a:xfrm>
              <a:off x="5019717" y="3644477"/>
              <a:ext cx="16828" cy="2827"/>
            </a:xfrm>
            <a:custGeom>
              <a:avLst/>
              <a:gdLst/>
              <a:ahLst/>
              <a:cxnLst/>
              <a:rect l="l" t="t" r="r" b="b"/>
              <a:pathLst>
                <a:path w="250" h="42" extrusionOk="0">
                  <a:moveTo>
                    <a:pt x="250" y="41"/>
                  </a:moveTo>
                  <a:cubicBezTo>
                    <a:pt x="169" y="28"/>
                    <a:pt x="86" y="14"/>
                    <a:pt x="1" y="0"/>
                  </a:cubicBezTo>
                  <a:cubicBezTo>
                    <a:pt x="86" y="14"/>
                    <a:pt x="169" y="28"/>
                    <a:pt x="250" y="41"/>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89" name="Google Shape;489;p44"/>
            <p:cNvSpPr/>
            <p:nvPr/>
          </p:nvSpPr>
          <p:spPr>
            <a:xfrm>
              <a:off x="4997572" y="3640910"/>
              <a:ext cx="19856" cy="3231"/>
            </a:xfrm>
            <a:custGeom>
              <a:avLst/>
              <a:gdLst/>
              <a:ahLst/>
              <a:cxnLst/>
              <a:rect l="l" t="t" r="r" b="b"/>
              <a:pathLst>
                <a:path w="295" h="48" extrusionOk="0">
                  <a:moveTo>
                    <a:pt x="294" y="47"/>
                  </a:moveTo>
                  <a:cubicBezTo>
                    <a:pt x="200" y="32"/>
                    <a:pt x="101" y="16"/>
                    <a:pt x="0" y="1"/>
                  </a:cubicBezTo>
                  <a:cubicBezTo>
                    <a:pt x="101" y="16"/>
                    <a:pt x="200" y="32"/>
                    <a:pt x="294" y="47"/>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90" name="Google Shape;490;p44"/>
            <p:cNvSpPr/>
            <p:nvPr/>
          </p:nvSpPr>
          <p:spPr>
            <a:xfrm>
              <a:off x="5039507" y="3647708"/>
              <a:ext cx="14741" cy="2423"/>
            </a:xfrm>
            <a:custGeom>
              <a:avLst/>
              <a:gdLst/>
              <a:ahLst/>
              <a:cxnLst/>
              <a:rect l="l" t="t" r="r" b="b"/>
              <a:pathLst>
                <a:path w="219" h="36" extrusionOk="0">
                  <a:moveTo>
                    <a:pt x="219" y="36"/>
                  </a:moveTo>
                  <a:cubicBezTo>
                    <a:pt x="148" y="24"/>
                    <a:pt x="74" y="13"/>
                    <a:pt x="1" y="0"/>
                  </a:cubicBezTo>
                  <a:cubicBezTo>
                    <a:pt x="74" y="13"/>
                    <a:pt x="148" y="24"/>
                    <a:pt x="219" y="36"/>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91" name="Google Shape;491;p44"/>
            <p:cNvSpPr/>
            <p:nvPr/>
          </p:nvSpPr>
          <p:spPr>
            <a:xfrm>
              <a:off x="5105673" y="3658545"/>
              <a:ext cx="9154" cy="1548"/>
            </a:xfrm>
            <a:custGeom>
              <a:avLst/>
              <a:gdLst/>
              <a:ahLst/>
              <a:cxnLst/>
              <a:rect l="l" t="t" r="r" b="b"/>
              <a:pathLst>
                <a:path w="136" h="23" extrusionOk="0">
                  <a:moveTo>
                    <a:pt x="136" y="23"/>
                  </a:moveTo>
                  <a:cubicBezTo>
                    <a:pt x="92" y="14"/>
                    <a:pt x="47" y="7"/>
                    <a:pt x="0" y="0"/>
                  </a:cubicBezTo>
                  <a:cubicBezTo>
                    <a:pt x="47" y="7"/>
                    <a:pt x="92" y="14"/>
                    <a:pt x="136" y="23"/>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92" name="Google Shape;492;p44"/>
            <p:cNvSpPr/>
            <p:nvPr/>
          </p:nvSpPr>
          <p:spPr>
            <a:xfrm>
              <a:off x="5091538" y="3656189"/>
              <a:ext cx="11779" cy="1952"/>
            </a:xfrm>
            <a:custGeom>
              <a:avLst/>
              <a:gdLst/>
              <a:ahLst/>
              <a:cxnLst/>
              <a:rect l="l" t="t" r="r" b="b"/>
              <a:pathLst>
                <a:path w="175" h="29" extrusionOk="0">
                  <a:moveTo>
                    <a:pt x="175" y="28"/>
                  </a:moveTo>
                  <a:cubicBezTo>
                    <a:pt x="118" y="20"/>
                    <a:pt x="60" y="10"/>
                    <a:pt x="1" y="0"/>
                  </a:cubicBezTo>
                  <a:cubicBezTo>
                    <a:pt x="60" y="10"/>
                    <a:pt x="118" y="20"/>
                    <a:pt x="175" y="28"/>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93" name="Google Shape;493;p44"/>
            <p:cNvSpPr/>
            <p:nvPr/>
          </p:nvSpPr>
          <p:spPr>
            <a:xfrm>
              <a:off x="5057209" y="3650535"/>
              <a:ext cx="13664" cy="2356"/>
            </a:xfrm>
            <a:custGeom>
              <a:avLst/>
              <a:gdLst/>
              <a:ahLst/>
              <a:cxnLst/>
              <a:rect l="l" t="t" r="r" b="b"/>
              <a:pathLst>
                <a:path w="203" h="35" extrusionOk="0">
                  <a:moveTo>
                    <a:pt x="203" y="35"/>
                  </a:moveTo>
                  <a:cubicBezTo>
                    <a:pt x="138" y="23"/>
                    <a:pt x="70" y="12"/>
                    <a:pt x="1" y="1"/>
                  </a:cubicBezTo>
                  <a:cubicBezTo>
                    <a:pt x="70" y="12"/>
                    <a:pt x="138" y="23"/>
                    <a:pt x="203" y="35"/>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94" name="Google Shape;494;p44"/>
            <p:cNvSpPr/>
            <p:nvPr/>
          </p:nvSpPr>
          <p:spPr>
            <a:xfrm>
              <a:off x="5073903" y="3653295"/>
              <a:ext cx="14674" cy="2423"/>
            </a:xfrm>
            <a:custGeom>
              <a:avLst/>
              <a:gdLst/>
              <a:ahLst/>
              <a:cxnLst/>
              <a:rect l="l" t="t" r="r" b="b"/>
              <a:pathLst>
                <a:path w="218" h="36" extrusionOk="0">
                  <a:moveTo>
                    <a:pt x="218" y="36"/>
                  </a:moveTo>
                  <a:cubicBezTo>
                    <a:pt x="149" y="25"/>
                    <a:pt x="75" y="13"/>
                    <a:pt x="0" y="1"/>
                  </a:cubicBezTo>
                  <a:cubicBezTo>
                    <a:pt x="75" y="13"/>
                    <a:pt x="149" y="25"/>
                    <a:pt x="218" y="36"/>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95" name="Google Shape;495;p44"/>
            <p:cNvSpPr/>
            <p:nvPr/>
          </p:nvSpPr>
          <p:spPr>
            <a:xfrm>
              <a:off x="5270787" y="3615130"/>
              <a:ext cx="341935" cy="444179"/>
            </a:xfrm>
            <a:custGeom>
              <a:avLst/>
              <a:gdLst/>
              <a:ahLst/>
              <a:cxnLst/>
              <a:rect l="l" t="t" r="r" b="b"/>
              <a:pathLst>
                <a:path w="5080" h="6599" extrusionOk="0">
                  <a:moveTo>
                    <a:pt x="1" y="1"/>
                  </a:moveTo>
                  <a:lnTo>
                    <a:pt x="1" y="1"/>
                  </a:lnTo>
                  <a:cubicBezTo>
                    <a:pt x="446" y="469"/>
                    <a:pt x="1341" y="1478"/>
                    <a:pt x="2670" y="3294"/>
                  </a:cubicBezTo>
                  <a:cubicBezTo>
                    <a:pt x="4027" y="5147"/>
                    <a:pt x="4762" y="5714"/>
                    <a:pt x="5080" y="6599"/>
                  </a:cubicBezTo>
                  <a:cubicBezTo>
                    <a:pt x="4524" y="1899"/>
                    <a:pt x="1" y="1"/>
                    <a:pt x="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96" name="Google Shape;496;p44"/>
            <p:cNvSpPr/>
            <p:nvPr/>
          </p:nvSpPr>
          <p:spPr>
            <a:xfrm>
              <a:off x="4915452" y="4026466"/>
              <a:ext cx="629820" cy="573818"/>
            </a:xfrm>
            <a:custGeom>
              <a:avLst/>
              <a:gdLst/>
              <a:ahLst/>
              <a:cxnLst/>
              <a:rect l="l" t="t" r="r" b="b"/>
              <a:pathLst>
                <a:path w="9357" h="8525" extrusionOk="0">
                  <a:moveTo>
                    <a:pt x="4678" y="1"/>
                  </a:moveTo>
                  <a:cubicBezTo>
                    <a:pt x="3588" y="1"/>
                    <a:pt x="2497" y="416"/>
                    <a:pt x="1664" y="1248"/>
                  </a:cubicBezTo>
                  <a:cubicBezTo>
                    <a:pt x="1" y="2913"/>
                    <a:pt x="1" y="5612"/>
                    <a:pt x="1664" y="7275"/>
                  </a:cubicBezTo>
                  <a:cubicBezTo>
                    <a:pt x="2497" y="8108"/>
                    <a:pt x="3588" y="8524"/>
                    <a:pt x="4678" y="8524"/>
                  </a:cubicBezTo>
                  <a:cubicBezTo>
                    <a:pt x="5769" y="8524"/>
                    <a:pt x="6860" y="8108"/>
                    <a:pt x="7691" y="7275"/>
                  </a:cubicBezTo>
                  <a:cubicBezTo>
                    <a:pt x="9356" y="5612"/>
                    <a:pt x="9356" y="2913"/>
                    <a:pt x="7691" y="1248"/>
                  </a:cubicBezTo>
                  <a:cubicBezTo>
                    <a:pt x="6860" y="416"/>
                    <a:pt x="5769" y="1"/>
                    <a:pt x="4678" y="1"/>
                  </a:cubicBezTo>
                  <a:close/>
                </a:path>
              </a:pathLst>
            </a:custGeom>
            <a:gradFill>
              <a:gsLst>
                <a:gs pos="0">
                  <a:schemeClr val="lt1"/>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97" name="Google Shape;497;p44"/>
            <p:cNvSpPr/>
            <p:nvPr/>
          </p:nvSpPr>
          <p:spPr>
            <a:xfrm>
              <a:off x="5015342" y="4098152"/>
              <a:ext cx="430313" cy="430246"/>
            </a:xfrm>
            <a:custGeom>
              <a:avLst/>
              <a:gdLst/>
              <a:ahLst/>
              <a:cxnLst/>
              <a:rect l="l" t="t" r="r" b="b"/>
              <a:pathLst>
                <a:path w="6393" h="6392" extrusionOk="0">
                  <a:moveTo>
                    <a:pt x="2703" y="214"/>
                  </a:moveTo>
                  <a:lnTo>
                    <a:pt x="2703" y="1977"/>
                  </a:lnTo>
                  <a:lnTo>
                    <a:pt x="1455" y="729"/>
                  </a:lnTo>
                  <a:cubicBezTo>
                    <a:pt x="1820" y="470"/>
                    <a:pt x="2244" y="291"/>
                    <a:pt x="2703" y="214"/>
                  </a:cubicBezTo>
                  <a:close/>
                  <a:moveTo>
                    <a:pt x="3691" y="214"/>
                  </a:moveTo>
                  <a:cubicBezTo>
                    <a:pt x="4151" y="291"/>
                    <a:pt x="4575" y="470"/>
                    <a:pt x="4939" y="729"/>
                  </a:cubicBezTo>
                  <a:lnTo>
                    <a:pt x="3691" y="1977"/>
                  </a:lnTo>
                  <a:lnTo>
                    <a:pt x="3691" y="214"/>
                  </a:lnTo>
                  <a:close/>
                  <a:moveTo>
                    <a:pt x="751" y="1423"/>
                  </a:moveTo>
                  <a:lnTo>
                    <a:pt x="2005" y="2675"/>
                  </a:lnTo>
                  <a:lnTo>
                    <a:pt x="220" y="2675"/>
                  </a:lnTo>
                  <a:cubicBezTo>
                    <a:pt x="300" y="2213"/>
                    <a:pt x="487" y="1788"/>
                    <a:pt x="751" y="1423"/>
                  </a:cubicBezTo>
                  <a:close/>
                  <a:moveTo>
                    <a:pt x="5642" y="1423"/>
                  </a:moveTo>
                  <a:cubicBezTo>
                    <a:pt x="5908" y="1788"/>
                    <a:pt x="6093" y="2213"/>
                    <a:pt x="6173" y="2675"/>
                  </a:cubicBezTo>
                  <a:lnTo>
                    <a:pt x="4390" y="2675"/>
                  </a:lnTo>
                  <a:lnTo>
                    <a:pt x="5642" y="1423"/>
                  </a:lnTo>
                  <a:close/>
                  <a:moveTo>
                    <a:pt x="3197" y="2812"/>
                  </a:moveTo>
                  <a:cubicBezTo>
                    <a:pt x="2985" y="2812"/>
                    <a:pt x="2814" y="2985"/>
                    <a:pt x="2814" y="3197"/>
                  </a:cubicBezTo>
                  <a:cubicBezTo>
                    <a:pt x="2814" y="3407"/>
                    <a:pt x="2985" y="3580"/>
                    <a:pt x="3197" y="3580"/>
                  </a:cubicBezTo>
                  <a:cubicBezTo>
                    <a:pt x="3409" y="3580"/>
                    <a:pt x="3581" y="3407"/>
                    <a:pt x="3581" y="3197"/>
                  </a:cubicBezTo>
                  <a:cubicBezTo>
                    <a:pt x="3581" y="2985"/>
                    <a:pt x="3409" y="2812"/>
                    <a:pt x="3197" y="2812"/>
                  </a:cubicBezTo>
                  <a:close/>
                  <a:moveTo>
                    <a:pt x="3197" y="2258"/>
                  </a:moveTo>
                  <a:cubicBezTo>
                    <a:pt x="3714" y="2258"/>
                    <a:pt x="4135" y="2678"/>
                    <a:pt x="4135" y="3197"/>
                  </a:cubicBezTo>
                  <a:cubicBezTo>
                    <a:pt x="4135" y="3714"/>
                    <a:pt x="3714" y="4134"/>
                    <a:pt x="3197" y="4134"/>
                  </a:cubicBezTo>
                  <a:cubicBezTo>
                    <a:pt x="2679" y="4134"/>
                    <a:pt x="2258" y="3714"/>
                    <a:pt x="2258" y="3197"/>
                  </a:cubicBezTo>
                  <a:cubicBezTo>
                    <a:pt x="2258" y="2678"/>
                    <a:pt x="2679" y="2258"/>
                    <a:pt x="3197" y="2258"/>
                  </a:cubicBezTo>
                  <a:close/>
                  <a:moveTo>
                    <a:pt x="2004" y="3663"/>
                  </a:moveTo>
                  <a:lnTo>
                    <a:pt x="729" y="4938"/>
                  </a:lnTo>
                  <a:cubicBezTo>
                    <a:pt x="466" y="4566"/>
                    <a:pt x="285" y="4132"/>
                    <a:pt x="211" y="3663"/>
                  </a:cubicBezTo>
                  <a:close/>
                  <a:moveTo>
                    <a:pt x="6183" y="3663"/>
                  </a:moveTo>
                  <a:cubicBezTo>
                    <a:pt x="6110" y="4132"/>
                    <a:pt x="5929" y="4566"/>
                    <a:pt x="5665" y="4938"/>
                  </a:cubicBezTo>
                  <a:lnTo>
                    <a:pt x="4390" y="3663"/>
                  </a:lnTo>
                  <a:close/>
                  <a:moveTo>
                    <a:pt x="2703" y="4363"/>
                  </a:moveTo>
                  <a:lnTo>
                    <a:pt x="2703" y="6178"/>
                  </a:lnTo>
                  <a:cubicBezTo>
                    <a:pt x="2231" y="6100"/>
                    <a:pt x="1796" y="5912"/>
                    <a:pt x="1424" y="5642"/>
                  </a:cubicBezTo>
                  <a:lnTo>
                    <a:pt x="2703" y="4363"/>
                  </a:lnTo>
                  <a:close/>
                  <a:moveTo>
                    <a:pt x="3691" y="4363"/>
                  </a:moveTo>
                  <a:lnTo>
                    <a:pt x="4971" y="5642"/>
                  </a:lnTo>
                  <a:cubicBezTo>
                    <a:pt x="4599" y="5912"/>
                    <a:pt x="4163" y="6100"/>
                    <a:pt x="3691" y="6178"/>
                  </a:cubicBezTo>
                  <a:lnTo>
                    <a:pt x="3691" y="4363"/>
                  </a:lnTo>
                  <a:close/>
                  <a:moveTo>
                    <a:pt x="3197" y="1"/>
                  </a:moveTo>
                  <a:cubicBezTo>
                    <a:pt x="1435" y="1"/>
                    <a:pt x="1" y="1434"/>
                    <a:pt x="1" y="3197"/>
                  </a:cubicBezTo>
                  <a:cubicBezTo>
                    <a:pt x="1" y="4958"/>
                    <a:pt x="1435" y="6391"/>
                    <a:pt x="3197" y="6391"/>
                  </a:cubicBezTo>
                  <a:cubicBezTo>
                    <a:pt x="4959" y="6391"/>
                    <a:pt x="6393" y="4958"/>
                    <a:pt x="6393" y="3197"/>
                  </a:cubicBezTo>
                  <a:cubicBezTo>
                    <a:pt x="6393" y="1434"/>
                    <a:pt x="4959" y="1"/>
                    <a:pt x="3197" y="1"/>
                  </a:cubicBezTo>
                  <a:close/>
                </a:path>
              </a:pathLst>
            </a:custGeom>
            <a:solidFill>
              <a:srgbClr val="DFDFD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98" name="Google Shape;498;p44"/>
            <p:cNvSpPr/>
            <p:nvPr/>
          </p:nvSpPr>
          <p:spPr>
            <a:xfrm>
              <a:off x="2177442" y="4026399"/>
              <a:ext cx="629820" cy="573818"/>
            </a:xfrm>
            <a:custGeom>
              <a:avLst/>
              <a:gdLst/>
              <a:ahLst/>
              <a:cxnLst/>
              <a:rect l="l" t="t" r="r" b="b"/>
              <a:pathLst>
                <a:path w="9357" h="8525" extrusionOk="0">
                  <a:moveTo>
                    <a:pt x="4679" y="0"/>
                  </a:moveTo>
                  <a:cubicBezTo>
                    <a:pt x="3588" y="0"/>
                    <a:pt x="2498" y="417"/>
                    <a:pt x="1666" y="1249"/>
                  </a:cubicBezTo>
                  <a:cubicBezTo>
                    <a:pt x="1" y="2913"/>
                    <a:pt x="1" y="5611"/>
                    <a:pt x="1666" y="7276"/>
                  </a:cubicBezTo>
                  <a:cubicBezTo>
                    <a:pt x="2498" y="8108"/>
                    <a:pt x="3588" y="8524"/>
                    <a:pt x="4679" y="8524"/>
                  </a:cubicBezTo>
                  <a:cubicBezTo>
                    <a:pt x="5770" y="8524"/>
                    <a:pt x="6860" y="8108"/>
                    <a:pt x="7693" y="7276"/>
                  </a:cubicBezTo>
                  <a:cubicBezTo>
                    <a:pt x="9357" y="5611"/>
                    <a:pt x="9357" y="2913"/>
                    <a:pt x="7693" y="1249"/>
                  </a:cubicBezTo>
                  <a:cubicBezTo>
                    <a:pt x="6860" y="417"/>
                    <a:pt x="5770" y="0"/>
                    <a:pt x="4679" y="0"/>
                  </a:cubicBezTo>
                  <a:close/>
                </a:path>
              </a:pathLst>
            </a:custGeom>
            <a:gradFill>
              <a:gsLst>
                <a:gs pos="0">
                  <a:schemeClr val="lt1"/>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99" name="Google Shape;499;p44"/>
            <p:cNvSpPr/>
            <p:nvPr/>
          </p:nvSpPr>
          <p:spPr>
            <a:xfrm>
              <a:off x="2277331" y="4098152"/>
              <a:ext cx="430313" cy="430246"/>
            </a:xfrm>
            <a:custGeom>
              <a:avLst/>
              <a:gdLst/>
              <a:ahLst/>
              <a:cxnLst/>
              <a:rect l="l" t="t" r="r" b="b"/>
              <a:pathLst>
                <a:path w="6393" h="6392" extrusionOk="0">
                  <a:moveTo>
                    <a:pt x="2704" y="214"/>
                  </a:moveTo>
                  <a:lnTo>
                    <a:pt x="2704" y="1977"/>
                  </a:lnTo>
                  <a:lnTo>
                    <a:pt x="1455" y="729"/>
                  </a:lnTo>
                  <a:cubicBezTo>
                    <a:pt x="1820" y="470"/>
                    <a:pt x="2244" y="291"/>
                    <a:pt x="2704" y="214"/>
                  </a:cubicBezTo>
                  <a:close/>
                  <a:moveTo>
                    <a:pt x="3692" y="214"/>
                  </a:moveTo>
                  <a:cubicBezTo>
                    <a:pt x="4151" y="291"/>
                    <a:pt x="4575" y="470"/>
                    <a:pt x="4940" y="729"/>
                  </a:cubicBezTo>
                  <a:lnTo>
                    <a:pt x="3692" y="1977"/>
                  </a:lnTo>
                  <a:lnTo>
                    <a:pt x="3692" y="214"/>
                  </a:lnTo>
                  <a:close/>
                  <a:moveTo>
                    <a:pt x="752" y="1423"/>
                  </a:moveTo>
                  <a:lnTo>
                    <a:pt x="2005" y="2675"/>
                  </a:lnTo>
                  <a:lnTo>
                    <a:pt x="220" y="2675"/>
                  </a:lnTo>
                  <a:cubicBezTo>
                    <a:pt x="301" y="2213"/>
                    <a:pt x="487" y="1788"/>
                    <a:pt x="752" y="1423"/>
                  </a:cubicBezTo>
                  <a:close/>
                  <a:moveTo>
                    <a:pt x="5642" y="1423"/>
                  </a:moveTo>
                  <a:cubicBezTo>
                    <a:pt x="5908" y="1788"/>
                    <a:pt x="6094" y="2213"/>
                    <a:pt x="6175" y="2675"/>
                  </a:cubicBezTo>
                  <a:lnTo>
                    <a:pt x="4390" y="2675"/>
                  </a:lnTo>
                  <a:lnTo>
                    <a:pt x="5642" y="1423"/>
                  </a:lnTo>
                  <a:close/>
                  <a:moveTo>
                    <a:pt x="3197" y="2812"/>
                  </a:moveTo>
                  <a:cubicBezTo>
                    <a:pt x="2986" y="2812"/>
                    <a:pt x="2814" y="2985"/>
                    <a:pt x="2814" y="3197"/>
                  </a:cubicBezTo>
                  <a:cubicBezTo>
                    <a:pt x="2814" y="3407"/>
                    <a:pt x="2986" y="3580"/>
                    <a:pt x="3197" y="3580"/>
                  </a:cubicBezTo>
                  <a:cubicBezTo>
                    <a:pt x="3409" y="3580"/>
                    <a:pt x="3581" y="3407"/>
                    <a:pt x="3581" y="3197"/>
                  </a:cubicBezTo>
                  <a:cubicBezTo>
                    <a:pt x="3581" y="2985"/>
                    <a:pt x="3409" y="2812"/>
                    <a:pt x="3197" y="2812"/>
                  </a:cubicBezTo>
                  <a:close/>
                  <a:moveTo>
                    <a:pt x="3197" y="2258"/>
                  </a:moveTo>
                  <a:cubicBezTo>
                    <a:pt x="3716" y="2258"/>
                    <a:pt x="4135" y="2678"/>
                    <a:pt x="4135" y="3197"/>
                  </a:cubicBezTo>
                  <a:cubicBezTo>
                    <a:pt x="4135" y="3714"/>
                    <a:pt x="3716" y="4134"/>
                    <a:pt x="3197" y="4134"/>
                  </a:cubicBezTo>
                  <a:cubicBezTo>
                    <a:pt x="2679" y="4134"/>
                    <a:pt x="2258" y="3714"/>
                    <a:pt x="2258" y="3197"/>
                  </a:cubicBezTo>
                  <a:cubicBezTo>
                    <a:pt x="2258" y="2678"/>
                    <a:pt x="2679" y="2258"/>
                    <a:pt x="3197" y="2258"/>
                  </a:cubicBezTo>
                  <a:close/>
                  <a:moveTo>
                    <a:pt x="2005" y="3663"/>
                  </a:moveTo>
                  <a:lnTo>
                    <a:pt x="730" y="4938"/>
                  </a:lnTo>
                  <a:cubicBezTo>
                    <a:pt x="466" y="4566"/>
                    <a:pt x="285" y="4132"/>
                    <a:pt x="212" y="3663"/>
                  </a:cubicBezTo>
                  <a:close/>
                  <a:moveTo>
                    <a:pt x="6183" y="3663"/>
                  </a:moveTo>
                  <a:cubicBezTo>
                    <a:pt x="6110" y="4132"/>
                    <a:pt x="5929" y="4566"/>
                    <a:pt x="5665" y="4938"/>
                  </a:cubicBezTo>
                  <a:lnTo>
                    <a:pt x="4390" y="3663"/>
                  </a:lnTo>
                  <a:close/>
                  <a:moveTo>
                    <a:pt x="2704" y="4363"/>
                  </a:moveTo>
                  <a:lnTo>
                    <a:pt x="2704" y="6178"/>
                  </a:lnTo>
                  <a:cubicBezTo>
                    <a:pt x="2231" y="6100"/>
                    <a:pt x="1796" y="5912"/>
                    <a:pt x="1424" y="5642"/>
                  </a:cubicBezTo>
                  <a:lnTo>
                    <a:pt x="2704" y="4363"/>
                  </a:lnTo>
                  <a:close/>
                  <a:moveTo>
                    <a:pt x="3692" y="4363"/>
                  </a:moveTo>
                  <a:lnTo>
                    <a:pt x="4971" y="5642"/>
                  </a:lnTo>
                  <a:cubicBezTo>
                    <a:pt x="4599" y="5912"/>
                    <a:pt x="4164" y="6100"/>
                    <a:pt x="3692" y="6178"/>
                  </a:cubicBezTo>
                  <a:lnTo>
                    <a:pt x="3692" y="4363"/>
                  </a:lnTo>
                  <a:close/>
                  <a:moveTo>
                    <a:pt x="3197" y="1"/>
                  </a:moveTo>
                  <a:cubicBezTo>
                    <a:pt x="1436" y="1"/>
                    <a:pt x="1" y="1434"/>
                    <a:pt x="1" y="3197"/>
                  </a:cubicBezTo>
                  <a:cubicBezTo>
                    <a:pt x="1" y="4958"/>
                    <a:pt x="1436" y="6391"/>
                    <a:pt x="3197" y="6391"/>
                  </a:cubicBezTo>
                  <a:cubicBezTo>
                    <a:pt x="4959" y="6391"/>
                    <a:pt x="6393" y="4958"/>
                    <a:pt x="6393" y="3197"/>
                  </a:cubicBezTo>
                  <a:cubicBezTo>
                    <a:pt x="6393" y="1434"/>
                    <a:pt x="4959" y="1"/>
                    <a:pt x="3197" y="1"/>
                  </a:cubicBezTo>
                  <a:close/>
                </a:path>
              </a:pathLst>
            </a:custGeom>
            <a:solidFill>
              <a:srgbClr val="DFDFD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00" name="Google Shape;500;p44"/>
            <p:cNvSpPr/>
            <p:nvPr/>
          </p:nvSpPr>
          <p:spPr>
            <a:xfrm>
              <a:off x="2220925" y="3040295"/>
              <a:ext cx="268567" cy="395110"/>
            </a:xfrm>
            <a:custGeom>
              <a:avLst/>
              <a:gdLst/>
              <a:ahLst/>
              <a:cxnLst/>
              <a:rect l="l" t="t" r="r" b="b"/>
              <a:pathLst>
                <a:path w="3990" h="5870" extrusionOk="0">
                  <a:moveTo>
                    <a:pt x="3811" y="1"/>
                  </a:moveTo>
                  <a:cubicBezTo>
                    <a:pt x="1670" y="1864"/>
                    <a:pt x="558" y="3984"/>
                    <a:pt x="1" y="5869"/>
                  </a:cubicBezTo>
                  <a:lnTo>
                    <a:pt x="624" y="5573"/>
                  </a:lnTo>
                  <a:cubicBezTo>
                    <a:pt x="1188" y="5304"/>
                    <a:pt x="1674" y="4898"/>
                    <a:pt x="2040" y="4392"/>
                  </a:cubicBezTo>
                  <a:lnTo>
                    <a:pt x="3164" y="2836"/>
                  </a:lnTo>
                  <a:cubicBezTo>
                    <a:pt x="3755" y="2018"/>
                    <a:pt x="3990" y="994"/>
                    <a:pt x="381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01" name="Google Shape;501;p44"/>
            <p:cNvSpPr/>
            <p:nvPr/>
          </p:nvSpPr>
          <p:spPr>
            <a:xfrm>
              <a:off x="713225" y="4582521"/>
              <a:ext cx="5046298" cy="35203"/>
            </a:xfrm>
            <a:custGeom>
              <a:avLst/>
              <a:gdLst/>
              <a:ahLst/>
              <a:cxnLst/>
              <a:rect l="l" t="t" r="r" b="b"/>
              <a:pathLst>
                <a:path w="74971" h="523" extrusionOk="0">
                  <a:moveTo>
                    <a:pt x="262" y="1"/>
                  </a:moveTo>
                  <a:cubicBezTo>
                    <a:pt x="118" y="1"/>
                    <a:pt x="0" y="118"/>
                    <a:pt x="0" y="262"/>
                  </a:cubicBezTo>
                  <a:cubicBezTo>
                    <a:pt x="0" y="407"/>
                    <a:pt x="118" y="522"/>
                    <a:pt x="262" y="522"/>
                  </a:cubicBezTo>
                  <a:lnTo>
                    <a:pt x="74709" y="522"/>
                  </a:lnTo>
                  <a:cubicBezTo>
                    <a:pt x="74854" y="522"/>
                    <a:pt x="74971" y="407"/>
                    <a:pt x="74971" y="262"/>
                  </a:cubicBezTo>
                  <a:cubicBezTo>
                    <a:pt x="74971" y="118"/>
                    <a:pt x="74854" y="1"/>
                    <a:pt x="7470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02" name="Google Shape;502;p44"/>
            <p:cNvSpPr/>
            <p:nvPr/>
          </p:nvSpPr>
          <p:spPr>
            <a:xfrm>
              <a:off x="2605136" y="3533885"/>
              <a:ext cx="2346965" cy="844808"/>
            </a:xfrm>
            <a:custGeom>
              <a:avLst/>
              <a:gdLst/>
              <a:ahLst/>
              <a:cxnLst/>
              <a:rect l="l" t="t" r="r" b="b"/>
              <a:pathLst>
                <a:path w="34868" h="12551" extrusionOk="0">
                  <a:moveTo>
                    <a:pt x="0" y="1"/>
                  </a:moveTo>
                  <a:cubicBezTo>
                    <a:pt x="6310" y="6464"/>
                    <a:pt x="5441" y="8785"/>
                    <a:pt x="5441" y="8785"/>
                  </a:cubicBezTo>
                  <a:lnTo>
                    <a:pt x="33794" y="10942"/>
                  </a:lnTo>
                  <a:cubicBezTo>
                    <a:pt x="33249" y="8390"/>
                    <a:pt x="34868" y="3915"/>
                    <a:pt x="34868" y="3915"/>
                  </a:cubicBezTo>
                  <a:cubicBezTo>
                    <a:pt x="17659" y="1253"/>
                    <a:pt x="1" y="1"/>
                    <a:pt x="0" y="1"/>
                  </a:cubicBezTo>
                  <a:close/>
                  <a:moveTo>
                    <a:pt x="3405" y="9441"/>
                  </a:moveTo>
                  <a:lnTo>
                    <a:pt x="3405" y="9441"/>
                  </a:lnTo>
                  <a:cubicBezTo>
                    <a:pt x="3548" y="9919"/>
                    <a:pt x="3626" y="10424"/>
                    <a:pt x="3626" y="10948"/>
                  </a:cubicBezTo>
                  <a:cubicBezTo>
                    <a:pt x="3626" y="11221"/>
                    <a:pt x="3605" y="11488"/>
                    <a:pt x="3565" y="11751"/>
                  </a:cubicBezTo>
                  <a:lnTo>
                    <a:pt x="34058" y="12551"/>
                  </a:lnTo>
                  <a:cubicBezTo>
                    <a:pt x="33975" y="12295"/>
                    <a:pt x="33912" y="12031"/>
                    <a:pt x="33870" y="11758"/>
                  </a:cubicBezTo>
                  <a:cubicBezTo>
                    <a:pt x="25641" y="11618"/>
                    <a:pt x="17409" y="11441"/>
                    <a:pt x="9199" y="10866"/>
                  </a:cubicBezTo>
                  <a:cubicBezTo>
                    <a:pt x="8037" y="10785"/>
                    <a:pt x="6864" y="10685"/>
                    <a:pt x="5736" y="10384"/>
                  </a:cubicBezTo>
                  <a:cubicBezTo>
                    <a:pt x="4914" y="10163"/>
                    <a:pt x="4173" y="9795"/>
                    <a:pt x="3405" y="944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03" name="Google Shape;503;p44"/>
            <p:cNvSpPr/>
            <p:nvPr/>
          </p:nvSpPr>
          <p:spPr>
            <a:xfrm>
              <a:off x="2603992" y="2972513"/>
              <a:ext cx="2585512" cy="1303727"/>
            </a:xfrm>
            <a:custGeom>
              <a:avLst/>
              <a:gdLst/>
              <a:ahLst/>
              <a:cxnLst/>
              <a:rect l="l" t="t" r="r" b="b"/>
              <a:pathLst>
                <a:path w="38412" h="19369" extrusionOk="0">
                  <a:moveTo>
                    <a:pt x="12844" y="1662"/>
                  </a:moveTo>
                  <a:cubicBezTo>
                    <a:pt x="13608" y="1662"/>
                    <a:pt x="14368" y="1678"/>
                    <a:pt x="15115" y="1712"/>
                  </a:cubicBezTo>
                  <a:lnTo>
                    <a:pt x="15115" y="6912"/>
                  </a:lnTo>
                  <a:cubicBezTo>
                    <a:pt x="10286" y="6379"/>
                    <a:pt x="6533" y="6112"/>
                    <a:pt x="3880" y="6112"/>
                  </a:cubicBezTo>
                  <a:cubicBezTo>
                    <a:pt x="3454" y="6112"/>
                    <a:pt x="3055" y="6119"/>
                    <a:pt x="2685" y="6133"/>
                  </a:cubicBezTo>
                  <a:cubicBezTo>
                    <a:pt x="2815" y="5374"/>
                    <a:pt x="3554" y="2400"/>
                    <a:pt x="7256" y="1970"/>
                  </a:cubicBezTo>
                  <a:cubicBezTo>
                    <a:pt x="9027" y="1765"/>
                    <a:pt x="10945" y="1662"/>
                    <a:pt x="12844" y="1662"/>
                  </a:cubicBezTo>
                  <a:close/>
                  <a:moveTo>
                    <a:pt x="3633" y="7354"/>
                  </a:moveTo>
                  <a:cubicBezTo>
                    <a:pt x="3612" y="7354"/>
                    <a:pt x="3595" y="7371"/>
                    <a:pt x="3593" y="7392"/>
                  </a:cubicBezTo>
                  <a:lnTo>
                    <a:pt x="3571" y="8171"/>
                  </a:lnTo>
                  <a:cubicBezTo>
                    <a:pt x="3569" y="8192"/>
                    <a:pt x="3586" y="8209"/>
                    <a:pt x="3608" y="8211"/>
                  </a:cubicBezTo>
                  <a:lnTo>
                    <a:pt x="6231" y="8290"/>
                  </a:lnTo>
                  <a:cubicBezTo>
                    <a:pt x="6232" y="8290"/>
                    <a:pt x="6233" y="8290"/>
                    <a:pt x="6233" y="8290"/>
                  </a:cubicBezTo>
                  <a:cubicBezTo>
                    <a:pt x="6253" y="8290"/>
                    <a:pt x="6269" y="8273"/>
                    <a:pt x="6271" y="8253"/>
                  </a:cubicBezTo>
                  <a:lnTo>
                    <a:pt x="6293" y="7473"/>
                  </a:lnTo>
                  <a:cubicBezTo>
                    <a:pt x="6295" y="7453"/>
                    <a:pt x="6278" y="7435"/>
                    <a:pt x="6256" y="7435"/>
                  </a:cubicBezTo>
                  <a:lnTo>
                    <a:pt x="3633" y="7354"/>
                  </a:lnTo>
                  <a:close/>
                  <a:moveTo>
                    <a:pt x="16627" y="1803"/>
                  </a:moveTo>
                  <a:cubicBezTo>
                    <a:pt x="17923" y="1904"/>
                    <a:pt x="19152" y="2059"/>
                    <a:pt x="20251" y="2267"/>
                  </a:cubicBezTo>
                  <a:cubicBezTo>
                    <a:pt x="23908" y="2958"/>
                    <a:pt x="28800" y="5033"/>
                    <a:pt x="28800" y="5033"/>
                  </a:cubicBezTo>
                  <a:lnTo>
                    <a:pt x="28800" y="8711"/>
                  </a:lnTo>
                  <a:cubicBezTo>
                    <a:pt x="26588" y="8385"/>
                    <a:pt x="24144" y="8037"/>
                    <a:pt x="21643" y="7707"/>
                  </a:cubicBezTo>
                  <a:cubicBezTo>
                    <a:pt x="20131" y="7510"/>
                    <a:pt x="18694" y="7329"/>
                    <a:pt x="17331" y="7166"/>
                  </a:cubicBezTo>
                  <a:lnTo>
                    <a:pt x="16627" y="1803"/>
                  </a:lnTo>
                  <a:close/>
                  <a:moveTo>
                    <a:pt x="17378" y="8636"/>
                  </a:moveTo>
                  <a:cubicBezTo>
                    <a:pt x="17343" y="8636"/>
                    <a:pt x="17312" y="8661"/>
                    <a:pt x="17307" y="8698"/>
                  </a:cubicBezTo>
                  <a:lnTo>
                    <a:pt x="17218" y="9406"/>
                  </a:lnTo>
                  <a:cubicBezTo>
                    <a:pt x="17214" y="9446"/>
                    <a:pt x="17240" y="9481"/>
                    <a:pt x="17280" y="9486"/>
                  </a:cubicBezTo>
                  <a:lnTo>
                    <a:pt x="19819" y="9804"/>
                  </a:lnTo>
                  <a:cubicBezTo>
                    <a:pt x="19822" y="9804"/>
                    <a:pt x="19825" y="9804"/>
                    <a:pt x="19829" y="9804"/>
                  </a:cubicBezTo>
                  <a:cubicBezTo>
                    <a:pt x="19864" y="9804"/>
                    <a:pt x="19894" y="9778"/>
                    <a:pt x="19899" y="9741"/>
                  </a:cubicBezTo>
                  <a:lnTo>
                    <a:pt x="19987" y="9033"/>
                  </a:lnTo>
                  <a:cubicBezTo>
                    <a:pt x="19993" y="8994"/>
                    <a:pt x="19964" y="8958"/>
                    <a:pt x="19926" y="8954"/>
                  </a:cubicBezTo>
                  <a:lnTo>
                    <a:pt x="17386" y="8636"/>
                  </a:lnTo>
                  <a:cubicBezTo>
                    <a:pt x="17383" y="8636"/>
                    <a:pt x="17381" y="8636"/>
                    <a:pt x="17378" y="8636"/>
                  </a:cubicBezTo>
                  <a:close/>
                  <a:moveTo>
                    <a:pt x="31952" y="5488"/>
                  </a:moveTo>
                  <a:cubicBezTo>
                    <a:pt x="35794" y="7542"/>
                    <a:pt x="37750" y="9487"/>
                    <a:pt x="38064" y="9814"/>
                  </a:cubicBezTo>
                  <a:lnTo>
                    <a:pt x="38064" y="10164"/>
                  </a:lnTo>
                  <a:cubicBezTo>
                    <a:pt x="37391" y="10052"/>
                    <a:pt x="35098" y="9672"/>
                    <a:pt x="31952" y="9187"/>
                  </a:cubicBezTo>
                  <a:lnTo>
                    <a:pt x="31952" y="5488"/>
                  </a:lnTo>
                  <a:close/>
                  <a:moveTo>
                    <a:pt x="3840" y="6462"/>
                  </a:moveTo>
                  <a:cubicBezTo>
                    <a:pt x="7006" y="6462"/>
                    <a:pt x="11482" y="6849"/>
                    <a:pt x="16161" y="7385"/>
                  </a:cubicBezTo>
                  <a:lnTo>
                    <a:pt x="16148" y="18518"/>
                  </a:lnTo>
                  <a:cubicBezTo>
                    <a:pt x="11869" y="18160"/>
                    <a:pt x="6830" y="16744"/>
                    <a:pt x="3366" y="12595"/>
                  </a:cubicBezTo>
                  <a:cubicBezTo>
                    <a:pt x="1210" y="10013"/>
                    <a:pt x="547" y="7402"/>
                    <a:pt x="406" y="6732"/>
                  </a:cubicBezTo>
                  <a:cubicBezTo>
                    <a:pt x="1200" y="6544"/>
                    <a:pt x="2381" y="6462"/>
                    <a:pt x="3840" y="6462"/>
                  </a:cubicBezTo>
                  <a:close/>
                  <a:moveTo>
                    <a:pt x="16334" y="7405"/>
                  </a:moveTo>
                  <a:cubicBezTo>
                    <a:pt x="22586" y="8124"/>
                    <a:pt x="29176" y="9104"/>
                    <a:pt x="33469" y="9775"/>
                  </a:cubicBezTo>
                  <a:cubicBezTo>
                    <a:pt x="33686" y="15856"/>
                    <a:pt x="32253" y="18211"/>
                    <a:pt x="31623" y="18944"/>
                  </a:cubicBezTo>
                  <a:cubicBezTo>
                    <a:pt x="31482" y="19108"/>
                    <a:pt x="31277" y="19195"/>
                    <a:pt x="31060" y="19195"/>
                  </a:cubicBezTo>
                  <a:cubicBezTo>
                    <a:pt x="31051" y="19195"/>
                    <a:pt x="31043" y="19195"/>
                    <a:pt x="31035" y="19195"/>
                  </a:cubicBezTo>
                  <a:lnTo>
                    <a:pt x="18603" y="18618"/>
                  </a:lnTo>
                  <a:cubicBezTo>
                    <a:pt x="17879" y="18618"/>
                    <a:pt x="17115" y="18593"/>
                    <a:pt x="16322" y="18532"/>
                  </a:cubicBezTo>
                  <a:lnTo>
                    <a:pt x="16334" y="7405"/>
                  </a:lnTo>
                  <a:close/>
                  <a:moveTo>
                    <a:pt x="11164" y="1"/>
                  </a:moveTo>
                  <a:cubicBezTo>
                    <a:pt x="6889" y="1"/>
                    <a:pt x="3779" y="904"/>
                    <a:pt x="1889" y="2701"/>
                  </a:cubicBezTo>
                  <a:cubicBezTo>
                    <a:pt x="0" y="4499"/>
                    <a:pt x="109" y="6509"/>
                    <a:pt x="115" y="6594"/>
                  </a:cubicBezTo>
                  <a:lnTo>
                    <a:pt x="129" y="6801"/>
                  </a:lnTo>
                  <a:lnTo>
                    <a:pt x="238" y="6775"/>
                  </a:lnTo>
                  <a:cubicBezTo>
                    <a:pt x="386" y="7471"/>
                    <a:pt x="1060" y="10102"/>
                    <a:pt x="3226" y="12698"/>
                  </a:cubicBezTo>
                  <a:cubicBezTo>
                    <a:pt x="7427" y="17735"/>
                    <a:pt x="13906" y="18792"/>
                    <a:pt x="18599" y="18792"/>
                  </a:cubicBezTo>
                  <a:lnTo>
                    <a:pt x="31027" y="19367"/>
                  </a:lnTo>
                  <a:cubicBezTo>
                    <a:pt x="31042" y="19369"/>
                    <a:pt x="31057" y="19369"/>
                    <a:pt x="31071" y="19369"/>
                  </a:cubicBezTo>
                  <a:cubicBezTo>
                    <a:pt x="31337" y="19369"/>
                    <a:pt x="31584" y="19257"/>
                    <a:pt x="31754" y="19058"/>
                  </a:cubicBezTo>
                  <a:cubicBezTo>
                    <a:pt x="32397" y="18310"/>
                    <a:pt x="33856" y="15920"/>
                    <a:pt x="33644" y="9804"/>
                  </a:cubicBezTo>
                  <a:lnTo>
                    <a:pt x="33644" y="9804"/>
                  </a:lnTo>
                  <a:cubicBezTo>
                    <a:pt x="36376" y="10232"/>
                    <a:pt x="38134" y="10529"/>
                    <a:pt x="38208" y="10541"/>
                  </a:cubicBezTo>
                  <a:lnTo>
                    <a:pt x="38411" y="10575"/>
                  </a:lnTo>
                  <a:lnTo>
                    <a:pt x="38411" y="9678"/>
                  </a:lnTo>
                  <a:lnTo>
                    <a:pt x="38366" y="9628"/>
                  </a:lnTo>
                  <a:cubicBezTo>
                    <a:pt x="38297" y="9551"/>
                    <a:pt x="36626" y="7722"/>
                    <a:pt x="32979" y="5641"/>
                  </a:cubicBezTo>
                  <a:cubicBezTo>
                    <a:pt x="29621" y="3724"/>
                    <a:pt x="23891" y="1238"/>
                    <a:pt x="15659" y="283"/>
                  </a:cubicBezTo>
                  <a:cubicBezTo>
                    <a:pt x="14041" y="94"/>
                    <a:pt x="12542" y="1"/>
                    <a:pt x="111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04" name="Google Shape;504;p44"/>
            <p:cNvSpPr/>
            <p:nvPr/>
          </p:nvSpPr>
          <p:spPr>
            <a:xfrm>
              <a:off x="4512327" y="3458161"/>
              <a:ext cx="144245" cy="200920"/>
            </a:xfrm>
            <a:custGeom>
              <a:avLst/>
              <a:gdLst/>
              <a:ahLst/>
              <a:cxnLst/>
              <a:rect l="l" t="t" r="r" b="b"/>
              <a:pathLst>
                <a:path w="2143" h="2985" extrusionOk="0">
                  <a:moveTo>
                    <a:pt x="1" y="1"/>
                  </a:moveTo>
                  <a:lnTo>
                    <a:pt x="1" y="2658"/>
                  </a:lnTo>
                  <a:lnTo>
                    <a:pt x="145" y="2658"/>
                  </a:lnTo>
                  <a:cubicBezTo>
                    <a:pt x="318" y="2791"/>
                    <a:pt x="626" y="2984"/>
                    <a:pt x="962" y="2984"/>
                  </a:cubicBezTo>
                  <a:cubicBezTo>
                    <a:pt x="1152" y="2984"/>
                    <a:pt x="1350" y="2922"/>
                    <a:pt x="1539" y="2753"/>
                  </a:cubicBezTo>
                  <a:cubicBezTo>
                    <a:pt x="1574" y="2720"/>
                    <a:pt x="1605" y="2685"/>
                    <a:pt x="1633" y="2647"/>
                  </a:cubicBezTo>
                  <a:cubicBezTo>
                    <a:pt x="1669" y="2630"/>
                    <a:pt x="1693" y="2594"/>
                    <a:pt x="1694" y="2553"/>
                  </a:cubicBezTo>
                  <a:cubicBezTo>
                    <a:pt x="2142" y="1765"/>
                    <a:pt x="1694" y="1"/>
                    <a:pt x="1694" y="1"/>
                  </a:cubicBezTo>
                  <a:lnTo>
                    <a:pt x="1656" y="26"/>
                  </a:lnTo>
                  <a:cubicBezTo>
                    <a:pt x="1636" y="10"/>
                    <a:pt x="1612" y="1"/>
                    <a:pt x="158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05" name="Google Shape;505;p44"/>
            <p:cNvSpPr/>
            <p:nvPr/>
          </p:nvSpPr>
          <p:spPr>
            <a:xfrm>
              <a:off x="2634214" y="3190600"/>
              <a:ext cx="1275525" cy="281356"/>
            </a:xfrm>
            <a:custGeom>
              <a:avLst/>
              <a:gdLst/>
              <a:ahLst/>
              <a:cxnLst/>
              <a:rect l="l" t="t" r="r" b="b"/>
              <a:pathLst>
                <a:path w="18950" h="4180" extrusionOk="0">
                  <a:moveTo>
                    <a:pt x="1235" y="1"/>
                  </a:moveTo>
                  <a:cubicBezTo>
                    <a:pt x="1" y="1570"/>
                    <a:pt x="103" y="3109"/>
                    <a:pt x="103" y="3109"/>
                  </a:cubicBezTo>
                  <a:cubicBezTo>
                    <a:pt x="607" y="2982"/>
                    <a:pt x="1279" y="2899"/>
                    <a:pt x="2083" y="2855"/>
                  </a:cubicBezTo>
                  <a:lnTo>
                    <a:pt x="2083" y="1438"/>
                  </a:lnTo>
                  <a:cubicBezTo>
                    <a:pt x="2082" y="819"/>
                    <a:pt x="1739" y="281"/>
                    <a:pt x="1235" y="1"/>
                  </a:cubicBezTo>
                  <a:close/>
                  <a:moveTo>
                    <a:pt x="16376" y="72"/>
                  </a:moveTo>
                  <a:lnTo>
                    <a:pt x="16882" y="3926"/>
                  </a:lnTo>
                  <a:cubicBezTo>
                    <a:pt x="17553" y="4007"/>
                    <a:pt x="18242" y="4090"/>
                    <a:pt x="18950" y="4179"/>
                  </a:cubicBezTo>
                  <a:lnTo>
                    <a:pt x="18950" y="2705"/>
                  </a:lnTo>
                  <a:cubicBezTo>
                    <a:pt x="18950" y="1270"/>
                    <a:pt x="17804" y="104"/>
                    <a:pt x="16376" y="7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508" name="Google Shape;508;p44"/>
          <p:cNvSpPr/>
          <p:nvPr/>
        </p:nvSpPr>
        <p:spPr>
          <a:xfrm flipH="1">
            <a:off x="274877" y="1079724"/>
            <a:ext cx="1746824" cy="413951"/>
          </a:xfrm>
          <a:custGeom>
            <a:avLst/>
            <a:gdLst/>
            <a:ahLst/>
            <a:cxnLst/>
            <a:rect l="l" t="t" r="r" b="b"/>
            <a:pathLst>
              <a:path w="30587" h="7248" extrusionOk="0">
                <a:moveTo>
                  <a:pt x="15926" y="0"/>
                </a:moveTo>
                <a:cubicBezTo>
                  <a:pt x="13961" y="0"/>
                  <a:pt x="12266" y="6080"/>
                  <a:pt x="12266" y="6080"/>
                </a:cubicBezTo>
                <a:cubicBezTo>
                  <a:pt x="12266" y="6080"/>
                  <a:pt x="12617" y="3734"/>
                  <a:pt x="10866" y="3624"/>
                </a:cubicBezTo>
                <a:cubicBezTo>
                  <a:pt x="10828" y="3621"/>
                  <a:pt x="10789" y="3620"/>
                  <a:pt x="10751" y="3620"/>
                </a:cubicBezTo>
                <a:cubicBezTo>
                  <a:pt x="9060" y="3620"/>
                  <a:pt x="7833" y="5963"/>
                  <a:pt x="7833" y="5963"/>
                </a:cubicBezTo>
                <a:lnTo>
                  <a:pt x="1" y="7248"/>
                </a:lnTo>
                <a:lnTo>
                  <a:pt x="30587" y="7248"/>
                </a:lnTo>
                <a:cubicBezTo>
                  <a:pt x="30587" y="7248"/>
                  <a:pt x="23118" y="6780"/>
                  <a:pt x="22652" y="6080"/>
                </a:cubicBezTo>
                <a:cubicBezTo>
                  <a:pt x="22185" y="5381"/>
                  <a:pt x="21404" y="2579"/>
                  <a:pt x="19519" y="2346"/>
                </a:cubicBezTo>
                <a:cubicBezTo>
                  <a:pt x="19441" y="2336"/>
                  <a:pt x="19365" y="2332"/>
                  <a:pt x="19291" y="2332"/>
                </a:cubicBezTo>
                <a:cubicBezTo>
                  <a:pt x="18256" y="2332"/>
                  <a:pt x="17651" y="3241"/>
                  <a:pt x="17336" y="3955"/>
                </a:cubicBezTo>
                <a:lnTo>
                  <a:pt x="17336" y="3955"/>
                </a:lnTo>
                <a:cubicBezTo>
                  <a:pt x="17642" y="2843"/>
                  <a:pt x="17903" y="933"/>
                  <a:pt x="16414" y="130"/>
                </a:cubicBezTo>
                <a:cubicBezTo>
                  <a:pt x="16250" y="41"/>
                  <a:pt x="16087" y="0"/>
                  <a:pt x="1592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09" name="Google Shape;509;p44"/>
          <p:cNvSpPr/>
          <p:nvPr/>
        </p:nvSpPr>
        <p:spPr>
          <a:xfrm flipH="1">
            <a:off x="7160549" y="3307599"/>
            <a:ext cx="1929351" cy="457204"/>
          </a:xfrm>
          <a:custGeom>
            <a:avLst/>
            <a:gdLst/>
            <a:ahLst/>
            <a:cxnLst/>
            <a:rect l="l" t="t" r="r" b="b"/>
            <a:pathLst>
              <a:path w="30587" h="7248" extrusionOk="0">
                <a:moveTo>
                  <a:pt x="15926" y="0"/>
                </a:moveTo>
                <a:cubicBezTo>
                  <a:pt x="13961" y="0"/>
                  <a:pt x="12266" y="6080"/>
                  <a:pt x="12266" y="6080"/>
                </a:cubicBezTo>
                <a:cubicBezTo>
                  <a:pt x="12266" y="6080"/>
                  <a:pt x="12617" y="3734"/>
                  <a:pt x="10866" y="3624"/>
                </a:cubicBezTo>
                <a:cubicBezTo>
                  <a:pt x="10828" y="3621"/>
                  <a:pt x="10789" y="3620"/>
                  <a:pt x="10751" y="3620"/>
                </a:cubicBezTo>
                <a:cubicBezTo>
                  <a:pt x="9060" y="3620"/>
                  <a:pt x="7833" y="5963"/>
                  <a:pt x="7833" y="5963"/>
                </a:cubicBezTo>
                <a:lnTo>
                  <a:pt x="1" y="7248"/>
                </a:lnTo>
                <a:lnTo>
                  <a:pt x="30587" y="7248"/>
                </a:lnTo>
                <a:cubicBezTo>
                  <a:pt x="30587" y="7248"/>
                  <a:pt x="23118" y="6780"/>
                  <a:pt x="22652" y="6080"/>
                </a:cubicBezTo>
                <a:cubicBezTo>
                  <a:pt x="22185" y="5381"/>
                  <a:pt x="21404" y="2579"/>
                  <a:pt x="19519" y="2346"/>
                </a:cubicBezTo>
                <a:cubicBezTo>
                  <a:pt x="19441" y="2336"/>
                  <a:pt x="19365" y="2332"/>
                  <a:pt x="19291" y="2332"/>
                </a:cubicBezTo>
                <a:cubicBezTo>
                  <a:pt x="18256" y="2332"/>
                  <a:pt x="17651" y="3241"/>
                  <a:pt x="17336" y="3955"/>
                </a:cubicBezTo>
                <a:lnTo>
                  <a:pt x="17336" y="3955"/>
                </a:lnTo>
                <a:cubicBezTo>
                  <a:pt x="17642" y="2843"/>
                  <a:pt x="17903" y="933"/>
                  <a:pt x="16414" y="130"/>
                </a:cubicBezTo>
                <a:cubicBezTo>
                  <a:pt x="16250" y="41"/>
                  <a:pt x="16087" y="0"/>
                  <a:pt x="1592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10" name="Google Shape;510;p44"/>
          <p:cNvSpPr/>
          <p:nvPr/>
        </p:nvSpPr>
        <p:spPr>
          <a:xfrm>
            <a:off x="5946477" y="3687601"/>
            <a:ext cx="4226946" cy="930116"/>
          </a:xfrm>
          <a:custGeom>
            <a:avLst/>
            <a:gdLst/>
            <a:ahLst/>
            <a:cxnLst/>
            <a:rect l="l" t="t" r="r" b="b"/>
            <a:pathLst>
              <a:path w="53074" h="11679" extrusionOk="0">
                <a:moveTo>
                  <a:pt x="4423" y="398"/>
                </a:moveTo>
                <a:cubicBezTo>
                  <a:pt x="4545" y="398"/>
                  <a:pt x="4645" y="497"/>
                  <a:pt x="4645" y="618"/>
                </a:cubicBezTo>
                <a:lnTo>
                  <a:pt x="4645" y="1647"/>
                </a:lnTo>
                <a:cubicBezTo>
                  <a:pt x="4645" y="1770"/>
                  <a:pt x="4545" y="1869"/>
                  <a:pt x="4423" y="1869"/>
                </a:cubicBezTo>
                <a:cubicBezTo>
                  <a:pt x="4300" y="1869"/>
                  <a:pt x="4200" y="1770"/>
                  <a:pt x="4200" y="1647"/>
                </a:cubicBezTo>
                <a:lnTo>
                  <a:pt x="4200" y="618"/>
                </a:lnTo>
                <a:cubicBezTo>
                  <a:pt x="4200" y="497"/>
                  <a:pt x="4300" y="398"/>
                  <a:pt x="4423" y="398"/>
                </a:cubicBezTo>
                <a:close/>
                <a:moveTo>
                  <a:pt x="1463" y="446"/>
                </a:moveTo>
                <a:cubicBezTo>
                  <a:pt x="1585" y="446"/>
                  <a:pt x="1684" y="546"/>
                  <a:pt x="1684" y="668"/>
                </a:cubicBezTo>
                <a:lnTo>
                  <a:pt x="1684" y="1697"/>
                </a:lnTo>
                <a:cubicBezTo>
                  <a:pt x="1684" y="1820"/>
                  <a:pt x="1585" y="1919"/>
                  <a:pt x="1463" y="1919"/>
                </a:cubicBezTo>
                <a:cubicBezTo>
                  <a:pt x="1339" y="1919"/>
                  <a:pt x="1240" y="1820"/>
                  <a:pt x="1240" y="1697"/>
                </a:cubicBezTo>
                <a:lnTo>
                  <a:pt x="1240" y="668"/>
                </a:lnTo>
                <a:cubicBezTo>
                  <a:pt x="1240" y="546"/>
                  <a:pt x="1339" y="446"/>
                  <a:pt x="1463" y="446"/>
                </a:cubicBezTo>
                <a:close/>
                <a:moveTo>
                  <a:pt x="4249" y="1"/>
                </a:moveTo>
                <a:cubicBezTo>
                  <a:pt x="3923" y="1"/>
                  <a:pt x="3658" y="265"/>
                  <a:pt x="3658" y="591"/>
                </a:cubicBezTo>
                <a:lnTo>
                  <a:pt x="3658" y="3202"/>
                </a:lnTo>
                <a:lnTo>
                  <a:pt x="1981" y="3202"/>
                </a:lnTo>
                <a:lnTo>
                  <a:pt x="1981" y="673"/>
                </a:lnTo>
                <a:cubicBezTo>
                  <a:pt x="1981" y="510"/>
                  <a:pt x="1914" y="364"/>
                  <a:pt x="1808" y="257"/>
                </a:cubicBezTo>
                <a:cubicBezTo>
                  <a:pt x="1701" y="149"/>
                  <a:pt x="1552" y="81"/>
                  <a:pt x="1390" y="81"/>
                </a:cubicBezTo>
                <a:cubicBezTo>
                  <a:pt x="1065" y="81"/>
                  <a:pt x="799" y="348"/>
                  <a:pt x="799" y="672"/>
                </a:cubicBezTo>
                <a:lnTo>
                  <a:pt x="799" y="3202"/>
                </a:lnTo>
                <a:lnTo>
                  <a:pt x="734" y="3202"/>
                </a:lnTo>
                <a:cubicBezTo>
                  <a:pt x="330" y="3202"/>
                  <a:pt x="0" y="3533"/>
                  <a:pt x="0" y="3939"/>
                </a:cubicBezTo>
                <a:lnTo>
                  <a:pt x="0" y="7273"/>
                </a:lnTo>
                <a:cubicBezTo>
                  <a:pt x="0" y="7677"/>
                  <a:pt x="330" y="8008"/>
                  <a:pt x="734" y="8008"/>
                </a:cubicBezTo>
                <a:lnTo>
                  <a:pt x="1369" y="8008"/>
                </a:lnTo>
                <a:lnTo>
                  <a:pt x="1369" y="8946"/>
                </a:lnTo>
                <a:lnTo>
                  <a:pt x="2522" y="8946"/>
                </a:lnTo>
                <a:lnTo>
                  <a:pt x="2522" y="9290"/>
                </a:lnTo>
                <a:cubicBezTo>
                  <a:pt x="2522" y="10607"/>
                  <a:pt x="3593" y="11679"/>
                  <a:pt x="4911" y="11679"/>
                </a:cubicBezTo>
                <a:lnTo>
                  <a:pt x="50099" y="11679"/>
                </a:lnTo>
                <a:cubicBezTo>
                  <a:pt x="51739" y="11679"/>
                  <a:pt x="53073" y="10344"/>
                  <a:pt x="53073" y="8705"/>
                </a:cubicBezTo>
                <a:lnTo>
                  <a:pt x="53073" y="3031"/>
                </a:lnTo>
                <a:lnTo>
                  <a:pt x="52282" y="3031"/>
                </a:lnTo>
                <a:lnTo>
                  <a:pt x="52282" y="8705"/>
                </a:lnTo>
                <a:cubicBezTo>
                  <a:pt x="52282" y="9908"/>
                  <a:pt x="51302" y="10887"/>
                  <a:pt x="50099" y="10887"/>
                </a:cubicBezTo>
                <a:lnTo>
                  <a:pt x="4911" y="10887"/>
                </a:lnTo>
                <a:cubicBezTo>
                  <a:pt x="4030" y="10887"/>
                  <a:pt x="3313" y="10171"/>
                  <a:pt x="3313" y="9290"/>
                </a:cubicBezTo>
                <a:lnTo>
                  <a:pt x="3313" y="8948"/>
                </a:lnTo>
                <a:lnTo>
                  <a:pt x="4463" y="8948"/>
                </a:lnTo>
                <a:lnTo>
                  <a:pt x="4463" y="8009"/>
                </a:lnTo>
                <a:lnTo>
                  <a:pt x="4864" y="8009"/>
                </a:lnTo>
                <a:cubicBezTo>
                  <a:pt x="5270" y="8009"/>
                  <a:pt x="5600" y="7677"/>
                  <a:pt x="5600" y="7273"/>
                </a:cubicBezTo>
                <a:lnTo>
                  <a:pt x="5600" y="3939"/>
                </a:lnTo>
                <a:cubicBezTo>
                  <a:pt x="5600" y="3533"/>
                  <a:pt x="5270" y="3202"/>
                  <a:pt x="4864" y="3202"/>
                </a:cubicBezTo>
                <a:lnTo>
                  <a:pt x="4840" y="3202"/>
                </a:lnTo>
                <a:lnTo>
                  <a:pt x="4840" y="591"/>
                </a:lnTo>
                <a:cubicBezTo>
                  <a:pt x="4840" y="428"/>
                  <a:pt x="4774" y="281"/>
                  <a:pt x="4666" y="173"/>
                </a:cubicBezTo>
                <a:cubicBezTo>
                  <a:pt x="4560" y="66"/>
                  <a:pt x="4412" y="1"/>
                  <a:pt x="4249" y="1"/>
                </a:cubicBezTo>
                <a:close/>
              </a:path>
            </a:pathLst>
          </a:custGeom>
          <a:gradFill>
            <a:gsLst>
              <a:gs pos="0">
                <a:schemeClr val="lt1"/>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514"/>
        <p:cNvGrpSpPr/>
        <p:nvPr/>
      </p:nvGrpSpPr>
      <p:grpSpPr>
        <a:xfrm>
          <a:off x="0" y="0"/>
          <a:ext cx="0" cy="0"/>
          <a:chOff x="0" y="0"/>
          <a:chExt cx="0" cy="0"/>
        </a:xfrm>
      </p:grpSpPr>
      <p:sp>
        <p:nvSpPr>
          <p:cNvPr id="515" name="Google Shape;515;p45"/>
          <p:cNvSpPr/>
          <p:nvPr/>
        </p:nvSpPr>
        <p:spPr>
          <a:xfrm flipH="1">
            <a:off x="6155784" y="2262152"/>
            <a:ext cx="1064122" cy="309598"/>
          </a:xfrm>
          <a:custGeom>
            <a:avLst/>
            <a:gdLst/>
            <a:ahLst/>
            <a:cxnLst/>
            <a:rect l="l" t="t" r="r" b="b"/>
            <a:pathLst>
              <a:path w="30587" h="7248" extrusionOk="0">
                <a:moveTo>
                  <a:pt x="15926" y="0"/>
                </a:moveTo>
                <a:cubicBezTo>
                  <a:pt x="13961" y="0"/>
                  <a:pt x="12266" y="6080"/>
                  <a:pt x="12266" y="6080"/>
                </a:cubicBezTo>
                <a:cubicBezTo>
                  <a:pt x="12266" y="6080"/>
                  <a:pt x="12617" y="3734"/>
                  <a:pt x="10866" y="3624"/>
                </a:cubicBezTo>
                <a:cubicBezTo>
                  <a:pt x="10828" y="3621"/>
                  <a:pt x="10789" y="3620"/>
                  <a:pt x="10751" y="3620"/>
                </a:cubicBezTo>
                <a:cubicBezTo>
                  <a:pt x="9060" y="3620"/>
                  <a:pt x="7833" y="5963"/>
                  <a:pt x="7833" y="5963"/>
                </a:cubicBezTo>
                <a:lnTo>
                  <a:pt x="1" y="7248"/>
                </a:lnTo>
                <a:lnTo>
                  <a:pt x="30587" y="7248"/>
                </a:lnTo>
                <a:cubicBezTo>
                  <a:pt x="30587" y="7248"/>
                  <a:pt x="23118" y="6780"/>
                  <a:pt x="22652" y="6080"/>
                </a:cubicBezTo>
                <a:cubicBezTo>
                  <a:pt x="22185" y="5381"/>
                  <a:pt x="21404" y="2579"/>
                  <a:pt x="19519" y="2346"/>
                </a:cubicBezTo>
                <a:cubicBezTo>
                  <a:pt x="19441" y="2336"/>
                  <a:pt x="19365" y="2332"/>
                  <a:pt x="19291" y="2332"/>
                </a:cubicBezTo>
                <a:cubicBezTo>
                  <a:pt x="18256" y="2332"/>
                  <a:pt x="17651" y="3241"/>
                  <a:pt x="17336" y="3955"/>
                </a:cubicBezTo>
                <a:lnTo>
                  <a:pt x="17336" y="3955"/>
                </a:lnTo>
                <a:cubicBezTo>
                  <a:pt x="17642" y="2843"/>
                  <a:pt x="17903" y="933"/>
                  <a:pt x="16414" y="130"/>
                </a:cubicBezTo>
                <a:cubicBezTo>
                  <a:pt x="16250" y="41"/>
                  <a:pt x="16087" y="0"/>
                  <a:pt x="1592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516" name="Google Shape;516;p45"/>
          <p:cNvGrpSpPr/>
          <p:nvPr/>
        </p:nvGrpSpPr>
        <p:grpSpPr>
          <a:xfrm flipH="1">
            <a:off x="7174369" y="2907473"/>
            <a:ext cx="4276499" cy="2284315"/>
            <a:chOff x="-481288" y="2237993"/>
            <a:chExt cx="5439455" cy="2905513"/>
          </a:xfrm>
        </p:grpSpPr>
        <p:sp>
          <p:nvSpPr>
            <p:cNvPr id="517" name="Google Shape;517;p45"/>
            <p:cNvSpPr/>
            <p:nvPr/>
          </p:nvSpPr>
          <p:spPr>
            <a:xfrm flipH="1">
              <a:off x="-481288" y="2237993"/>
              <a:ext cx="5439455" cy="2905430"/>
            </a:xfrm>
            <a:custGeom>
              <a:avLst/>
              <a:gdLst/>
              <a:ahLst/>
              <a:cxnLst/>
              <a:rect l="l" t="t" r="r" b="b"/>
              <a:pathLst>
                <a:path w="92081" h="40314" extrusionOk="0">
                  <a:moveTo>
                    <a:pt x="52634" y="0"/>
                  </a:moveTo>
                  <a:cubicBezTo>
                    <a:pt x="52308" y="0"/>
                    <a:pt x="51980" y="13"/>
                    <a:pt x="51651" y="40"/>
                  </a:cubicBezTo>
                  <a:cubicBezTo>
                    <a:pt x="47192" y="409"/>
                    <a:pt x="43414" y="3356"/>
                    <a:pt x="40047" y="6305"/>
                  </a:cubicBezTo>
                  <a:cubicBezTo>
                    <a:pt x="36680" y="9252"/>
                    <a:pt x="33221" y="12438"/>
                    <a:pt x="28869" y="13475"/>
                  </a:cubicBezTo>
                  <a:cubicBezTo>
                    <a:pt x="25617" y="14250"/>
                    <a:pt x="22193" y="13734"/>
                    <a:pt x="18884" y="14199"/>
                  </a:cubicBezTo>
                  <a:cubicBezTo>
                    <a:pt x="13402" y="14969"/>
                    <a:pt x="0" y="24616"/>
                    <a:pt x="6085" y="40112"/>
                  </a:cubicBezTo>
                  <a:lnTo>
                    <a:pt x="81132" y="40282"/>
                  </a:lnTo>
                  <a:cubicBezTo>
                    <a:pt x="81361" y="40303"/>
                    <a:pt x="81583" y="40314"/>
                    <a:pt x="81800" y="40314"/>
                  </a:cubicBezTo>
                  <a:cubicBezTo>
                    <a:pt x="92080" y="40314"/>
                    <a:pt x="89563" y="16777"/>
                    <a:pt x="87839" y="12668"/>
                  </a:cubicBezTo>
                  <a:cubicBezTo>
                    <a:pt x="86081" y="8473"/>
                    <a:pt x="82744" y="4685"/>
                    <a:pt x="78338" y="3554"/>
                  </a:cubicBezTo>
                  <a:cubicBezTo>
                    <a:pt x="77072" y="3230"/>
                    <a:pt x="75782" y="3133"/>
                    <a:pt x="74479" y="3133"/>
                  </a:cubicBezTo>
                  <a:cubicBezTo>
                    <a:pt x="72576" y="3133"/>
                    <a:pt x="70646" y="3339"/>
                    <a:pt x="68733" y="3339"/>
                  </a:cubicBezTo>
                  <a:cubicBezTo>
                    <a:pt x="68051" y="3339"/>
                    <a:pt x="67371" y="3313"/>
                    <a:pt x="66695" y="3242"/>
                  </a:cubicBezTo>
                  <a:cubicBezTo>
                    <a:pt x="61897" y="2739"/>
                    <a:pt x="57402" y="0"/>
                    <a:pt x="5263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18" name="Google Shape;518;p45"/>
            <p:cNvSpPr/>
            <p:nvPr/>
          </p:nvSpPr>
          <p:spPr>
            <a:xfrm flipH="1">
              <a:off x="-330472" y="2925914"/>
              <a:ext cx="5002279" cy="2217592"/>
            </a:xfrm>
            <a:custGeom>
              <a:avLst/>
              <a:gdLst/>
              <a:ahLst/>
              <a:cxnLst/>
              <a:rect l="l" t="t" r="r" b="b"/>
              <a:pathLst>
                <a:path w="80471" h="32195" extrusionOk="0">
                  <a:moveTo>
                    <a:pt x="47487" y="1"/>
                  </a:moveTo>
                  <a:cubicBezTo>
                    <a:pt x="43320" y="1"/>
                    <a:pt x="39414" y="2827"/>
                    <a:pt x="36193" y="5678"/>
                  </a:cubicBezTo>
                  <a:cubicBezTo>
                    <a:pt x="32550" y="8904"/>
                    <a:pt x="28659" y="12549"/>
                    <a:pt x="23801" y="12820"/>
                  </a:cubicBezTo>
                  <a:cubicBezTo>
                    <a:pt x="23603" y="12831"/>
                    <a:pt x="23405" y="12837"/>
                    <a:pt x="23208" y="12837"/>
                  </a:cubicBezTo>
                  <a:cubicBezTo>
                    <a:pt x="20202" y="12837"/>
                    <a:pt x="17266" y="11633"/>
                    <a:pt x="14247" y="11611"/>
                  </a:cubicBezTo>
                  <a:cubicBezTo>
                    <a:pt x="14221" y="11610"/>
                    <a:pt x="14196" y="11610"/>
                    <a:pt x="14170" y="11610"/>
                  </a:cubicBezTo>
                  <a:cubicBezTo>
                    <a:pt x="9546" y="11610"/>
                    <a:pt x="5189" y="14522"/>
                    <a:pt x="2843" y="18510"/>
                  </a:cubicBezTo>
                  <a:cubicBezTo>
                    <a:pt x="483" y="22521"/>
                    <a:pt x="1" y="27451"/>
                    <a:pt x="847" y="32025"/>
                  </a:cubicBezTo>
                  <a:lnTo>
                    <a:pt x="75894" y="32195"/>
                  </a:lnTo>
                  <a:cubicBezTo>
                    <a:pt x="80471" y="29741"/>
                    <a:pt x="79104" y="20847"/>
                    <a:pt x="78484" y="15147"/>
                  </a:cubicBezTo>
                  <a:cubicBezTo>
                    <a:pt x="77863" y="9446"/>
                    <a:pt x="74407" y="3185"/>
                    <a:pt x="68697" y="2665"/>
                  </a:cubicBezTo>
                  <a:cubicBezTo>
                    <a:pt x="68430" y="2640"/>
                    <a:pt x="68164" y="2629"/>
                    <a:pt x="67898" y="2629"/>
                  </a:cubicBezTo>
                  <a:cubicBezTo>
                    <a:pt x="65148" y="2629"/>
                    <a:pt x="62428" y="3814"/>
                    <a:pt x="59686" y="3814"/>
                  </a:cubicBezTo>
                  <a:cubicBezTo>
                    <a:pt x="59345" y="3814"/>
                    <a:pt x="59004" y="3796"/>
                    <a:pt x="58663" y="3754"/>
                  </a:cubicBezTo>
                  <a:cubicBezTo>
                    <a:pt x="55277" y="3347"/>
                    <a:pt x="52491" y="781"/>
                    <a:pt x="49140" y="153"/>
                  </a:cubicBezTo>
                  <a:cubicBezTo>
                    <a:pt x="48585" y="49"/>
                    <a:pt x="48034" y="1"/>
                    <a:pt x="4748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519" name="Google Shape;519;p45"/>
          <p:cNvSpPr/>
          <p:nvPr/>
        </p:nvSpPr>
        <p:spPr>
          <a:xfrm>
            <a:off x="527250" y="572417"/>
            <a:ext cx="8089500" cy="607800"/>
          </a:xfrm>
          <a:prstGeom prst="round2DiagRect">
            <a:avLst>
              <a:gd name="adj1" fmla="val 16667"/>
              <a:gd name="adj2" fmla="val 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20" name="Google Shape;520;p45"/>
          <p:cNvSpPr txBox="1">
            <a:spLocks noGrp="1"/>
          </p:cNvSpPr>
          <p:nvPr>
            <p:ph type="title"/>
          </p:nvPr>
        </p:nvSpPr>
        <p:spPr>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3200" dirty="0">
                <a:solidFill>
                  <a:schemeClr val="bg1"/>
                </a:solidFill>
                <a:effectLst/>
              </a:rPr>
              <a:t>Introduction</a:t>
            </a:r>
            <a:endParaRPr sz="3200" dirty="0">
              <a:solidFill>
                <a:schemeClr val="bg1"/>
              </a:solidFill>
              <a:effectLst/>
            </a:endParaRPr>
          </a:p>
        </p:txBody>
      </p:sp>
      <p:sp>
        <p:nvSpPr>
          <p:cNvPr id="521" name="Google Shape;521;p45"/>
          <p:cNvSpPr txBox="1">
            <a:spLocks noGrp="1"/>
          </p:cNvSpPr>
          <p:nvPr>
            <p:ph type="body" idx="1"/>
          </p:nvPr>
        </p:nvSpPr>
        <p:spPr>
          <a:xfrm>
            <a:off x="444787" y="1350227"/>
            <a:ext cx="5045226" cy="607801"/>
          </a:xfrm>
          <a:prstGeom prst="rect">
            <a:avLst/>
          </a:prstGeom>
        </p:spPr>
        <p:txBody>
          <a:bodyPr spcFirstLastPara="1" wrap="square" lIns="91425" tIns="91425" rIns="91425" bIns="91425" anchor="b" anchorCtr="0">
            <a:noAutofit/>
          </a:bodyPr>
          <a:lstStyle/>
          <a:p>
            <a:pPr marL="139700" indent="0">
              <a:buNone/>
            </a:pPr>
            <a:r>
              <a:rPr lang="en-US" b="1" dirty="0">
                <a:solidFill>
                  <a:schemeClr val="tx1"/>
                </a:solidFill>
                <a:effectLst/>
                <a:latin typeface="SF Pro Text"/>
              </a:rPr>
              <a:t>Project Objectives:</a:t>
            </a:r>
          </a:p>
        </p:txBody>
      </p:sp>
      <p:sp>
        <p:nvSpPr>
          <p:cNvPr id="522" name="Google Shape;522;p45"/>
          <p:cNvSpPr/>
          <p:nvPr/>
        </p:nvSpPr>
        <p:spPr>
          <a:xfrm flipH="1">
            <a:off x="8191605" y="2896887"/>
            <a:ext cx="1064122" cy="309598"/>
          </a:xfrm>
          <a:custGeom>
            <a:avLst/>
            <a:gdLst/>
            <a:ahLst/>
            <a:cxnLst/>
            <a:rect l="l" t="t" r="r" b="b"/>
            <a:pathLst>
              <a:path w="30587" h="7248" extrusionOk="0">
                <a:moveTo>
                  <a:pt x="15926" y="0"/>
                </a:moveTo>
                <a:cubicBezTo>
                  <a:pt x="13961" y="0"/>
                  <a:pt x="12266" y="6080"/>
                  <a:pt x="12266" y="6080"/>
                </a:cubicBezTo>
                <a:cubicBezTo>
                  <a:pt x="12266" y="6080"/>
                  <a:pt x="12617" y="3734"/>
                  <a:pt x="10866" y="3624"/>
                </a:cubicBezTo>
                <a:cubicBezTo>
                  <a:pt x="10828" y="3621"/>
                  <a:pt x="10789" y="3620"/>
                  <a:pt x="10751" y="3620"/>
                </a:cubicBezTo>
                <a:cubicBezTo>
                  <a:pt x="9060" y="3620"/>
                  <a:pt x="7833" y="5963"/>
                  <a:pt x="7833" y="5963"/>
                </a:cubicBezTo>
                <a:lnTo>
                  <a:pt x="1" y="7248"/>
                </a:lnTo>
                <a:lnTo>
                  <a:pt x="30587" y="7248"/>
                </a:lnTo>
                <a:cubicBezTo>
                  <a:pt x="30587" y="7248"/>
                  <a:pt x="23118" y="6780"/>
                  <a:pt x="22652" y="6080"/>
                </a:cubicBezTo>
                <a:cubicBezTo>
                  <a:pt x="22185" y="5381"/>
                  <a:pt x="21404" y="2579"/>
                  <a:pt x="19519" y="2346"/>
                </a:cubicBezTo>
                <a:cubicBezTo>
                  <a:pt x="19441" y="2336"/>
                  <a:pt x="19365" y="2332"/>
                  <a:pt x="19291" y="2332"/>
                </a:cubicBezTo>
                <a:cubicBezTo>
                  <a:pt x="18256" y="2332"/>
                  <a:pt x="17651" y="3241"/>
                  <a:pt x="17336" y="3955"/>
                </a:cubicBezTo>
                <a:lnTo>
                  <a:pt x="17336" y="3955"/>
                </a:lnTo>
                <a:cubicBezTo>
                  <a:pt x="17642" y="2843"/>
                  <a:pt x="17903" y="933"/>
                  <a:pt x="16414" y="130"/>
                </a:cubicBezTo>
                <a:cubicBezTo>
                  <a:pt x="16250" y="41"/>
                  <a:pt x="16087" y="0"/>
                  <a:pt x="1592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523" name="Google Shape;523;p45"/>
          <p:cNvGrpSpPr/>
          <p:nvPr/>
        </p:nvGrpSpPr>
        <p:grpSpPr>
          <a:xfrm>
            <a:off x="7874539" y="3420795"/>
            <a:ext cx="3714986" cy="1701907"/>
            <a:chOff x="3764850" y="4321538"/>
            <a:chExt cx="1275050" cy="584125"/>
          </a:xfrm>
        </p:grpSpPr>
        <p:sp>
          <p:nvSpPr>
            <p:cNvPr id="524" name="Google Shape;524;p45"/>
            <p:cNvSpPr/>
            <p:nvPr/>
          </p:nvSpPr>
          <p:spPr>
            <a:xfrm>
              <a:off x="3764850" y="4321538"/>
              <a:ext cx="1275050" cy="516550"/>
            </a:xfrm>
            <a:custGeom>
              <a:avLst/>
              <a:gdLst/>
              <a:ahLst/>
              <a:cxnLst/>
              <a:rect l="l" t="t" r="r" b="b"/>
              <a:pathLst>
                <a:path w="51002" h="20662" extrusionOk="0">
                  <a:moveTo>
                    <a:pt x="14085" y="7130"/>
                  </a:moveTo>
                  <a:lnTo>
                    <a:pt x="14114" y="7146"/>
                  </a:lnTo>
                  <a:cubicBezTo>
                    <a:pt x="14098" y="7147"/>
                    <a:pt x="14082" y="7148"/>
                    <a:pt x="14066" y="7149"/>
                  </a:cubicBezTo>
                  <a:lnTo>
                    <a:pt x="14066" y="7149"/>
                  </a:lnTo>
                  <a:cubicBezTo>
                    <a:pt x="14072" y="7143"/>
                    <a:pt x="14078" y="7136"/>
                    <a:pt x="14085" y="7130"/>
                  </a:cubicBezTo>
                  <a:close/>
                  <a:moveTo>
                    <a:pt x="32915" y="0"/>
                  </a:moveTo>
                  <a:cubicBezTo>
                    <a:pt x="29975" y="0"/>
                    <a:pt x="26590" y="174"/>
                    <a:pt x="22841" y="633"/>
                  </a:cubicBezTo>
                  <a:cubicBezTo>
                    <a:pt x="22841" y="633"/>
                    <a:pt x="18791" y="2383"/>
                    <a:pt x="14085" y="7130"/>
                  </a:cubicBezTo>
                  <a:lnTo>
                    <a:pt x="14085" y="7130"/>
                  </a:lnTo>
                  <a:lnTo>
                    <a:pt x="4695" y="2042"/>
                  </a:lnTo>
                  <a:lnTo>
                    <a:pt x="5544" y="2956"/>
                  </a:lnTo>
                  <a:cubicBezTo>
                    <a:pt x="5544" y="2956"/>
                    <a:pt x="10013" y="7158"/>
                    <a:pt x="13778" y="7158"/>
                  </a:cubicBezTo>
                  <a:cubicBezTo>
                    <a:pt x="13874" y="7158"/>
                    <a:pt x="13970" y="7155"/>
                    <a:pt x="14066" y="7149"/>
                  </a:cubicBezTo>
                  <a:lnTo>
                    <a:pt x="14066" y="7149"/>
                  </a:lnTo>
                  <a:cubicBezTo>
                    <a:pt x="14063" y="7152"/>
                    <a:pt x="14059" y="7155"/>
                    <a:pt x="14056" y="7159"/>
                  </a:cubicBezTo>
                  <a:cubicBezTo>
                    <a:pt x="14056" y="7159"/>
                    <a:pt x="3515" y="7962"/>
                    <a:pt x="1858" y="13483"/>
                  </a:cubicBezTo>
                  <a:cubicBezTo>
                    <a:pt x="1858" y="13483"/>
                    <a:pt x="929" y="13483"/>
                    <a:pt x="778" y="14487"/>
                  </a:cubicBezTo>
                  <a:lnTo>
                    <a:pt x="778" y="17738"/>
                  </a:lnTo>
                  <a:lnTo>
                    <a:pt x="778" y="19030"/>
                  </a:lnTo>
                  <a:cubicBezTo>
                    <a:pt x="348" y="19030"/>
                    <a:pt x="1" y="19378"/>
                    <a:pt x="1" y="19808"/>
                  </a:cubicBezTo>
                  <a:lnTo>
                    <a:pt x="1" y="19883"/>
                  </a:lnTo>
                  <a:cubicBezTo>
                    <a:pt x="1" y="20312"/>
                    <a:pt x="348" y="20661"/>
                    <a:pt x="778" y="20661"/>
                  </a:cubicBezTo>
                  <a:lnTo>
                    <a:pt x="49722" y="20661"/>
                  </a:lnTo>
                  <a:cubicBezTo>
                    <a:pt x="50429" y="20661"/>
                    <a:pt x="51001" y="20088"/>
                    <a:pt x="51001" y="19381"/>
                  </a:cubicBezTo>
                  <a:lnTo>
                    <a:pt x="51001" y="17775"/>
                  </a:lnTo>
                  <a:lnTo>
                    <a:pt x="51001" y="15959"/>
                  </a:lnTo>
                  <a:cubicBezTo>
                    <a:pt x="51001" y="15374"/>
                    <a:pt x="50642" y="14849"/>
                    <a:pt x="50098" y="14637"/>
                  </a:cubicBezTo>
                  <a:lnTo>
                    <a:pt x="50098" y="14502"/>
                  </a:lnTo>
                  <a:cubicBezTo>
                    <a:pt x="50098" y="12564"/>
                    <a:pt x="49729" y="10641"/>
                    <a:pt x="48976" y="8858"/>
                  </a:cubicBezTo>
                  <a:cubicBezTo>
                    <a:pt x="48737" y="8292"/>
                    <a:pt x="48454" y="7728"/>
                    <a:pt x="48124" y="7208"/>
                  </a:cubicBezTo>
                  <a:cubicBezTo>
                    <a:pt x="46651" y="4899"/>
                    <a:pt x="45714" y="2121"/>
                    <a:pt x="45714" y="2121"/>
                  </a:cubicBezTo>
                  <a:cubicBezTo>
                    <a:pt x="45714" y="2121"/>
                    <a:pt x="45664" y="1843"/>
                    <a:pt x="45380" y="1536"/>
                  </a:cubicBezTo>
                  <a:cubicBezTo>
                    <a:pt x="44999" y="1125"/>
                    <a:pt x="40398" y="0"/>
                    <a:pt x="32915" y="0"/>
                  </a:cubicBezTo>
                  <a:close/>
                </a:path>
              </a:pathLst>
            </a:custGeom>
            <a:gradFill>
              <a:gsLst>
                <a:gs pos="0">
                  <a:schemeClr val="accent2"/>
                </a:gs>
                <a:gs pos="100000">
                  <a:schemeClr val="dk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25" name="Google Shape;525;p45"/>
            <p:cNvSpPr/>
            <p:nvPr/>
          </p:nvSpPr>
          <p:spPr>
            <a:xfrm>
              <a:off x="4277275" y="4378488"/>
              <a:ext cx="508825" cy="154225"/>
            </a:xfrm>
            <a:custGeom>
              <a:avLst/>
              <a:gdLst/>
              <a:ahLst/>
              <a:cxnLst/>
              <a:rect l="l" t="t" r="r" b="b"/>
              <a:pathLst>
                <a:path w="20353" h="6169" extrusionOk="0">
                  <a:moveTo>
                    <a:pt x="6931" y="0"/>
                  </a:moveTo>
                  <a:cubicBezTo>
                    <a:pt x="5849" y="1611"/>
                    <a:pt x="4555" y="3071"/>
                    <a:pt x="2895" y="4257"/>
                  </a:cubicBezTo>
                  <a:cubicBezTo>
                    <a:pt x="1944" y="4941"/>
                    <a:pt x="978" y="5578"/>
                    <a:pt x="0" y="6168"/>
                  </a:cubicBezTo>
                  <a:lnTo>
                    <a:pt x="4570" y="6168"/>
                  </a:lnTo>
                  <a:cubicBezTo>
                    <a:pt x="5193" y="5668"/>
                    <a:pt x="5789" y="5128"/>
                    <a:pt x="6358" y="4558"/>
                  </a:cubicBezTo>
                  <a:cubicBezTo>
                    <a:pt x="7646" y="3271"/>
                    <a:pt x="8620" y="1866"/>
                    <a:pt x="9800" y="482"/>
                  </a:cubicBezTo>
                  <a:cubicBezTo>
                    <a:pt x="9642" y="194"/>
                    <a:pt x="9339" y="0"/>
                    <a:pt x="8991" y="0"/>
                  </a:cubicBezTo>
                  <a:close/>
                  <a:moveTo>
                    <a:pt x="17746" y="0"/>
                  </a:moveTo>
                  <a:cubicBezTo>
                    <a:pt x="16730" y="1579"/>
                    <a:pt x="15506" y="3023"/>
                    <a:pt x="13838" y="4157"/>
                  </a:cubicBezTo>
                  <a:cubicBezTo>
                    <a:pt x="13040" y="4703"/>
                    <a:pt x="12225" y="5118"/>
                    <a:pt x="11403" y="5480"/>
                  </a:cubicBezTo>
                  <a:cubicBezTo>
                    <a:pt x="11420" y="5863"/>
                    <a:pt x="11732" y="6168"/>
                    <a:pt x="12117" y="6168"/>
                  </a:cubicBezTo>
                  <a:lnTo>
                    <a:pt x="14667" y="6168"/>
                  </a:lnTo>
                  <a:cubicBezTo>
                    <a:pt x="15852" y="5436"/>
                    <a:pt x="17057" y="4697"/>
                    <a:pt x="18306" y="3856"/>
                  </a:cubicBezTo>
                  <a:cubicBezTo>
                    <a:pt x="19209" y="3254"/>
                    <a:pt x="19911" y="2495"/>
                    <a:pt x="20353" y="1596"/>
                  </a:cubicBezTo>
                  <a:lnTo>
                    <a:pt x="19543" y="331"/>
                  </a:lnTo>
                  <a:cubicBezTo>
                    <a:pt x="19412" y="124"/>
                    <a:pt x="19184" y="0"/>
                    <a:pt x="1894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26" name="Google Shape;526;p45"/>
            <p:cNvSpPr/>
            <p:nvPr/>
          </p:nvSpPr>
          <p:spPr>
            <a:xfrm>
              <a:off x="4185775" y="4378488"/>
              <a:ext cx="798925" cy="154225"/>
            </a:xfrm>
            <a:custGeom>
              <a:avLst/>
              <a:gdLst/>
              <a:ahLst/>
              <a:cxnLst/>
              <a:rect l="l" t="t" r="r" b="b"/>
              <a:pathLst>
                <a:path w="31957" h="6169" extrusionOk="0">
                  <a:moveTo>
                    <a:pt x="15777" y="0"/>
                  </a:moveTo>
                  <a:cubicBezTo>
                    <a:pt x="15381" y="0"/>
                    <a:pt x="15061" y="322"/>
                    <a:pt x="15061" y="719"/>
                  </a:cubicBezTo>
                  <a:lnTo>
                    <a:pt x="15061" y="5449"/>
                  </a:lnTo>
                  <a:cubicBezTo>
                    <a:pt x="15061" y="5459"/>
                    <a:pt x="15061" y="5470"/>
                    <a:pt x="15063" y="5480"/>
                  </a:cubicBezTo>
                  <a:cubicBezTo>
                    <a:pt x="15885" y="5118"/>
                    <a:pt x="16700" y="4703"/>
                    <a:pt x="17498" y="4157"/>
                  </a:cubicBezTo>
                  <a:cubicBezTo>
                    <a:pt x="19166" y="3023"/>
                    <a:pt x="20390" y="1579"/>
                    <a:pt x="21406" y="0"/>
                  </a:cubicBezTo>
                  <a:close/>
                  <a:moveTo>
                    <a:pt x="24014" y="1596"/>
                  </a:moveTo>
                  <a:cubicBezTo>
                    <a:pt x="23571" y="2495"/>
                    <a:pt x="22869" y="3254"/>
                    <a:pt x="21966" y="3856"/>
                  </a:cubicBezTo>
                  <a:cubicBezTo>
                    <a:pt x="20717" y="4697"/>
                    <a:pt x="19512" y="5436"/>
                    <a:pt x="18327" y="6167"/>
                  </a:cubicBezTo>
                  <a:lnTo>
                    <a:pt x="25070" y="6167"/>
                  </a:lnTo>
                  <a:cubicBezTo>
                    <a:pt x="25466" y="6167"/>
                    <a:pt x="25787" y="5846"/>
                    <a:pt x="25787" y="5447"/>
                  </a:cubicBezTo>
                  <a:lnTo>
                    <a:pt x="25787" y="4575"/>
                  </a:lnTo>
                  <a:cubicBezTo>
                    <a:pt x="25787" y="4437"/>
                    <a:pt x="25747" y="4301"/>
                    <a:pt x="25672" y="4185"/>
                  </a:cubicBezTo>
                  <a:lnTo>
                    <a:pt x="24014" y="1596"/>
                  </a:lnTo>
                  <a:close/>
                  <a:moveTo>
                    <a:pt x="6773" y="0"/>
                  </a:moveTo>
                  <a:cubicBezTo>
                    <a:pt x="6636" y="0"/>
                    <a:pt x="6499" y="33"/>
                    <a:pt x="6374" y="92"/>
                  </a:cubicBezTo>
                  <a:cubicBezTo>
                    <a:pt x="4944" y="779"/>
                    <a:pt x="351" y="4965"/>
                    <a:pt x="154" y="5505"/>
                  </a:cubicBezTo>
                  <a:cubicBezTo>
                    <a:pt x="1" y="5924"/>
                    <a:pt x="370" y="6084"/>
                    <a:pt x="586" y="6140"/>
                  </a:cubicBezTo>
                  <a:cubicBezTo>
                    <a:pt x="660" y="6158"/>
                    <a:pt x="736" y="6168"/>
                    <a:pt x="812" y="6168"/>
                  </a:cubicBezTo>
                  <a:lnTo>
                    <a:pt x="3660" y="6168"/>
                  </a:lnTo>
                  <a:cubicBezTo>
                    <a:pt x="4638" y="5578"/>
                    <a:pt x="5604" y="4941"/>
                    <a:pt x="6555" y="4257"/>
                  </a:cubicBezTo>
                  <a:cubicBezTo>
                    <a:pt x="8215" y="3071"/>
                    <a:pt x="9509" y="1611"/>
                    <a:pt x="10591" y="0"/>
                  </a:cubicBezTo>
                  <a:close/>
                  <a:moveTo>
                    <a:pt x="13460" y="482"/>
                  </a:moveTo>
                  <a:cubicBezTo>
                    <a:pt x="12280" y="1866"/>
                    <a:pt x="11306" y="3271"/>
                    <a:pt x="10018" y="4558"/>
                  </a:cubicBezTo>
                  <a:cubicBezTo>
                    <a:pt x="9449" y="5128"/>
                    <a:pt x="8853" y="5668"/>
                    <a:pt x="8230" y="6168"/>
                  </a:cubicBezTo>
                  <a:lnTo>
                    <a:pt x="12661" y="6168"/>
                  </a:lnTo>
                  <a:cubicBezTo>
                    <a:pt x="13170" y="6168"/>
                    <a:pt x="13584" y="5753"/>
                    <a:pt x="13584" y="5240"/>
                  </a:cubicBezTo>
                  <a:lnTo>
                    <a:pt x="13584" y="1279"/>
                  </a:lnTo>
                  <a:cubicBezTo>
                    <a:pt x="13584" y="1128"/>
                    <a:pt x="13580" y="995"/>
                    <a:pt x="13573" y="876"/>
                  </a:cubicBezTo>
                  <a:cubicBezTo>
                    <a:pt x="13565" y="734"/>
                    <a:pt x="13525" y="599"/>
                    <a:pt x="13460" y="482"/>
                  </a:cubicBezTo>
                  <a:close/>
                  <a:moveTo>
                    <a:pt x="28998" y="181"/>
                  </a:moveTo>
                  <a:cubicBezTo>
                    <a:pt x="28998" y="181"/>
                    <a:pt x="28212" y="1713"/>
                    <a:pt x="29198" y="3655"/>
                  </a:cubicBezTo>
                  <a:cubicBezTo>
                    <a:pt x="30181" y="5596"/>
                    <a:pt x="31957" y="6168"/>
                    <a:pt x="31957" y="6168"/>
                  </a:cubicBezTo>
                  <a:lnTo>
                    <a:pt x="28998" y="18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27" name="Google Shape;527;p45"/>
            <p:cNvSpPr/>
            <p:nvPr/>
          </p:nvSpPr>
          <p:spPr>
            <a:xfrm>
              <a:off x="4955250" y="4549338"/>
              <a:ext cx="53350" cy="64850"/>
            </a:xfrm>
            <a:custGeom>
              <a:avLst/>
              <a:gdLst/>
              <a:ahLst/>
              <a:cxnLst/>
              <a:rect l="l" t="t" r="r" b="b"/>
              <a:pathLst>
                <a:path w="2134" h="2594" extrusionOk="0">
                  <a:moveTo>
                    <a:pt x="628" y="0"/>
                  </a:moveTo>
                  <a:cubicBezTo>
                    <a:pt x="386" y="0"/>
                    <a:pt x="178" y="174"/>
                    <a:pt x="134" y="411"/>
                  </a:cubicBezTo>
                  <a:cubicBezTo>
                    <a:pt x="45" y="906"/>
                    <a:pt x="0" y="1699"/>
                    <a:pt x="556" y="1931"/>
                  </a:cubicBezTo>
                  <a:cubicBezTo>
                    <a:pt x="1378" y="2276"/>
                    <a:pt x="2133" y="2594"/>
                    <a:pt x="2133" y="2594"/>
                  </a:cubicBezTo>
                  <a:cubicBezTo>
                    <a:pt x="2133" y="2594"/>
                    <a:pt x="1962" y="782"/>
                    <a:pt x="1392" y="0"/>
                  </a:cubicBezTo>
                  <a:close/>
                </a:path>
              </a:pathLst>
            </a:custGeom>
            <a:solidFill>
              <a:srgbClr val="B425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28" name="Google Shape;528;p45"/>
            <p:cNvSpPr/>
            <p:nvPr/>
          </p:nvSpPr>
          <p:spPr>
            <a:xfrm>
              <a:off x="3786800" y="4595538"/>
              <a:ext cx="1244925" cy="233125"/>
            </a:xfrm>
            <a:custGeom>
              <a:avLst/>
              <a:gdLst/>
              <a:ahLst/>
              <a:cxnLst/>
              <a:rect l="l" t="t" r="r" b="b"/>
              <a:pathLst>
                <a:path w="49797" h="9325" extrusionOk="0">
                  <a:moveTo>
                    <a:pt x="13676" y="1"/>
                  </a:moveTo>
                  <a:lnTo>
                    <a:pt x="13676" y="52"/>
                  </a:lnTo>
                  <a:lnTo>
                    <a:pt x="46819" y="52"/>
                  </a:lnTo>
                  <a:lnTo>
                    <a:pt x="46819" y="1"/>
                  </a:lnTo>
                  <a:close/>
                  <a:moveTo>
                    <a:pt x="7697" y="8"/>
                  </a:moveTo>
                  <a:cubicBezTo>
                    <a:pt x="6751" y="959"/>
                    <a:pt x="5294" y="2148"/>
                    <a:pt x="3714" y="2418"/>
                  </a:cubicBezTo>
                  <a:cubicBezTo>
                    <a:pt x="3482" y="2457"/>
                    <a:pt x="3275" y="2472"/>
                    <a:pt x="3093" y="2472"/>
                  </a:cubicBezTo>
                  <a:cubicBezTo>
                    <a:pt x="2536" y="2472"/>
                    <a:pt x="2224" y="2331"/>
                    <a:pt x="2220" y="2329"/>
                  </a:cubicBezTo>
                  <a:lnTo>
                    <a:pt x="2198" y="2374"/>
                  </a:lnTo>
                  <a:cubicBezTo>
                    <a:pt x="2215" y="2383"/>
                    <a:pt x="2525" y="2524"/>
                    <a:pt x="3086" y="2524"/>
                  </a:cubicBezTo>
                  <a:cubicBezTo>
                    <a:pt x="3270" y="2524"/>
                    <a:pt x="3482" y="2508"/>
                    <a:pt x="3718" y="2469"/>
                  </a:cubicBezTo>
                  <a:cubicBezTo>
                    <a:pt x="5312" y="2197"/>
                    <a:pt x="6781" y="1000"/>
                    <a:pt x="7732" y="43"/>
                  </a:cubicBezTo>
                  <a:lnTo>
                    <a:pt x="7697" y="8"/>
                  </a:lnTo>
                  <a:close/>
                  <a:moveTo>
                    <a:pt x="44631" y="2202"/>
                  </a:moveTo>
                  <a:lnTo>
                    <a:pt x="44621" y="2251"/>
                  </a:lnTo>
                  <a:cubicBezTo>
                    <a:pt x="44652" y="2257"/>
                    <a:pt x="47650" y="2886"/>
                    <a:pt x="48292" y="5971"/>
                  </a:cubicBezTo>
                  <a:lnTo>
                    <a:pt x="48340" y="5961"/>
                  </a:lnTo>
                  <a:cubicBezTo>
                    <a:pt x="47692" y="2843"/>
                    <a:pt x="44662" y="2207"/>
                    <a:pt x="44631" y="2202"/>
                  </a:cubicBezTo>
                  <a:close/>
                  <a:moveTo>
                    <a:pt x="16340" y="8403"/>
                  </a:moveTo>
                  <a:lnTo>
                    <a:pt x="16340" y="8452"/>
                  </a:lnTo>
                  <a:lnTo>
                    <a:pt x="36383" y="8452"/>
                  </a:lnTo>
                  <a:lnTo>
                    <a:pt x="36383" y="8403"/>
                  </a:lnTo>
                  <a:close/>
                  <a:moveTo>
                    <a:pt x="9943" y="2127"/>
                  </a:moveTo>
                  <a:cubicBezTo>
                    <a:pt x="7160" y="2465"/>
                    <a:pt x="5967" y="4162"/>
                    <a:pt x="5456" y="5525"/>
                  </a:cubicBezTo>
                  <a:cubicBezTo>
                    <a:pt x="4946" y="6889"/>
                    <a:pt x="4998" y="8199"/>
                    <a:pt x="5011" y="8403"/>
                  </a:cubicBezTo>
                  <a:lnTo>
                    <a:pt x="0" y="8403"/>
                  </a:lnTo>
                  <a:lnTo>
                    <a:pt x="0" y="8453"/>
                  </a:lnTo>
                  <a:lnTo>
                    <a:pt x="5065" y="8453"/>
                  </a:lnTo>
                  <a:lnTo>
                    <a:pt x="5065" y="8452"/>
                  </a:lnTo>
                  <a:lnTo>
                    <a:pt x="5062" y="8425"/>
                  </a:lnTo>
                  <a:cubicBezTo>
                    <a:pt x="5062" y="8411"/>
                    <a:pt x="4956" y="7006"/>
                    <a:pt x="5504" y="5542"/>
                  </a:cubicBezTo>
                  <a:cubicBezTo>
                    <a:pt x="6009" y="4192"/>
                    <a:pt x="7191" y="2511"/>
                    <a:pt x="9948" y="2176"/>
                  </a:cubicBezTo>
                  <a:lnTo>
                    <a:pt x="9943" y="2127"/>
                  </a:lnTo>
                  <a:close/>
                  <a:moveTo>
                    <a:pt x="49162" y="4189"/>
                  </a:moveTo>
                  <a:lnTo>
                    <a:pt x="49126" y="4224"/>
                  </a:lnTo>
                  <a:cubicBezTo>
                    <a:pt x="49133" y="4230"/>
                    <a:pt x="49746" y="4859"/>
                    <a:pt x="49746" y="5516"/>
                  </a:cubicBezTo>
                  <a:lnTo>
                    <a:pt x="49746" y="7894"/>
                  </a:lnTo>
                  <a:cubicBezTo>
                    <a:pt x="49746" y="8267"/>
                    <a:pt x="49600" y="8617"/>
                    <a:pt x="49336" y="8880"/>
                  </a:cubicBezTo>
                  <a:cubicBezTo>
                    <a:pt x="49082" y="9135"/>
                    <a:pt x="48745" y="9273"/>
                    <a:pt x="48391" y="9273"/>
                  </a:cubicBezTo>
                  <a:cubicBezTo>
                    <a:pt x="48384" y="9274"/>
                    <a:pt x="48376" y="9274"/>
                    <a:pt x="48369" y="9274"/>
                  </a:cubicBezTo>
                  <a:cubicBezTo>
                    <a:pt x="48352" y="9274"/>
                    <a:pt x="48334" y="9273"/>
                    <a:pt x="48317" y="9272"/>
                  </a:cubicBezTo>
                  <a:lnTo>
                    <a:pt x="48314" y="9323"/>
                  </a:lnTo>
                  <a:cubicBezTo>
                    <a:pt x="48341" y="9324"/>
                    <a:pt x="48365" y="9324"/>
                    <a:pt x="48391" y="9324"/>
                  </a:cubicBezTo>
                  <a:cubicBezTo>
                    <a:pt x="48759" y="9324"/>
                    <a:pt x="49107" y="9179"/>
                    <a:pt x="49373" y="8916"/>
                  </a:cubicBezTo>
                  <a:cubicBezTo>
                    <a:pt x="49646" y="8643"/>
                    <a:pt x="49797" y="8280"/>
                    <a:pt x="49797" y="7894"/>
                  </a:cubicBezTo>
                  <a:lnTo>
                    <a:pt x="49797" y="5516"/>
                  </a:lnTo>
                  <a:cubicBezTo>
                    <a:pt x="49797" y="4838"/>
                    <a:pt x="49188" y="4214"/>
                    <a:pt x="49162" y="4189"/>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29" name="Google Shape;529;p45"/>
            <p:cNvSpPr/>
            <p:nvPr/>
          </p:nvSpPr>
          <p:spPr>
            <a:xfrm>
              <a:off x="3784300" y="4522588"/>
              <a:ext cx="1198175" cy="383075"/>
            </a:xfrm>
            <a:custGeom>
              <a:avLst/>
              <a:gdLst/>
              <a:ahLst/>
              <a:cxnLst/>
              <a:rect l="l" t="t" r="r" b="b"/>
              <a:pathLst>
                <a:path w="47927" h="15323" extrusionOk="0">
                  <a:moveTo>
                    <a:pt x="12362" y="0"/>
                  </a:moveTo>
                  <a:lnTo>
                    <a:pt x="12362" y="0"/>
                  </a:lnTo>
                  <a:cubicBezTo>
                    <a:pt x="8149" y="112"/>
                    <a:pt x="3445" y="2543"/>
                    <a:pt x="3445" y="2543"/>
                  </a:cubicBezTo>
                  <a:cubicBezTo>
                    <a:pt x="9540" y="2402"/>
                    <a:pt x="12362" y="0"/>
                    <a:pt x="12362" y="0"/>
                  </a:cubicBezTo>
                  <a:close/>
                  <a:moveTo>
                    <a:pt x="291" y="6009"/>
                  </a:moveTo>
                  <a:cubicBezTo>
                    <a:pt x="192" y="6009"/>
                    <a:pt x="105" y="6072"/>
                    <a:pt x="74" y="6166"/>
                  </a:cubicBezTo>
                  <a:cubicBezTo>
                    <a:pt x="31" y="6297"/>
                    <a:pt x="0" y="6444"/>
                    <a:pt x="0" y="6444"/>
                  </a:cubicBezTo>
                  <a:lnTo>
                    <a:pt x="0" y="10863"/>
                  </a:lnTo>
                  <a:lnTo>
                    <a:pt x="2024" y="10863"/>
                  </a:lnTo>
                  <a:cubicBezTo>
                    <a:pt x="2287" y="10863"/>
                    <a:pt x="2500" y="10649"/>
                    <a:pt x="2500" y="10386"/>
                  </a:cubicBezTo>
                  <a:lnTo>
                    <a:pt x="2500" y="6485"/>
                  </a:lnTo>
                  <a:cubicBezTo>
                    <a:pt x="2500" y="6222"/>
                    <a:pt x="2287" y="6009"/>
                    <a:pt x="2024" y="6009"/>
                  </a:cubicBezTo>
                  <a:close/>
                  <a:moveTo>
                    <a:pt x="10263" y="5879"/>
                  </a:moveTo>
                  <a:cubicBezTo>
                    <a:pt x="7695" y="5879"/>
                    <a:pt x="5612" y="7961"/>
                    <a:pt x="5612" y="10530"/>
                  </a:cubicBezTo>
                  <a:cubicBezTo>
                    <a:pt x="5612" y="13099"/>
                    <a:pt x="7694" y="15182"/>
                    <a:pt x="10263" y="15182"/>
                  </a:cubicBezTo>
                  <a:cubicBezTo>
                    <a:pt x="12833" y="15182"/>
                    <a:pt x="14915" y="13099"/>
                    <a:pt x="14915" y="10530"/>
                  </a:cubicBezTo>
                  <a:cubicBezTo>
                    <a:pt x="14915" y="7961"/>
                    <a:pt x="12833" y="5879"/>
                    <a:pt x="10263" y="5879"/>
                  </a:cubicBezTo>
                  <a:close/>
                  <a:moveTo>
                    <a:pt x="43275" y="6019"/>
                  </a:moveTo>
                  <a:cubicBezTo>
                    <a:pt x="40707" y="6019"/>
                    <a:pt x="38623" y="8101"/>
                    <a:pt x="38623" y="10670"/>
                  </a:cubicBezTo>
                  <a:cubicBezTo>
                    <a:pt x="38623" y="13239"/>
                    <a:pt x="40707" y="15322"/>
                    <a:pt x="43275" y="15322"/>
                  </a:cubicBezTo>
                  <a:cubicBezTo>
                    <a:pt x="45845" y="15322"/>
                    <a:pt x="47927" y="13239"/>
                    <a:pt x="47927" y="10670"/>
                  </a:cubicBezTo>
                  <a:cubicBezTo>
                    <a:pt x="47927" y="8101"/>
                    <a:pt x="45845" y="6019"/>
                    <a:pt x="43275" y="6019"/>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30" name="Google Shape;530;p45"/>
            <p:cNvSpPr/>
            <p:nvPr/>
          </p:nvSpPr>
          <p:spPr>
            <a:xfrm>
              <a:off x="3784300" y="4569313"/>
              <a:ext cx="1169825" cy="307975"/>
            </a:xfrm>
            <a:custGeom>
              <a:avLst/>
              <a:gdLst/>
              <a:ahLst/>
              <a:cxnLst/>
              <a:rect l="l" t="t" r="r" b="b"/>
              <a:pathLst>
                <a:path w="46793" h="12319" extrusionOk="0">
                  <a:moveTo>
                    <a:pt x="27085" y="506"/>
                  </a:moveTo>
                  <a:cubicBezTo>
                    <a:pt x="26846" y="506"/>
                    <a:pt x="26650" y="702"/>
                    <a:pt x="26650" y="941"/>
                  </a:cubicBezTo>
                  <a:cubicBezTo>
                    <a:pt x="26650" y="1180"/>
                    <a:pt x="26846" y="1376"/>
                    <a:pt x="27085" y="1376"/>
                  </a:cubicBezTo>
                  <a:lnTo>
                    <a:pt x="28935" y="1376"/>
                  </a:lnTo>
                  <a:cubicBezTo>
                    <a:pt x="29174" y="1376"/>
                    <a:pt x="29371" y="1180"/>
                    <a:pt x="29371" y="941"/>
                  </a:cubicBezTo>
                  <a:cubicBezTo>
                    <a:pt x="29371" y="702"/>
                    <a:pt x="29174" y="506"/>
                    <a:pt x="28935" y="506"/>
                  </a:cubicBezTo>
                  <a:close/>
                  <a:moveTo>
                    <a:pt x="40116" y="506"/>
                  </a:moveTo>
                  <a:cubicBezTo>
                    <a:pt x="39877" y="506"/>
                    <a:pt x="39680" y="702"/>
                    <a:pt x="39680" y="941"/>
                  </a:cubicBezTo>
                  <a:cubicBezTo>
                    <a:pt x="39680" y="1180"/>
                    <a:pt x="39877" y="1376"/>
                    <a:pt x="40116" y="1376"/>
                  </a:cubicBezTo>
                  <a:lnTo>
                    <a:pt x="41965" y="1376"/>
                  </a:lnTo>
                  <a:cubicBezTo>
                    <a:pt x="42205" y="1376"/>
                    <a:pt x="42400" y="1180"/>
                    <a:pt x="42400" y="941"/>
                  </a:cubicBezTo>
                  <a:cubicBezTo>
                    <a:pt x="42400" y="702"/>
                    <a:pt x="42205" y="506"/>
                    <a:pt x="41965" y="506"/>
                  </a:cubicBezTo>
                  <a:close/>
                  <a:moveTo>
                    <a:pt x="6738" y="1"/>
                  </a:moveTo>
                  <a:cubicBezTo>
                    <a:pt x="6174" y="1"/>
                    <a:pt x="5485" y="98"/>
                    <a:pt x="4954" y="191"/>
                  </a:cubicBezTo>
                  <a:cubicBezTo>
                    <a:pt x="4184" y="326"/>
                    <a:pt x="3477" y="721"/>
                    <a:pt x="2984" y="1328"/>
                  </a:cubicBezTo>
                  <a:cubicBezTo>
                    <a:pt x="2669" y="1717"/>
                    <a:pt x="2433" y="2193"/>
                    <a:pt x="2519" y="2702"/>
                  </a:cubicBezTo>
                  <a:cubicBezTo>
                    <a:pt x="2561" y="2947"/>
                    <a:pt x="2779" y="3051"/>
                    <a:pt x="3104" y="3051"/>
                  </a:cubicBezTo>
                  <a:cubicBezTo>
                    <a:pt x="4466" y="3051"/>
                    <a:pt x="7705" y="1243"/>
                    <a:pt x="7773" y="459"/>
                  </a:cubicBezTo>
                  <a:cubicBezTo>
                    <a:pt x="7803" y="112"/>
                    <a:pt x="7342" y="1"/>
                    <a:pt x="6738" y="1"/>
                  </a:cubicBezTo>
                  <a:close/>
                  <a:moveTo>
                    <a:pt x="10368" y="5487"/>
                  </a:moveTo>
                  <a:cubicBezTo>
                    <a:pt x="10461" y="5487"/>
                    <a:pt x="10530" y="5866"/>
                    <a:pt x="10509" y="6263"/>
                  </a:cubicBezTo>
                  <a:lnTo>
                    <a:pt x="10487" y="6670"/>
                  </a:lnTo>
                  <a:cubicBezTo>
                    <a:pt x="10406" y="6660"/>
                    <a:pt x="10323" y="6654"/>
                    <a:pt x="10239" y="6654"/>
                  </a:cubicBezTo>
                  <a:cubicBezTo>
                    <a:pt x="10171" y="6654"/>
                    <a:pt x="10106" y="6659"/>
                    <a:pt x="10041" y="6664"/>
                  </a:cubicBezTo>
                  <a:lnTo>
                    <a:pt x="10019" y="6271"/>
                  </a:lnTo>
                  <a:cubicBezTo>
                    <a:pt x="9995" y="5873"/>
                    <a:pt x="10064" y="5487"/>
                    <a:pt x="10159" y="5487"/>
                  </a:cubicBezTo>
                  <a:close/>
                  <a:moveTo>
                    <a:pt x="43379" y="5625"/>
                  </a:moveTo>
                  <a:cubicBezTo>
                    <a:pt x="43473" y="5625"/>
                    <a:pt x="43542" y="6006"/>
                    <a:pt x="43521" y="6401"/>
                  </a:cubicBezTo>
                  <a:lnTo>
                    <a:pt x="43498" y="6810"/>
                  </a:lnTo>
                  <a:cubicBezTo>
                    <a:pt x="43418" y="6800"/>
                    <a:pt x="43334" y="6794"/>
                    <a:pt x="43251" y="6794"/>
                  </a:cubicBezTo>
                  <a:cubicBezTo>
                    <a:pt x="43184" y="6794"/>
                    <a:pt x="43118" y="6798"/>
                    <a:pt x="43053" y="6804"/>
                  </a:cubicBezTo>
                  <a:lnTo>
                    <a:pt x="43030" y="6411"/>
                  </a:lnTo>
                  <a:cubicBezTo>
                    <a:pt x="43006" y="6013"/>
                    <a:pt x="43076" y="5625"/>
                    <a:pt x="43170" y="5625"/>
                  </a:cubicBezTo>
                  <a:close/>
                  <a:moveTo>
                    <a:pt x="11176" y="5620"/>
                  </a:moveTo>
                  <a:cubicBezTo>
                    <a:pt x="11180" y="5620"/>
                    <a:pt x="11184" y="5621"/>
                    <a:pt x="11188" y="5622"/>
                  </a:cubicBezTo>
                  <a:lnTo>
                    <a:pt x="11386" y="5689"/>
                  </a:lnTo>
                  <a:cubicBezTo>
                    <a:pt x="11473" y="5720"/>
                    <a:pt x="11417" y="6102"/>
                    <a:pt x="11268" y="6469"/>
                  </a:cubicBezTo>
                  <a:lnTo>
                    <a:pt x="11114" y="6855"/>
                  </a:lnTo>
                  <a:cubicBezTo>
                    <a:pt x="10981" y="6791"/>
                    <a:pt x="10841" y="6741"/>
                    <a:pt x="10694" y="6707"/>
                  </a:cubicBezTo>
                  <a:lnTo>
                    <a:pt x="10800" y="6319"/>
                  </a:lnTo>
                  <a:cubicBezTo>
                    <a:pt x="10903" y="5951"/>
                    <a:pt x="11081" y="5620"/>
                    <a:pt x="11176" y="5620"/>
                  </a:cubicBezTo>
                  <a:close/>
                  <a:moveTo>
                    <a:pt x="9204" y="5669"/>
                  </a:moveTo>
                  <a:cubicBezTo>
                    <a:pt x="9297" y="5669"/>
                    <a:pt x="9488" y="5983"/>
                    <a:pt x="9607" y="6340"/>
                  </a:cubicBezTo>
                  <a:lnTo>
                    <a:pt x="9735" y="6719"/>
                  </a:lnTo>
                  <a:cubicBezTo>
                    <a:pt x="9588" y="6757"/>
                    <a:pt x="9448" y="6811"/>
                    <a:pt x="9316" y="6879"/>
                  </a:cubicBezTo>
                  <a:lnTo>
                    <a:pt x="9155" y="6530"/>
                  </a:lnTo>
                  <a:cubicBezTo>
                    <a:pt x="8987" y="6168"/>
                    <a:pt x="8908" y="5784"/>
                    <a:pt x="8995" y="5748"/>
                  </a:cubicBezTo>
                  <a:lnTo>
                    <a:pt x="9190" y="5672"/>
                  </a:lnTo>
                  <a:cubicBezTo>
                    <a:pt x="9195" y="5670"/>
                    <a:pt x="9199" y="5669"/>
                    <a:pt x="9204" y="5669"/>
                  </a:cubicBezTo>
                  <a:close/>
                  <a:moveTo>
                    <a:pt x="44188" y="5759"/>
                  </a:moveTo>
                  <a:cubicBezTo>
                    <a:pt x="44192" y="5759"/>
                    <a:pt x="44196" y="5760"/>
                    <a:pt x="44199" y="5761"/>
                  </a:cubicBezTo>
                  <a:lnTo>
                    <a:pt x="44397" y="5829"/>
                  </a:lnTo>
                  <a:cubicBezTo>
                    <a:pt x="44485" y="5859"/>
                    <a:pt x="44428" y="6240"/>
                    <a:pt x="44280" y="6609"/>
                  </a:cubicBezTo>
                  <a:lnTo>
                    <a:pt x="44126" y="6995"/>
                  </a:lnTo>
                  <a:cubicBezTo>
                    <a:pt x="43993" y="6930"/>
                    <a:pt x="43853" y="6880"/>
                    <a:pt x="43706" y="6847"/>
                  </a:cubicBezTo>
                  <a:lnTo>
                    <a:pt x="43813" y="6459"/>
                  </a:lnTo>
                  <a:cubicBezTo>
                    <a:pt x="43915" y="6090"/>
                    <a:pt x="44094" y="5759"/>
                    <a:pt x="44188" y="5759"/>
                  </a:cubicBezTo>
                  <a:close/>
                  <a:moveTo>
                    <a:pt x="42215" y="5808"/>
                  </a:moveTo>
                  <a:cubicBezTo>
                    <a:pt x="42309" y="5808"/>
                    <a:pt x="42499" y="6122"/>
                    <a:pt x="42619" y="6480"/>
                  </a:cubicBezTo>
                  <a:lnTo>
                    <a:pt x="42746" y="6858"/>
                  </a:lnTo>
                  <a:cubicBezTo>
                    <a:pt x="42600" y="6896"/>
                    <a:pt x="42460" y="6951"/>
                    <a:pt x="42329" y="7018"/>
                  </a:cubicBezTo>
                  <a:lnTo>
                    <a:pt x="42329" y="7018"/>
                  </a:lnTo>
                  <a:lnTo>
                    <a:pt x="42167" y="6670"/>
                  </a:lnTo>
                  <a:cubicBezTo>
                    <a:pt x="41998" y="6308"/>
                    <a:pt x="41919" y="5922"/>
                    <a:pt x="42008" y="5888"/>
                  </a:cubicBezTo>
                  <a:lnTo>
                    <a:pt x="42202" y="5810"/>
                  </a:lnTo>
                  <a:cubicBezTo>
                    <a:pt x="42206" y="5809"/>
                    <a:pt x="42211" y="5808"/>
                    <a:pt x="42215" y="5808"/>
                  </a:cubicBezTo>
                  <a:close/>
                  <a:moveTo>
                    <a:pt x="12091" y="6074"/>
                  </a:moveTo>
                  <a:cubicBezTo>
                    <a:pt x="12102" y="6074"/>
                    <a:pt x="12111" y="6076"/>
                    <a:pt x="12118" y="6082"/>
                  </a:cubicBezTo>
                  <a:lnTo>
                    <a:pt x="12283" y="6209"/>
                  </a:lnTo>
                  <a:cubicBezTo>
                    <a:pt x="12357" y="6267"/>
                    <a:pt x="12180" y="6609"/>
                    <a:pt x="11921" y="6910"/>
                  </a:cubicBezTo>
                  <a:lnTo>
                    <a:pt x="11646" y="7231"/>
                  </a:lnTo>
                  <a:cubicBezTo>
                    <a:pt x="11541" y="7126"/>
                    <a:pt x="11424" y="7035"/>
                    <a:pt x="11297" y="6957"/>
                  </a:cubicBezTo>
                  <a:lnTo>
                    <a:pt x="11527" y="6619"/>
                  </a:lnTo>
                  <a:cubicBezTo>
                    <a:pt x="11731" y="6319"/>
                    <a:pt x="11989" y="6074"/>
                    <a:pt x="12091" y="6074"/>
                  </a:cubicBezTo>
                  <a:close/>
                  <a:moveTo>
                    <a:pt x="8313" y="6167"/>
                  </a:moveTo>
                  <a:cubicBezTo>
                    <a:pt x="8417" y="6167"/>
                    <a:pt x="8680" y="6393"/>
                    <a:pt x="8895" y="6675"/>
                  </a:cubicBezTo>
                  <a:lnTo>
                    <a:pt x="9132" y="6988"/>
                  </a:lnTo>
                  <a:cubicBezTo>
                    <a:pt x="9007" y="7070"/>
                    <a:pt x="8892" y="7167"/>
                    <a:pt x="8789" y="7275"/>
                  </a:cubicBezTo>
                  <a:lnTo>
                    <a:pt x="8528" y="7001"/>
                  </a:lnTo>
                  <a:cubicBezTo>
                    <a:pt x="8250" y="6712"/>
                    <a:pt x="8053" y="6373"/>
                    <a:pt x="8125" y="6312"/>
                  </a:cubicBezTo>
                  <a:lnTo>
                    <a:pt x="8284" y="6177"/>
                  </a:lnTo>
                  <a:cubicBezTo>
                    <a:pt x="8292" y="6170"/>
                    <a:pt x="8302" y="6167"/>
                    <a:pt x="8313" y="6167"/>
                  </a:cubicBezTo>
                  <a:close/>
                  <a:moveTo>
                    <a:pt x="45103" y="6214"/>
                  </a:moveTo>
                  <a:cubicBezTo>
                    <a:pt x="45113" y="6214"/>
                    <a:pt x="45122" y="6216"/>
                    <a:pt x="45129" y="6222"/>
                  </a:cubicBezTo>
                  <a:lnTo>
                    <a:pt x="45295" y="6349"/>
                  </a:lnTo>
                  <a:cubicBezTo>
                    <a:pt x="45368" y="6406"/>
                    <a:pt x="45192" y="6749"/>
                    <a:pt x="44933" y="7050"/>
                  </a:cubicBezTo>
                  <a:lnTo>
                    <a:pt x="44657" y="7371"/>
                  </a:lnTo>
                  <a:cubicBezTo>
                    <a:pt x="44553" y="7266"/>
                    <a:pt x="44435" y="7174"/>
                    <a:pt x="44308" y="7095"/>
                  </a:cubicBezTo>
                  <a:lnTo>
                    <a:pt x="44538" y="6757"/>
                  </a:lnTo>
                  <a:cubicBezTo>
                    <a:pt x="44742" y="6459"/>
                    <a:pt x="45001" y="6214"/>
                    <a:pt x="45103" y="6214"/>
                  </a:cubicBezTo>
                  <a:close/>
                  <a:moveTo>
                    <a:pt x="41325" y="6307"/>
                  </a:moveTo>
                  <a:cubicBezTo>
                    <a:pt x="41428" y="6307"/>
                    <a:pt x="41691" y="6533"/>
                    <a:pt x="41907" y="6815"/>
                  </a:cubicBezTo>
                  <a:lnTo>
                    <a:pt x="42144" y="7128"/>
                  </a:lnTo>
                  <a:cubicBezTo>
                    <a:pt x="42020" y="7210"/>
                    <a:pt x="41904" y="7306"/>
                    <a:pt x="41801" y="7415"/>
                  </a:cubicBezTo>
                  <a:lnTo>
                    <a:pt x="41539" y="7141"/>
                  </a:lnTo>
                  <a:cubicBezTo>
                    <a:pt x="41262" y="6852"/>
                    <a:pt x="41064" y="6513"/>
                    <a:pt x="41136" y="6452"/>
                  </a:cubicBezTo>
                  <a:lnTo>
                    <a:pt x="41296" y="6316"/>
                  </a:lnTo>
                  <a:cubicBezTo>
                    <a:pt x="41303" y="6310"/>
                    <a:pt x="41313" y="6307"/>
                    <a:pt x="41325" y="6307"/>
                  </a:cubicBezTo>
                  <a:close/>
                  <a:moveTo>
                    <a:pt x="12795" y="6796"/>
                  </a:moveTo>
                  <a:cubicBezTo>
                    <a:pt x="12822" y="6796"/>
                    <a:pt x="12841" y="6803"/>
                    <a:pt x="12850" y="6817"/>
                  </a:cubicBezTo>
                  <a:lnTo>
                    <a:pt x="12966" y="6991"/>
                  </a:lnTo>
                  <a:cubicBezTo>
                    <a:pt x="13017" y="7068"/>
                    <a:pt x="12740" y="7337"/>
                    <a:pt x="12398" y="7538"/>
                  </a:cubicBezTo>
                  <a:lnTo>
                    <a:pt x="12030" y="7755"/>
                  </a:lnTo>
                  <a:cubicBezTo>
                    <a:pt x="11962" y="7621"/>
                    <a:pt x="11880" y="7497"/>
                    <a:pt x="11786" y="7384"/>
                  </a:cubicBezTo>
                  <a:lnTo>
                    <a:pt x="11787" y="7384"/>
                  </a:lnTo>
                  <a:lnTo>
                    <a:pt x="12118" y="7135"/>
                  </a:lnTo>
                  <a:cubicBezTo>
                    <a:pt x="12380" y="6937"/>
                    <a:pt x="12671" y="6796"/>
                    <a:pt x="12795" y="6796"/>
                  </a:cubicBezTo>
                  <a:close/>
                  <a:moveTo>
                    <a:pt x="7652" y="6923"/>
                  </a:moveTo>
                  <a:cubicBezTo>
                    <a:pt x="7779" y="6923"/>
                    <a:pt x="8064" y="7046"/>
                    <a:pt x="8327" y="7222"/>
                  </a:cubicBezTo>
                  <a:lnTo>
                    <a:pt x="8649" y="7437"/>
                  </a:lnTo>
                  <a:cubicBezTo>
                    <a:pt x="8557" y="7556"/>
                    <a:pt x="8479" y="7685"/>
                    <a:pt x="8416" y="7822"/>
                  </a:cubicBezTo>
                  <a:lnTo>
                    <a:pt x="8085" y="7649"/>
                  </a:lnTo>
                  <a:cubicBezTo>
                    <a:pt x="7730" y="7466"/>
                    <a:pt x="7433" y="7208"/>
                    <a:pt x="7482" y="7126"/>
                  </a:cubicBezTo>
                  <a:lnTo>
                    <a:pt x="7589" y="6947"/>
                  </a:lnTo>
                  <a:cubicBezTo>
                    <a:pt x="7598" y="6931"/>
                    <a:pt x="7620" y="6923"/>
                    <a:pt x="7652" y="6923"/>
                  </a:cubicBezTo>
                  <a:close/>
                  <a:moveTo>
                    <a:pt x="45806" y="6936"/>
                  </a:moveTo>
                  <a:cubicBezTo>
                    <a:pt x="45833" y="6936"/>
                    <a:pt x="45852" y="6943"/>
                    <a:pt x="45862" y="6957"/>
                  </a:cubicBezTo>
                  <a:lnTo>
                    <a:pt x="45977" y="7131"/>
                  </a:lnTo>
                  <a:cubicBezTo>
                    <a:pt x="46028" y="7208"/>
                    <a:pt x="45751" y="7476"/>
                    <a:pt x="45409" y="7678"/>
                  </a:cubicBezTo>
                  <a:lnTo>
                    <a:pt x="45042" y="7894"/>
                  </a:lnTo>
                  <a:cubicBezTo>
                    <a:pt x="44974" y="7761"/>
                    <a:pt x="44892" y="7637"/>
                    <a:pt x="44797" y="7524"/>
                  </a:cubicBezTo>
                  <a:lnTo>
                    <a:pt x="44799" y="7524"/>
                  </a:lnTo>
                  <a:lnTo>
                    <a:pt x="45129" y="7275"/>
                  </a:lnTo>
                  <a:cubicBezTo>
                    <a:pt x="45392" y="7077"/>
                    <a:pt x="45682" y="6936"/>
                    <a:pt x="45806" y="6936"/>
                  </a:cubicBezTo>
                  <a:close/>
                  <a:moveTo>
                    <a:pt x="40664" y="7063"/>
                  </a:moveTo>
                  <a:cubicBezTo>
                    <a:pt x="40792" y="7063"/>
                    <a:pt x="41076" y="7185"/>
                    <a:pt x="41340" y="7362"/>
                  </a:cubicBezTo>
                  <a:lnTo>
                    <a:pt x="41661" y="7577"/>
                  </a:lnTo>
                  <a:cubicBezTo>
                    <a:pt x="41569" y="7696"/>
                    <a:pt x="41491" y="7824"/>
                    <a:pt x="41428" y="7961"/>
                  </a:cubicBezTo>
                  <a:lnTo>
                    <a:pt x="41428" y="7961"/>
                  </a:lnTo>
                  <a:lnTo>
                    <a:pt x="41097" y="7789"/>
                  </a:lnTo>
                  <a:cubicBezTo>
                    <a:pt x="40742" y="7604"/>
                    <a:pt x="40445" y="7347"/>
                    <a:pt x="40493" y="7266"/>
                  </a:cubicBezTo>
                  <a:lnTo>
                    <a:pt x="40601" y="7087"/>
                  </a:lnTo>
                  <a:cubicBezTo>
                    <a:pt x="40610" y="7071"/>
                    <a:pt x="40632" y="7063"/>
                    <a:pt x="40664" y="7063"/>
                  </a:cubicBezTo>
                  <a:close/>
                  <a:moveTo>
                    <a:pt x="10239" y="7611"/>
                  </a:moveTo>
                  <a:cubicBezTo>
                    <a:pt x="10364" y="7611"/>
                    <a:pt x="10465" y="7713"/>
                    <a:pt x="10465" y="7837"/>
                  </a:cubicBezTo>
                  <a:cubicBezTo>
                    <a:pt x="10465" y="7963"/>
                    <a:pt x="10365" y="8065"/>
                    <a:pt x="10239" y="8065"/>
                  </a:cubicBezTo>
                  <a:cubicBezTo>
                    <a:pt x="10113" y="8065"/>
                    <a:pt x="10013" y="7963"/>
                    <a:pt x="10013" y="7837"/>
                  </a:cubicBezTo>
                  <a:cubicBezTo>
                    <a:pt x="10013" y="7713"/>
                    <a:pt x="10113" y="7611"/>
                    <a:pt x="10239" y="7611"/>
                  </a:cubicBezTo>
                  <a:close/>
                  <a:moveTo>
                    <a:pt x="43251" y="7751"/>
                  </a:moveTo>
                  <a:cubicBezTo>
                    <a:pt x="43375" y="7751"/>
                    <a:pt x="43477" y="7853"/>
                    <a:pt x="43477" y="7977"/>
                  </a:cubicBezTo>
                  <a:cubicBezTo>
                    <a:pt x="43477" y="8103"/>
                    <a:pt x="43377" y="8205"/>
                    <a:pt x="43251" y="8205"/>
                  </a:cubicBezTo>
                  <a:cubicBezTo>
                    <a:pt x="43125" y="8205"/>
                    <a:pt x="43025" y="8103"/>
                    <a:pt x="43025" y="7977"/>
                  </a:cubicBezTo>
                  <a:cubicBezTo>
                    <a:pt x="43025" y="7853"/>
                    <a:pt x="43126" y="7751"/>
                    <a:pt x="43251" y="7751"/>
                  </a:cubicBezTo>
                  <a:close/>
                  <a:moveTo>
                    <a:pt x="1238" y="5313"/>
                  </a:moveTo>
                  <a:cubicBezTo>
                    <a:pt x="1385" y="5313"/>
                    <a:pt x="1505" y="5446"/>
                    <a:pt x="1505" y="5608"/>
                  </a:cubicBezTo>
                  <a:lnTo>
                    <a:pt x="1505" y="8032"/>
                  </a:lnTo>
                  <a:cubicBezTo>
                    <a:pt x="1505" y="8196"/>
                    <a:pt x="1385" y="8328"/>
                    <a:pt x="1238" y="8328"/>
                  </a:cubicBezTo>
                  <a:lnTo>
                    <a:pt x="100" y="8328"/>
                  </a:lnTo>
                  <a:lnTo>
                    <a:pt x="100" y="5583"/>
                  </a:lnTo>
                  <a:cubicBezTo>
                    <a:pt x="100" y="5583"/>
                    <a:pt x="119" y="5492"/>
                    <a:pt x="143" y="5410"/>
                  </a:cubicBezTo>
                  <a:cubicBezTo>
                    <a:pt x="160" y="5352"/>
                    <a:pt x="209" y="5313"/>
                    <a:pt x="264" y="5313"/>
                  </a:cubicBezTo>
                  <a:close/>
                  <a:moveTo>
                    <a:pt x="13133" y="7696"/>
                  </a:moveTo>
                  <a:cubicBezTo>
                    <a:pt x="13232" y="7696"/>
                    <a:pt x="13297" y="7713"/>
                    <a:pt x="13306" y="7748"/>
                  </a:cubicBezTo>
                  <a:lnTo>
                    <a:pt x="13359" y="7950"/>
                  </a:lnTo>
                  <a:cubicBezTo>
                    <a:pt x="13383" y="8041"/>
                    <a:pt x="13034" y="8205"/>
                    <a:pt x="12645" y="8285"/>
                  </a:cubicBezTo>
                  <a:lnTo>
                    <a:pt x="12225" y="8373"/>
                  </a:lnTo>
                  <a:cubicBezTo>
                    <a:pt x="12203" y="8223"/>
                    <a:pt x="12166" y="8080"/>
                    <a:pt x="12113" y="7943"/>
                  </a:cubicBezTo>
                  <a:lnTo>
                    <a:pt x="12511" y="7813"/>
                  </a:lnTo>
                  <a:cubicBezTo>
                    <a:pt x="12743" y="7737"/>
                    <a:pt x="12979" y="7696"/>
                    <a:pt x="13133" y="7696"/>
                  </a:cubicBezTo>
                  <a:close/>
                  <a:moveTo>
                    <a:pt x="7398" y="7838"/>
                  </a:moveTo>
                  <a:cubicBezTo>
                    <a:pt x="7549" y="7838"/>
                    <a:pt x="7759" y="7867"/>
                    <a:pt x="7968" y="7924"/>
                  </a:cubicBezTo>
                  <a:lnTo>
                    <a:pt x="8337" y="8023"/>
                  </a:lnTo>
                  <a:cubicBezTo>
                    <a:pt x="8290" y="8162"/>
                    <a:pt x="8258" y="8309"/>
                    <a:pt x="8242" y="8461"/>
                  </a:cubicBezTo>
                  <a:lnTo>
                    <a:pt x="7874" y="8406"/>
                  </a:lnTo>
                  <a:cubicBezTo>
                    <a:pt x="7480" y="8345"/>
                    <a:pt x="7117" y="8196"/>
                    <a:pt x="7135" y="8104"/>
                  </a:cubicBezTo>
                  <a:lnTo>
                    <a:pt x="7179" y="7900"/>
                  </a:lnTo>
                  <a:cubicBezTo>
                    <a:pt x="7188" y="7858"/>
                    <a:pt x="7273" y="7838"/>
                    <a:pt x="7398" y="7838"/>
                  </a:cubicBezTo>
                  <a:close/>
                  <a:moveTo>
                    <a:pt x="46145" y="7836"/>
                  </a:moveTo>
                  <a:cubicBezTo>
                    <a:pt x="46243" y="7836"/>
                    <a:pt x="46309" y="7853"/>
                    <a:pt x="46318" y="7888"/>
                  </a:cubicBezTo>
                  <a:lnTo>
                    <a:pt x="46372" y="8090"/>
                  </a:lnTo>
                  <a:cubicBezTo>
                    <a:pt x="46396" y="8181"/>
                    <a:pt x="46045" y="8345"/>
                    <a:pt x="45658" y="8425"/>
                  </a:cubicBezTo>
                  <a:lnTo>
                    <a:pt x="45237" y="8513"/>
                  </a:lnTo>
                  <a:cubicBezTo>
                    <a:pt x="45216" y="8363"/>
                    <a:pt x="45177" y="8219"/>
                    <a:pt x="45125" y="8083"/>
                  </a:cubicBezTo>
                  <a:lnTo>
                    <a:pt x="45522" y="7953"/>
                  </a:lnTo>
                  <a:cubicBezTo>
                    <a:pt x="45754" y="7877"/>
                    <a:pt x="45991" y="7836"/>
                    <a:pt x="46145" y="7836"/>
                  </a:cubicBezTo>
                  <a:close/>
                  <a:moveTo>
                    <a:pt x="40412" y="7977"/>
                  </a:moveTo>
                  <a:cubicBezTo>
                    <a:pt x="40562" y="7977"/>
                    <a:pt x="40771" y="8006"/>
                    <a:pt x="40979" y="8062"/>
                  </a:cubicBezTo>
                  <a:lnTo>
                    <a:pt x="41348" y="8162"/>
                  </a:lnTo>
                  <a:cubicBezTo>
                    <a:pt x="41302" y="8302"/>
                    <a:pt x="41269" y="8449"/>
                    <a:pt x="41254" y="8601"/>
                  </a:cubicBezTo>
                  <a:lnTo>
                    <a:pt x="40886" y="8544"/>
                  </a:lnTo>
                  <a:cubicBezTo>
                    <a:pt x="40492" y="8485"/>
                    <a:pt x="40128" y="8336"/>
                    <a:pt x="40148" y="8244"/>
                  </a:cubicBezTo>
                  <a:lnTo>
                    <a:pt x="40191" y="8039"/>
                  </a:lnTo>
                  <a:cubicBezTo>
                    <a:pt x="40200" y="7998"/>
                    <a:pt x="40285" y="7977"/>
                    <a:pt x="40412" y="7977"/>
                  </a:cubicBezTo>
                  <a:close/>
                  <a:moveTo>
                    <a:pt x="221" y="4694"/>
                  </a:moveTo>
                  <a:cubicBezTo>
                    <a:pt x="146" y="4694"/>
                    <a:pt x="79" y="4746"/>
                    <a:pt x="57" y="4825"/>
                  </a:cubicBezTo>
                  <a:cubicBezTo>
                    <a:pt x="24" y="4936"/>
                    <a:pt x="0" y="5058"/>
                    <a:pt x="0" y="5058"/>
                  </a:cubicBezTo>
                  <a:lnTo>
                    <a:pt x="0" y="8759"/>
                  </a:lnTo>
                  <a:lnTo>
                    <a:pt x="1534" y="8759"/>
                  </a:lnTo>
                  <a:cubicBezTo>
                    <a:pt x="1733" y="8759"/>
                    <a:pt x="1894" y="8581"/>
                    <a:pt x="1894" y="8360"/>
                  </a:cubicBezTo>
                  <a:lnTo>
                    <a:pt x="1894" y="5092"/>
                  </a:lnTo>
                  <a:cubicBezTo>
                    <a:pt x="1894" y="4872"/>
                    <a:pt x="1733" y="4694"/>
                    <a:pt x="1534" y="4694"/>
                  </a:cubicBezTo>
                  <a:close/>
                  <a:moveTo>
                    <a:pt x="9482" y="8434"/>
                  </a:moveTo>
                  <a:cubicBezTo>
                    <a:pt x="9606" y="8434"/>
                    <a:pt x="9708" y="8536"/>
                    <a:pt x="9708" y="8661"/>
                  </a:cubicBezTo>
                  <a:cubicBezTo>
                    <a:pt x="9708" y="8786"/>
                    <a:pt x="9606" y="8888"/>
                    <a:pt x="9482" y="8888"/>
                  </a:cubicBezTo>
                  <a:cubicBezTo>
                    <a:pt x="9356" y="8888"/>
                    <a:pt x="9254" y="8786"/>
                    <a:pt x="9254" y="8661"/>
                  </a:cubicBezTo>
                  <a:cubicBezTo>
                    <a:pt x="9254" y="8536"/>
                    <a:pt x="9356" y="8434"/>
                    <a:pt x="9482" y="8434"/>
                  </a:cubicBezTo>
                  <a:close/>
                  <a:moveTo>
                    <a:pt x="11046" y="8434"/>
                  </a:moveTo>
                  <a:cubicBezTo>
                    <a:pt x="11171" y="8434"/>
                    <a:pt x="11272" y="8536"/>
                    <a:pt x="11272" y="8661"/>
                  </a:cubicBezTo>
                  <a:cubicBezTo>
                    <a:pt x="11272" y="8786"/>
                    <a:pt x="11171" y="8888"/>
                    <a:pt x="11046" y="8888"/>
                  </a:cubicBezTo>
                  <a:cubicBezTo>
                    <a:pt x="10921" y="8888"/>
                    <a:pt x="10819" y="8786"/>
                    <a:pt x="10819" y="8661"/>
                  </a:cubicBezTo>
                  <a:cubicBezTo>
                    <a:pt x="10819" y="8536"/>
                    <a:pt x="10921" y="8434"/>
                    <a:pt x="11046" y="8434"/>
                  </a:cubicBezTo>
                  <a:close/>
                  <a:moveTo>
                    <a:pt x="42493" y="8574"/>
                  </a:moveTo>
                  <a:cubicBezTo>
                    <a:pt x="42618" y="8574"/>
                    <a:pt x="42719" y="8676"/>
                    <a:pt x="42719" y="8801"/>
                  </a:cubicBezTo>
                  <a:cubicBezTo>
                    <a:pt x="42719" y="8926"/>
                    <a:pt x="42618" y="9027"/>
                    <a:pt x="42493" y="9027"/>
                  </a:cubicBezTo>
                  <a:cubicBezTo>
                    <a:pt x="42367" y="9027"/>
                    <a:pt x="42266" y="8926"/>
                    <a:pt x="42266" y="8801"/>
                  </a:cubicBezTo>
                  <a:cubicBezTo>
                    <a:pt x="42266" y="8676"/>
                    <a:pt x="42367" y="8574"/>
                    <a:pt x="42493" y="8574"/>
                  </a:cubicBezTo>
                  <a:close/>
                  <a:moveTo>
                    <a:pt x="44058" y="8574"/>
                  </a:moveTo>
                  <a:cubicBezTo>
                    <a:pt x="44182" y="8574"/>
                    <a:pt x="44284" y="8676"/>
                    <a:pt x="44284" y="8801"/>
                  </a:cubicBezTo>
                  <a:cubicBezTo>
                    <a:pt x="44284" y="8926"/>
                    <a:pt x="44182" y="9027"/>
                    <a:pt x="44058" y="9027"/>
                  </a:cubicBezTo>
                  <a:cubicBezTo>
                    <a:pt x="43932" y="9027"/>
                    <a:pt x="43830" y="8926"/>
                    <a:pt x="43830" y="8801"/>
                  </a:cubicBezTo>
                  <a:cubicBezTo>
                    <a:pt x="43830" y="8676"/>
                    <a:pt x="43932" y="8574"/>
                    <a:pt x="44058" y="8574"/>
                  </a:cubicBezTo>
                  <a:close/>
                  <a:moveTo>
                    <a:pt x="12244" y="8578"/>
                  </a:moveTo>
                  <a:lnTo>
                    <a:pt x="12665" y="8582"/>
                  </a:lnTo>
                  <a:cubicBezTo>
                    <a:pt x="13063" y="8588"/>
                    <a:pt x="13445" y="8684"/>
                    <a:pt x="13438" y="8777"/>
                  </a:cubicBezTo>
                  <a:lnTo>
                    <a:pt x="13424" y="8986"/>
                  </a:lnTo>
                  <a:cubicBezTo>
                    <a:pt x="13419" y="9053"/>
                    <a:pt x="13223" y="9094"/>
                    <a:pt x="12968" y="9094"/>
                  </a:cubicBezTo>
                  <a:cubicBezTo>
                    <a:pt x="12865" y="9094"/>
                    <a:pt x="12753" y="9087"/>
                    <a:pt x="12639" y="9073"/>
                  </a:cubicBezTo>
                  <a:lnTo>
                    <a:pt x="12214" y="9020"/>
                  </a:lnTo>
                  <a:lnTo>
                    <a:pt x="12212" y="9020"/>
                  </a:lnTo>
                  <a:cubicBezTo>
                    <a:pt x="12234" y="8905"/>
                    <a:pt x="12245" y="8784"/>
                    <a:pt x="12245" y="8661"/>
                  </a:cubicBezTo>
                  <a:cubicBezTo>
                    <a:pt x="12245" y="8633"/>
                    <a:pt x="12245" y="8605"/>
                    <a:pt x="12244" y="8578"/>
                  </a:cubicBezTo>
                  <a:close/>
                  <a:moveTo>
                    <a:pt x="8234" y="8677"/>
                  </a:moveTo>
                  <a:cubicBezTo>
                    <a:pt x="8234" y="8831"/>
                    <a:pt x="8252" y="8979"/>
                    <a:pt x="8286" y="9124"/>
                  </a:cubicBezTo>
                  <a:lnTo>
                    <a:pt x="7920" y="9189"/>
                  </a:lnTo>
                  <a:cubicBezTo>
                    <a:pt x="7765" y="9216"/>
                    <a:pt x="7609" y="9229"/>
                    <a:pt x="7478" y="9229"/>
                  </a:cubicBezTo>
                  <a:cubicBezTo>
                    <a:pt x="7276" y="9229"/>
                    <a:pt x="7130" y="9198"/>
                    <a:pt x="7124" y="9142"/>
                  </a:cubicBezTo>
                  <a:lnTo>
                    <a:pt x="7098" y="8934"/>
                  </a:lnTo>
                  <a:cubicBezTo>
                    <a:pt x="7087" y="8842"/>
                    <a:pt x="7456" y="8728"/>
                    <a:pt x="7852" y="8702"/>
                  </a:cubicBezTo>
                  <a:lnTo>
                    <a:pt x="8234" y="8677"/>
                  </a:lnTo>
                  <a:close/>
                  <a:moveTo>
                    <a:pt x="45255" y="8718"/>
                  </a:moveTo>
                  <a:lnTo>
                    <a:pt x="45676" y="8722"/>
                  </a:lnTo>
                  <a:cubicBezTo>
                    <a:pt x="46075" y="8728"/>
                    <a:pt x="46457" y="8824"/>
                    <a:pt x="46450" y="8917"/>
                  </a:cubicBezTo>
                  <a:lnTo>
                    <a:pt x="46435" y="9126"/>
                  </a:lnTo>
                  <a:cubicBezTo>
                    <a:pt x="46430" y="9193"/>
                    <a:pt x="46235" y="9234"/>
                    <a:pt x="45980" y="9234"/>
                  </a:cubicBezTo>
                  <a:cubicBezTo>
                    <a:pt x="45877" y="9234"/>
                    <a:pt x="45764" y="9227"/>
                    <a:pt x="45651" y="9213"/>
                  </a:cubicBezTo>
                  <a:lnTo>
                    <a:pt x="45225" y="9160"/>
                  </a:lnTo>
                  <a:cubicBezTo>
                    <a:pt x="45247" y="9043"/>
                    <a:pt x="45257" y="8923"/>
                    <a:pt x="45257" y="8801"/>
                  </a:cubicBezTo>
                  <a:cubicBezTo>
                    <a:pt x="45257" y="8773"/>
                    <a:pt x="45257" y="8745"/>
                    <a:pt x="45255" y="8718"/>
                  </a:cubicBezTo>
                  <a:close/>
                  <a:moveTo>
                    <a:pt x="41245" y="8817"/>
                  </a:moveTo>
                  <a:cubicBezTo>
                    <a:pt x="41247" y="8970"/>
                    <a:pt x="41265" y="9119"/>
                    <a:pt x="41297" y="9262"/>
                  </a:cubicBezTo>
                  <a:lnTo>
                    <a:pt x="40931" y="9329"/>
                  </a:lnTo>
                  <a:cubicBezTo>
                    <a:pt x="40776" y="9356"/>
                    <a:pt x="40621" y="9369"/>
                    <a:pt x="40490" y="9369"/>
                  </a:cubicBezTo>
                  <a:cubicBezTo>
                    <a:pt x="40288" y="9369"/>
                    <a:pt x="40142" y="9338"/>
                    <a:pt x="40136" y="9282"/>
                  </a:cubicBezTo>
                  <a:lnTo>
                    <a:pt x="40110" y="9074"/>
                  </a:lnTo>
                  <a:cubicBezTo>
                    <a:pt x="40099" y="8981"/>
                    <a:pt x="40468" y="8868"/>
                    <a:pt x="40863" y="8842"/>
                  </a:cubicBezTo>
                  <a:lnTo>
                    <a:pt x="41245" y="8817"/>
                  </a:lnTo>
                  <a:close/>
                  <a:moveTo>
                    <a:pt x="10239" y="9176"/>
                  </a:moveTo>
                  <a:cubicBezTo>
                    <a:pt x="10364" y="9176"/>
                    <a:pt x="10465" y="9278"/>
                    <a:pt x="10465" y="9402"/>
                  </a:cubicBezTo>
                  <a:cubicBezTo>
                    <a:pt x="10465" y="9528"/>
                    <a:pt x="10365" y="9630"/>
                    <a:pt x="10239" y="9630"/>
                  </a:cubicBezTo>
                  <a:cubicBezTo>
                    <a:pt x="10113" y="9630"/>
                    <a:pt x="10013" y="9528"/>
                    <a:pt x="10013" y="9402"/>
                  </a:cubicBezTo>
                  <a:cubicBezTo>
                    <a:pt x="10013" y="9278"/>
                    <a:pt x="10113" y="9176"/>
                    <a:pt x="10239" y="9176"/>
                  </a:cubicBezTo>
                  <a:close/>
                  <a:moveTo>
                    <a:pt x="43251" y="9316"/>
                  </a:moveTo>
                  <a:cubicBezTo>
                    <a:pt x="43375" y="9316"/>
                    <a:pt x="43477" y="9418"/>
                    <a:pt x="43477" y="9542"/>
                  </a:cubicBezTo>
                  <a:cubicBezTo>
                    <a:pt x="43477" y="9668"/>
                    <a:pt x="43377" y="9770"/>
                    <a:pt x="43251" y="9770"/>
                  </a:cubicBezTo>
                  <a:cubicBezTo>
                    <a:pt x="43125" y="9770"/>
                    <a:pt x="43025" y="9668"/>
                    <a:pt x="43025" y="9542"/>
                  </a:cubicBezTo>
                  <a:cubicBezTo>
                    <a:pt x="43025" y="9418"/>
                    <a:pt x="43126" y="9316"/>
                    <a:pt x="43251" y="9316"/>
                  </a:cubicBezTo>
                  <a:close/>
                  <a:moveTo>
                    <a:pt x="10239" y="7401"/>
                  </a:moveTo>
                  <a:cubicBezTo>
                    <a:pt x="9542" y="7401"/>
                    <a:pt x="8978" y="7965"/>
                    <a:pt x="8978" y="8661"/>
                  </a:cubicBezTo>
                  <a:cubicBezTo>
                    <a:pt x="8978" y="9357"/>
                    <a:pt x="9542" y="9922"/>
                    <a:pt x="10239" y="9922"/>
                  </a:cubicBezTo>
                  <a:cubicBezTo>
                    <a:pt x="10935" y="9922"/>
                    <a:pt x="11500" y="9357"/>
                    <a:pt x="11500" y="8661"/>
                  </a:cubicBezTo>
                  <a:cubicBezTo>
                    <a:pt x="11500" y="7965"/>
                    <a:pt x="10936" y="7401"/>
                    <a:pt x="10239" y="7401"/>
                  </a:cubicBezTo>
                  <a:close/>
                  <a:moveTo>
                    <a:pt x="12166" y="9221"/>
                  </a:moveTo>
                  <a:lnTo>
                    <a:pt x="12562" y="9361"/>
                  </a:lnTo>
                  <a:cubicBezTo>
                    <a:pt x="12938" y="9494"/>
                    <a:pt x="13267" y="9707"/>
                    <a:pt x="13230" y="9795"/>
                  </a:cubicBezTo>
                  <a:lnTo>
                    <a:pt x="13150" y="9987"/>
                  </a:lnTo>
                  <a:cubicBezTo>
                    <a:pt x="13140" y="10011"/>
                    <a:pt x="13105" y="10022"/>
                    <a:pt x="13052" y="10022"/>
                  </a:cubicBezTo>
                  <a:cubicBezTo>
                    <a:pt x="12911" y="10022"/>
                    <a:pt x="12640" y="9943"/>
                    <a:pt x="12379" y="9816"/>
                  </a:cubicBezTo>
                  <a:lnTo>
                    <a:pt x="11996" y="9631"/>
                  </a:lnTo>
                  <a:cubicBezTo>
                    <a:pt x="12067" y="9502"/>
                    <a:pt x="12125" y="9365"/>
                    <a:pt x="12166" y="9221"/>
                  </a:cubicBezTo>
                  <a:close/>
                  <a:moveTo>
                    <a:pt x="43251" y="7541"/>
                  </a:moveTo>
                  <a:cubicBezTo>
                    <a:pt x="42554" y="7541"/>
                    <a:pt x="41990" y="8104"/>
                    <a:pt x="41990" y="8801"/>
                  </a:cubicBezTo>
                  <a:cubicBezTo>
                    <a:pt x="41990" y="9497"/>
                    <a:pt x="42554" y="10061"/>
                    <a:pt x="43251" y="10061"/>
                  </a:cubicBezTo>
                  <a:cubicBezTo>
                    <a:pt x="43948" y="10061"/>
                    <a:pt x="44512" y="9497"/>
                    <a:pt x="44512" y="8801"/>
                  </a:cubicBezTo>
                  <a:cubicBezTo>
                    <a:pt x="44512" y="8104"/>
                    <a:pt x="43948" y="7541"/>
                    <a:pt x="43251" y="7541"/>
                  </a:cubicBezTo>
                  <a:close/>
                  <a:moveTo>
                    <a:pt x="8347" y="9330"/>
                  </a:moveTo>
                  <a:cubicBezTo>
                    <a:pt x="8397" y="9473"/>
                    <a:pt x="8464" y="9608"/>
                    <a:pt x="8543" y="9734"/>
                  </a:cubicBezTo>
                  <a:lnTo>
                    <a:pt x="8214" y="9915"/>
                  </a:lnTo>
                  <a:cubicBezTo>
                    <a:pt x="7948" y="10062"/>
                    <a:pt x="7666" y="10158"/>
                    <a:pt x="7528" y="10158"/>
                  </a:cubicBezTo>
                  <a:cubicBezTo>
                    <a:pt x="7485" y="10158"/>
                    <a:pt x="7456" y="10149"/>
                    <a:pt x="7446" y="10129"/>
                  </a:cubicBezTo>
                  <a:lnTo>
                    <a:pt x="7356" y="9939"/>
                  </a:lnTo>
                  <a:cubicBezTo>
                    <a:pt x="7315" y="9856"/>
                    <a:pt x="7627" y="9628"/>
                    <a:pt x="7993" y="9477"/>
                  </a:cubicBezTo>
                  <a:lnTo>
                    <a:pt x="8347" y="9330"/>
                  </a:lnTo>
                  <a:close/>
                  <a:moveTo>
                    <a:pt x="45177" y="9361"/>
                  </a:moveTo>
                  <a:lnTo>
                    <a:pt x="45573" y="9501"/>
                  </a:lnTo>
                  <a:cubicBezTo>
                    <a:pt x="45949" y="9634"/>
                    <a:pt x="46278" y="9847"/>
                    <a:pt x="46243" y="9935"/>
                  </a:cubicBezTo>
                  <a:lnTo>
                    <a:pt x="46161" y="10127"/>
                  </a:lnTo>
                  <a:cubicBezTo>
                    <a:pt x="46152" y="10151"/>
                    <a:pt x="46117" y="10161"/>
                    <a:pt x="46064" y="10161"/>
                  </a:cubicBezTo>
                  <a:cubicBezTo>
                    <a:pt x="45923" y="10161"/>
                    <a:pt x="45652" y="10083"/>
                    <a:pt x="45392" y="9956"/>
                  </a:cubicBezTo>
                  <a:lnTo>
                    <a:pt x="45008" y="9771"/>
                  </a:lnTo>
                  <a:cubicBezTo>
                    <a:pt x="45078" y="9642"/>
                    <a:pt x="45136" y="9505"/>
                    <a:pt x="45177" y="9361"/>
                  </a:cubicBezTo>
                  <a:close/>
                  <a:moveTo>
                    <a:pt x="10239" y="7010"/>
                  </a:moveTo>
                  <a:cubicBezTo>
                    <a:pt x="11145" y="7010"/>
                    <a:pt x="11879" y="7745"/>
                    <a:pt x="11879" y="8652"/>
                  </a:cubicBezTo>
                  <a:cubicBezTo>
                    <a:pt x="11879" y="9558"/>
                    <a:pt x="11145" y="10291"/>
                    <a:pt x="10239" y="10291"/>
                  </a:cubicBezTo>
                  <a:cubicBezTo>
                    <a:pt x="9333" y="10291"/>
                    <a:pt x="8598" y="9558"/>
                    <a:pt x="8598" y="8652"/>
                  </a:cubicBezTo>
                  <a:cubicBezTo>
                    <a:pt x="8598" y="7745"/>
                    <a:pt x="9333" y="7010"/>
                    <a:pt x="10239" y="7010"/>
                  </a:cubicBezTo>
                  <a:close/>
                  <a:moveTo>
                    <a:pt x="41360" y="9470"/>
                  </a:moveTo>
                  <a:cubicBezTo>
                    <a:pt x="41409" y="9613"/>
                    <a:pt x="41476" y="9748"/>
                    <a:pt x="41555" y="9874"/>
                  </a:cubicBezTo>
                  <a:lnTo>
                    <a:pt x="41227" y="10055"/>
                  </a:lnTo>
                  <a:cubicBezTo>
                    <a:pt x="40960" y="10202"/>
                    <a:pt x="40678" y="10298"/>
                    <a:pt x="40540" y="10298"/>
                  </a:cubicBezTo>
                  <a:cubicBezTo>
                    <a:pt x="40497" y="10298"/>
                    <a:pt x="40468" y="10289"/>
                    <a:pt x="40458" y="10269"/>
                  </a:cubicBezTo>
                  <a:lnTo>
                    <a:pt x="40367" y="10079"/>
                  </a:lnTo>
                  <a:cubicBezTo>
                    <a:pt x="40326" y="9994"/>
                    <a:pt x="40639" y="9768"/>
                    <a:pt x="41006" y="9617"/>
                  </a:cubicBezTo>
                  <a:lnTo>
                    <a:pt x="41360" y="9470"/>
                  </a:lnTo>
                  <a:close/>
                  <a:moveTo>
                    <a:pt x="43251" y="7150"/>
                  </a:moveTo>
                  <a:cubicBezTo>
                    <a:pt x="44157" y="7150"/>
                    <a:pt x="44892" y="7885"/>
                    <a:pt x="44892" y="8791"/>
                  </a:cubicBezTo>
                  <a:cubicBezTo>
                    <a:pt x="44890" y="9697"/>
                    <a:pt x="44157" y="10431"/>
                    <a:pt x="43251" y="10431"/>
                  </a:cubicBezTo>
                  <a:cubicBezTo>
                    <a:pt x="42345" y="10431"/>
                    <a:pt x="41610" y="9697"/>
                    <a:pt x="41610" y="8791"/>
                  </a:cubicBezTo>
                  <a:cubicBezTo>
                    <a:pt x="41610" y="7885"/>
                    <a:pt x="42345" y="7150"/>
                    <a:pt x="43251" y="7150"/>
                  </a:cubicBezTo>
                  <a:close/>
                  <a:moveTo>
                    <a:pt x="9559" y="10550"/>
                  </a:moveTo>
                  <a:lnTo>
                    <a:pt x="9559" y="10550"/>
                  </a:lnTo>
                  <a:cubicBezTo>
                    <a:pt x="9576" y="10555"/>
                    <a:pt x="9593" y="10561"/>
                    <a:pt x="9609" y="10567"/>
                  </a:cubicBezTo>
                  <a:cubicBezTo>
                    <a:pt x="9592" y="10561"/>
                    <a:pt x="9576" y="10555"/>
                    <a:pt x="9559" y="10550"/>
                  </a:cubicBezTo>
                  <a:close/>
                  <a:moveTo>
                    <a:pt x="11887" y="9806"/>
                  </a:moveTo>
                  <a:lnTo>
                    <a:pt x="12214" y="10064"/>
                  </a:lnTo>
                  <a:cubicBezTo>
                    <a:pt x="12526" y="10311"/>
                    <a:pt x="12769" y="10620"/>
                    <a:pt x="12707" y="10690"/>
                  </a:cubicBezTo>
                  <a:lnTo>
                    <a:pt x="12569" y="10847"/>
                  </a:lnTo>
                  <a:cubicBezTo>
                    <a:pt x="12560" y="10856"/>
                    <a:pt x="12547" y="10861"/>
                    <a:pt x="12529" y="10861"/>
                  </a:cubicBezTo>
                  <a:cubicBezTo>
                    <a:pt x="12417" y="10861"/>
                    <a:pt x="12138" y="10678"/>
                    <a:pt x="11894" y="10437"/>
                  </a:cubicBezTo>
                  <a:lnTo>
                    <a:pt x="11595" y="10140"/>
                  </a:lnTo>
                  <a:cubicBezTo>
                    <a:pt x="11704" y="10041"/>
                    <a:pt x="11803" y="9928"/>
                    <a:pt x="11887" y="9806"/>
                  </a:cubicBezTo>
                  <a:close/>
                  <a:moveTo>
                    <a:pt x="8669" y="9909"/>
                  </a:moveTo>
                  <a:cubicBezTo>
                    <a:pt x="8762" y="10027"/>
                    <a:pt x="8868" y="10133"/>
                    <a:pt x="8984" y="10226"/>
                  </a:cubicBezTo>
                  <a:lnTo>
                    <a:pt x="8728" y="10509"/>
                  </a:lnTo>
                  <a:cubicBezTo>
                    <a:pt x="8492" y="10768"/>
                    <a:pt x="8213" y="10970"/>
                    <a:pt x="8103" y="10970"/>
                  </a:cubicBezTo>
                  <a:cubicBezTo>
                    <a:pt x="8088" y="10970"/>
                    <a:pt x="8076" y="10966"/>
                    <a:pt x="8068" y="10958"/>
                  </a:cubicBezTo>
                  <a:lnTo>
                    <a:pt x="7923" y="10808"/>
                  </a:lnTo>
                  <a:cubicBezTo>
                    <a:pt x="7858" y="10742"/>
                    <a:pt x="8079" y="10427"/>
                    <a:pt x="8378" y="10165"/>
                  </a:cubicBezTo>
                  <a:lnTo>
                    <a:pt x="8669" y="9909"/>
                  </a:lnTo>
                  <a:close/>
                  <a:moveTo>
                    <a:pt x="44899" y="9946"/>
                  </a:moveTo>
                  <a:lnTo>
                    <a:pt x="45225" y="10203"/>
                  </a:lnTo>
                  <a:cubicBezTo>
                    <a:pt x="45538" y="10451"/>
                    <a:pt x="45781" y="10759"/>
                    <a:pt x="45719" y="10830"/>
                  </a:cubicBezTo>
                  <a:lnTo>
                    <a:pt x="45580" y="10987"/>
                  </a:lnTo>
                  <a:cubicBezTo>
                    <a:pt x="45572" y="10996"/>
                    <a:pt x="45558" y="11000"/>
                    <a:pt x="45541" y="11000"/>
                  </a:cubicBezTo>
                  <a:cubicBezTo>
                    <a:pt x="45430" y="11000"/>
                    <a:pt x="45150" y="10819"/>
                    <a:pt x="44906" y="10577"/>
                  </a:cubicBezTo>
                  <a:lnTo>
                    <a:pt x="44606" y="10280"/>
                  </a:lnTo>
                  <a:cubicBezTo>
                    <a:pt x="44715" y="10179"/>
                    <a:pt x="44814" y="10068"/>
                    <a:pt x="44899" y="9946"/>
                  </a:cubicBezTo>
                  <a:close/>
                  <a:moveTo>
                    <a:pt x="41680" y="10049"/>
                  </a:moveTo>
                  <a:cubicBezTo>
                    <a:pt x="41774" y="10165"/>
                    <a:pt x="41880" y="10273"/>
                    <a:pt x="41996" y="10366"/>
                  </a:cubicBezTo>
                  <a:lnTo>
                    <a:pt x="41740" y="10649"/>
                  </a:lnTo>
                  <a:cubicBezTo>
                    <a:pt x="41504" y="10908"/>
                    <a:pt x="41225" y="11109"/>
                    <a:pt x="41116" y="11109"/>
                  </a:cubicBezTo>
                  <a:cubicBezTo>
                    <a:pt x="41100" y="11109"/>
                    <a:pt x="41088" y="11105"/>
                    <a:pt x="41080" y="11097"/>
                  </a:cubicBezTo>
                  <a:lnTo>
                    <a:pt x="40934" y="10948"/>
                  </a:lnTo>
                  <a:cubicBezTo>
                    <a:pt x="40869" y="10882"/>
                    <a:pt x="41091" y="10567"/>
                    <a:pt x="41389" y="10304"/>
                  </a:cubicBezTo>
                  <a:lnTo>
                    <a:pt x="41680" y="10049"/>
                  </a:lnTo>
                  <a:close/>
                  <a:moveTo>
                    <a:pt x="11434" y="10273"/>
                  </a:moveTo>
                  <a:lnTo>
                    <a:pt x="11657" y="10618"/>
                  </a:lnTo>
                  <a:cubicBezTo>
                    <a:pt x="11875" y="10953"/>
                    <a:pt x="12005" y="11323"/>
                    <a:pt x="11923" y="11370"/>
                  </a:cubicBezTo>
                  <a:lnTo>
                    <a:pt x="11742" y="11473"/>
                  </a:lnTo>
                  <a:cubicBezTo>
                    <a:pt x="11736" y="11476"/>
                    <a:pt x="11729" y="11478"/>
                    <a:pt x="11722" y="11478"/>
                  </a:cubicBezTo>
                  <a:cubicBezTo>
                    <a:pt x="11625" y="11478"/>
                    <a:pt x="11400" y="11199"/>
                    <a:pt x="11236" y="10868"/>
                  </a:cubicBezTo>
                  <a:lnTo>
                    <a:pt x="11049" y="10497"/>
                  </a:lnTo>
                  <a:cubicBezTo>
                    <a:pt x="11186" y="10437"/>
                    <a:pt x="11315" y="10360"/>
                    <a:pt x="11434" y="10273"/>
                  </a:cubicBezTo>
                  <a:close/>
                  <a:moveTo>
                    <a:pt x="9158" y="10352"/>
                  </a:moveTo>
                  <a:cubicBezTo>
                    <a:pt x="9284" y="10432"/>
                    <a:pt x="9418" y="10499"/>
                    <a:pt x="9559" y="10550"/>
                  </a:cubicBezTo>
                  <a:lnTo>
                    <a:pt x="9405" y="10905"/>
                  </a:lnTo>
                  <a:cubicBezTo>
                    <a:pt x="9257" y="11248"/>
                    <a:pt x="9039" y="11546"/>
                    <a:pt x="8943" y="11546"/>
                  </a:cubicBezTo>
                  <a:cubicBezTo>
                    <a:pt x="8937" y="11546"/>
                    <a:pt x="8931" y="11545"/>
                    <a:pt x="8926" y="11542"/>
                  </a:cubicBezTo>
                  <a:lnTo>
                    <a:pt x="8740" y="11449"/>
                  </a:lnTo>
                  <a:cubicBezTo>
                    <a:pt x="8656" y="11406"/>
                    <a:pt x="8765" y="11036"/>
                    <a:pt x="8963" y="10693"/>
                  </a:cubicBezTo>
                  <a:lnTo>
                    <a:pt x="9158" y="10352"/>
                  </a:lnTo>
                  <a:close/>
                  <a:moveTo>
                    <a:pt x="44445" y="10413"/>
                  </a:moveTo>
                  <a:lnTo>
                    <a:pt x="44669" y="10758"/>
                  </a:lnTo>
                  <a:cubicBezTo>
                    <a:pt x="44886" y="11093"/>
                    <a:pt x="45016" y="11463"/>
                    <a:pt x="44934" y="11510"/>
                  </a:cubicBezTo>
                  <a:lnTo>
                    <a:pt x="44753" y="11613"/>
                  </a:lnTo>
                  <a:cubicBezTo>
                    <a:pt x="44748" y="11616"/>
                    <a:pt x="44741" y="11618"/>
                    <a:pt x="44734" y="11618"/>
                  </a:cubicBezTo>
                  <a:cubicBezTo>
                    <a:pt x="44637" y="11618"/>
                    <a:pt x="44412" y="11338"/>
                    <a:pt x="44247" y="11008"/>
                  </a:cubicBezTo>
                  <a:lnTo>
                    <a:pt x="44062" y="10636"/>
                  </a:lnTo>
                  <a:cubicBezTo>
                    <a:pt x="44198" y="10577"/>
                    <a:pt x="44326" y="10500"/>
                    <a:pt x="44445" y="10413"/>
                  </a:cubicBezTo>
                  <a:close/>
                  <a:moveTo>
                    <a:pt x="42170" y="10492"/>
                  </a:moveTo>
                  <a:cubicBezTo>
                    <a:pt x="42295" y="10571"/>
                    <a:pt x="42430" y="10637"/>
                    <a:pt x="42571" y="10690"/>
                  </a:cubicBezTo>
                  <a:lnTo>
                    <a:pt x="42417" y="11044"/>
                  </a:lnTo>
                  <a:cubicBezTo>
                    <a:pt x="42268" y="11388"/>
                    <a:pt x="42051" y="11686"/>
                    <a:pt x="41955" y="11686"/>
                  </a:cubicBezTo>
                  <a:cubicBezTo>
                    <a:pt x="41949" y="11686"/>
                    <a:pt x="41943" y="11685"/>
                    <a:pt x="41938" y="11682"/>
                  </a:cubicBezTo>
                  <a:lnTo>
                    <a:pt x="41751" y="11587"/>
                  </a:lnTo>
                  <a:cubicBezTo>
                    <a:pt x="41668" y="11546"/>
                    <a:pt x="41777" y="11176"/>
                    <a:pt x="41974" y="10831"/>
                  </a:cubicBezTo>
                  <a:lnTo>
                    <a:pt x="42170" y="10492"/>
                  </a:lnTo>
                  <a:close/>
                  <a:moveTo>
                    <a:pt x="10854" y="10571"/>
                  </a:moveTo>
                  <a:lnTo>
                    <a:pt x="10953" y="10963"/>
                  </a:lnTo>
                  <a:cubicBezTo>
                    <a:pt x="11049" y="11350"/>
                    <a:pt x="11055" y="11743"/>
                    <a:pt x="10962" y="11760"/>
                  </a:cubicBezTo>
                  <a:lnTo>
                    <a:pt x="10757" y="11799"/>
                  </a:lnTo>
                  <a:cubicBezTo>
                    <a:pt x="10754" y="11800"/>
                    <a:pt x="10752" y="11800"/>
                    <a:pt x="10750" y="11800"/>
                  </a:cubicBezTo>
                  <a:cubicBezTo>
                    <a:pt x="10658" y="11800"/>
                    <a:pt x="10524" y="11448"/>
                    <a:pt x="10472" y="11064"/>
                  </a:cubicBezTo>
                  <a:lnTo>
                    <a:pt x="10417" y="10660"/>
                  </a:lnTo>
                  <a:cubicBezTo>
                    <a:pt x="10569" y="10646"/>
                    <a:pt x="10714" y="10616"/>
                    <a:pt x="10854" y="10571"/>
                  </a:cubicBezTo>
                  <a:close/>
                  <a:moveTo>
                    <a:pt x="9763" y="10611"/>
                  </a:moveTo>
                  <a:cubicBezTo>
                    <a:pt x="9916" y="10647"/>
                    <a:pt x="10075" y="10667"/>
                    <a:pt x="10239" y="10667"/>
                  </a:cubicBezTo>
                  <a:lnTo>
                    <a:pt x="10207" y="10667"/>
                  </a:lnTo>
                  <a:lnTo>
                    <a:pt x="10174" y="11061"/>
                  </a:lnTo>
                  <a:cubicBezTo>
                    <a:pt x="10142" y="11453"/>
                    <a:pt x="10023" y="11819"/>
                    <a:pt x="9931" y="11819"/>
                  </a:cubicBezTo>
                  <a:cubicBezTo>
                    <a:pt x="9929" y="11819"/>
                    <a:pt x="9927" y="11819"/>
                    <a:pt x="9925" y="11819"/>
                  </a:cubicBezTo>
                  <a:lnTo>
                    <a:pt x="9719" y="11791"/>
                  </a:lnTo>
                  <a:cubicBezTo>
                    <a:pt x="9626" y="11778"/>
                    <a:pt x="9610" y="11392"/>
                    <a:pt x="9687" y="11002"/>
                  </a:cubicBezTo>
                  <a:lnTo>
                    <a:pt x="9763" y="10611"/>
                  </a:lnTo>
                  <a:close/>
                  <a:moveTo>
                    <a:pt x="43866" y="10711"/>
                  </a:moveTo>
                  <a:lnTo>
                    <a:pt x="43965" y="11102"/>
                  </a:lnTo>
                  <a:cubicBezTo>
                    <a:pt x="44062" y="11490"/>
                    <a:pt x="44066" y="11881"/>
                    <a:pt x="43973" y="11900"/>
                  </a:cubicBezTo>
                  <a:lnTo>
                    <a:pt x="43768" y="11939"/>
                  </a:lnTo>
                  <a:cubicBezTo>
                    <a:pt x="43766" y="11940"/>
                    <a:pt x="43764" y="11940"/>
                    <a:pt x="43762" y="11940"/>
                  </a:cubicBezTo>
                  <a:cubicBezTo>
                    <a:pt x="43670" y="11940"/>
                    <a:pt x="43537" y="11588"/>
                    <a:pt x="43484" y="11203"/>
                  </a:cubicBezTo>
                  <a:lnTo>
                    <a:pt x="43429" y="10800"/>
                  </a:lnTo>
                  <a:cubicBezTo>
                    <a:pt x="43580" y="10786"/>
                    <a:pt x="43726" y="10756"/>
                    <a:pt x="43866" y="10711"/>
                  </a:cubicBezTo>
                  <a:close/>
                  <a:moveTo>
                    <a:pt x="42774" y="10750"/>
                  </a:moveTo>
                  <a:cubicBezTo>
                    <a:pt x="42927" y="10787"/>
                    <a:pt x="43087" y="10807"/>
                    <a:pt x="43251" y="10807"/>
                  </a:cubicBezTo>
                  <a:lnTo>
                    <a:pt x="43218" y="10807"/>
                  </a:lnTo>
                  <a:lnTo>
                    <a:pt x="43186" y="11201"/>
                  </a:lnTo>
                  <a:cubicBezTo>
                    <a:pt x="43154" y="11592"/>
                    <a:pt x="43034" y="11959"/>
                    <a:pt x="42942" y="11959"/>
                  </a:cubicBezTo>
                  <a:cubicBezTo>
                    <a:pt x="42940" y="11959"/>
                    <a:pt x="42939" y="11959"/>
                    <a:pt x="42937" y="11959"/>
                  </a:cubicBezTo>
                  <a:lnTo>
                    <a:pt x="42731" y="11931"/>
                  </a:lnTo>
                  <a:cubicBezTo>
                    <a:pt x="42637" y="11917"/>
                    <a:pt x="42622" y="11532"/>
                    <a:pt x="42698" y="11142"/>
                  </a:cubicBezTo>
                  <a:lnTo>
                    <a:pt x="42774" y="10750"/>
                  </a:lnTo>
                  <a:close/>
                  <a:moveTo>
                    <a:pt x="10263" y="5143"/>
                  </a:moveTo>
                  <a:cubicBezTo>
                    <a:pt x="8320" y="5143"/>
                    <a:pt x="6745" y="6718"/>
                    <a:pt x="6745" y="8661"/>
                  </a:cubicBezTo>
                  <a:cubicBezTo>
                    <a:pt x="6745" y="10603"/>
                    <a:pt x="8320" y="12180"/>
                    <a:pt x="10263" y="12180"/>
                  </a:cubicBezTo>
                  <a:cubicBezTo>
                    <a:pt x="12207" y="12180"/>
                    <a:pt x="13781" y="10603"/>
                    <a:pt x="13781" y="8661"/>
                  </a:cubicBezTo>
                  <a:cubicBezTo>
                    <a:pt x="13781" y="6718"/>
                    <a:pt x="12207" y="5143"/>
                    <a:pt x="10263" y="5143"/>
                  </a:cubicBezTo>
                  <a:close/>
                  <a:moveTo>
                    <a:pt x="43275" y="5283"/>
                  </a:moveTo>
                  <a:cubicBezTo>
                    <a:pt x="41331" y="5283"/>
                    <a:pt x="39757" y="6858"/>
                    <a:pt x="39757" y="8801"/>
                  </a:cubicBezTo>
                  <a:cubicBezTo>
                    <a:pt x="39757" y="10743"/>
                    <a:pt x="41333" y="12318"/>
                    <a:pt x="43275" y="12318"/>
                  </a:cubicBezTo>
                  <a:cubicBezTo>
                    <a:pt x="45218" y="12318"/>
                    <a:pt x="46793" y="10743"/>
                    <a:pt x="46793" y="8801"/>
                  </a:cubicBezTo>
                  <a:cubicBezTo>
                    <a:pt x="46793" y="6858"/>
                    <a:pt x="45218" y="5283"/>
                    <a:pt x="43275" y="5283"/>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31" name="Google Shape;531;p45"/>
            <p:cNvSpPr/>
            <p:nvPr/>
          </p:nvSpPr>
          <p:spPr>
            <a:xfrm>
              <a:off x="4166075" y="4522588"/>
              <a:ext cx="704950" cy="16700"/>
            </a:xfrm>
            <a:custGeom>
              <a:avLst/>
              <a:gdLst/>
              <a:ahLst/>
              <a:cxnLst/>
              <a:rect l="l" t="t" r="r" b="b"/>
              <a:pathLst>
                <a:path w="28198" h="668" extrusionOk="0">
                  <a:moveTo>
                    <a:pt x="334" y="0"/>
                  </a:moveTo>
                  <a:cubicBezTo>
                    <a:pt x="150" y="0"/>
                    <a:pt x="0" y="150"/>
                    <a:pt x="0" y="334"/>
                  </a:cubicBezTo>
                  <a:cubicBezTo>
                    <a:pt x="0" y="517"/>
                    <a:pt x="150" y="667"/>
                    <a:pt x="334" y="667"/>
                  </a:cubicBezTo>
                  <a:lnTo>
                    <a:pt x="27865" y="667"/>
                  </a:lnTo>
                  <a:cubicBezTo>
                    <a:pt x="28048" y="667"/>
                    <a:pt x="28198" y="517"/>
                    <a:pt x="28198" y="334"/>
                  </a:cubicBezTo>
                  <a:cubicBezTo>
                    <a:pt x="28198" y="150"/>
                    <a:pt x="28048" y="0"/>
                    <a:pt x="27865" y="0"/>
                  </a:cubicBezTo>
                  <a:close/>
                </a:path>
              </a:pathLst>
            </a:custGeom>
            <a:solidFill>
              <a:srgbClr val="8A8A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32" name="Google Shape;532;p45"/>
            <p:cNvSpPr/>
            <p:nvPr/>
          </p:nvSpPr>
          <p:spPr>
            <a:xfrm>
              <a:off x="4153775" y="4357813"/>
              <a:ext cx="709575" cy="171925"/>
            </a:xfrm>
            <a:custGeom>
              <a:avLst/>
              <a:gdLst/>
              <a:ahLst/>
              <a:cxnLst/>
              <a:rect l="l" t="t" r="r" b="b"/>
              <a:pathLst>
                <a:path w="28383" h="6877" extrusionOk="0">
                  <a:moveTo>
                    <a:pt x="13720" y="1"/>
                  </a:moveTo>
                  <a:cubicBezTo>
                    <a:pt x="11166" y="1"/>
                    <a:pt x="8907" y="60"/>
                    <a:pt x="7879" y="238"/>
                  </a:cubicBezTo>
                  <a:cubicBezTo>
                    <a:pt x="4795" y="772"/>
                    <a:pt x="672" y="5483"/>
                    <a:pt x="672" y="5483"/>
                  </a:cubicBezTo>
                  <a:cubicBezTo>
                    <a:pt x="0" y="6342"/>
                    <a:pt x="225" y="6717"/>
                    <a:pt x="495" y="6877"/>
                  </a:cubicBezTo>
                  <a:cubicBezTo>
                    <a:pt x="519" y="6717"/>
                    <a:pt x="658" y="6591"/>
                    <a:pt x="826" y="6591"/>
                  </a:cubicBezTo>
                  <a:lnTo>
                    <a:pt x="1405" y="6591"/>
                  </a:lnTo>
                  <a:cubicBezTo>
                    <a:pt x="1391" y="6519"/>
                    <a:pt x="1397" y="6433"/>
                    <a:pt x="1434" y="6332"/>
                  </a:cubicBezTo>
                  <a:cubicBezTo>
                    <a:pt x="1631" y="5792"/>
                    <a:pt x="6224" y="1606"/>
                    <a:pt x="7654" y="919"/>
                  </a:cubicBezTo>
                  <a:cubicBezTo>
                    <a:pt x="7779" y="858"/>
                    <a:pt x="7916" y="827"/>
                    <a:pt x="8053" y="827"/>
                  </a:cubicBezTo>
                  <a:lnTo>
                    <a:pt x="13931" y="827"/>
                  </a:lnTo>
                  <a:cubicBezTo>
                    <a:pt x="14279" y="827"/>
                    <a:pt x="14582" y="1021"/>
                    <a:pt x="14740" y="1309"/>
                  </a:cubicBezTo>
                  <a:cubicBezTo>
                    <a:pt x="14805" y="1426"/>
                    <a:pt x="14845" y="1561"/>
                    <a:pt x="14853" y="1703"/>
                  </a:cubicBezTo>
                  <a:cubicBezTo>
                    <a:pt x="14860" y="1821"/>
                    <a:pt x="14864" y="1955"/>
                    <a:pt x="14864" y="2106"/>
                  </a:cubicBezTo>
                  <a:lnTo>
                    <a:pt x="14864" y="6067"/>
                  </a:lnTo>
                  <a:cubicBezTo>
                    <a:pt x="14864" y="6262"/>
                    <a:pt x="14804" y="6441"/>
                    <a:pt x="14702" y="6591"/>
                  </a:cubicBezTo>
                  <a:lnTo>
                    <a:pt x="16415" y="6591"/>
                  </a:lnTo>
                  <a:cubicBezTo>
                    <a:pt x="16373" y="6505"/>
                    <a:pt x="16347" y="6409"/>
                    <a:pt x="16343" y="6307"/>
                  </a:cubicBezTo>
                  <a:cubicBezTo>
                    <a:pt x="16341" y="6297"/>
                    <a:pt x="16341" y="6286"/>
                    <a:pt x="16341" y="6274"/>
                  </a:cubicBezTo>
                  <a:lnTo>
                    <a:pt x="16341" y="1546"/>
                  </a:lnTo>
                  <a:cubicBezTo>
                    <a:pt x="16341" y="1149"/>
                    <a:pt x="16661" y="827"/>
                    <a:pt x="17057" y="827"/>
                  </a:cubicBezTo>
                  <a:lnTo>
                    <a:pt x="23747" y="827"/>
                  </a:lnTo>
                  <a:lnTo>
                    <a:pt x="23747" y="6591"/>
                  </a:lnTo>
                  <a:lnTo>
                    <a:pt x="24501" y="6591"/>
                  </a:lnTo>
                  <a:lnTo>
                    <a:pt x="24501" y="1186"/>
                  </a:lnTo>
                  <a:lnTo>
                    <a:pt x="25293" y="2423"/>
                  </a:lnTo>
                  <a:lnTo>
                    <a:pt x="26952" y="5012"/>
                  </a:lnTo>
                  <a:cubicBezTo>
                    <a:pt x="27027" y="5128"/>
                    <a:pt x="27067" y="5264"/>
                    <a:pt x="27067" y="5402"/>
                  </a:cubicBezTo>
                  <a:lnTo>
                    <a:pt x="27067" y="6274"/>
                  </a:lnTo>
                  <a:cubicBezTo>
                    <a:pt x="27067" y="6389"/>
                    <a:pt x="27040" y="6496"/>
                    <a:pt x="26993" y="6591"/>
                  </a:cubicBezTo>
                  <a:lnTo>
                    <a:pt x="28356" y="6591"/>
                  </a:lnTo>
                  <a:cubicBezTo>
                    <a:pt x="28366" y="6591"/>
                    <a:pt x="28374" y="6593"/>
                    <a:pt x="28383" y="6593"/>
                  </a:cubicBezTo>
                  <a:cubicBezTo>
                    <a:pt x="28237" y="4037"/>
                    <a:pt x="27219" y="2344"/>
                    <a:pt x="26359" y="1353"/>
                  </a:cubicBezTo>
                  <a:cubicBezTo>
                    <a:pt x="25748" y="649"/>
                    <a:pt x="24829" y="226"/>
                    <a:pt x="23847" y="194"/>
                  </a:cubicBezTo>
                  <a:cubicBezTo>
                    <a:pt x="21748" y="125"/>
                    <a:pt x="17423" y="1"/>
                    <a:pt x="13720" y="1"/>
                  </a:cubicBezTo>
                  <a:close/>
                </a:path>
              </a:pathLst>
            </a:custGeom>
            <a:solidFill>
              <a:srgbClr val="28282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33" name="Google Shape;533;p45"/>
            <p:cNvSpPr/>
            <p:nvPr/>
          </p:nvSpPr>
          <p:spPr>
            <a:xfrm>
              <a:off x="4128750" y="4344313"/>
              <a:ext cx="883825" cy="495000"/>
            </a:xfrm>
            <a:custGeom>
              <a:avLst/>
              <a:gdLst/>
              <a:ahLst/>
              <a:cxnLst/>
              <a:rect l="l" t="t" r="r" b="b"/>
              <a:pathLst>
                <a:path w="35353" h="19800" extrusionOk="0">
                  <a:moveTo>
                    <a:pt x="31111" y="1083"/>
                  </a:moveTo>
                  <a:cubicBezTo>
                    <a:pt x="31100" y="1091"/>
                    <a:pt x="30823" y="1303"/>
                    <a:pt x="30594" y="1777"/>
                  </a:cubicBezTo>
                  <a:cubicBezTo>
                    <a:pt x="30385" y="2211"/>
                    <a:pt x="30180" y="2957"/>
                    <a:pt x="30397" y="4043"/>
                  </a:cubicBezTo>
                  <a:cubicBezTo>
                    <a:pt x="30591" y="5015"/>
                    <a:pt x="31170" y="6002"/>
                    <a:pt x="31983" y="6751"/>
                  </a:cubicBezTo>
                  <a:cubicBezTo>
                    <a:pt x="32722" y="7429"/>
                    <a:pt x="33565" y="7827"/>
                    <a:pt x="34259" y="7827"/>
                  </a:cubicBezTo>
                  <a:cubicBezTo>
                    <a:pt x="34291" y="7827"/>
                    <a:pt x="34325" y="7825"/>
                    <a:pt x="34358" y="7824"/>
                  </a:cubicBezTo>
                  <a:lnTo>
                    <a:pt x="34355" y="7773"/>
                  </a:lnTo>
                  <a:cubicBezTo>
                    <a:pt x="34317" y="7776"/>
                    <a:pt x="34280" y="7777"/>
                    <a:pt x="34242" y="7777"/>
                  </a:cubicBezTo>
                  <a:cubicBezTo>
                    <a:pt x="32590" y="7776"/>
                    <a:pt x="30792" y="5757"/>
                    <a:pt x="30447" y="4033"/>
                  </a:cubicBezTo>
                  <a:cubicBezTo>
                    <a:pt x="30035" y="1986"/>
                    <a:pt x="31131" y="1131"/>
                    <a:pt x="31142" y="1122"/>
                  </a:cubicBezTo>
                  <a:lnTo>
                    <a:pt x="31111" y="1083"/>
                  </a:lnTo>
                  <a:close/>
                  <a:moveTo>
                    <a:pt x="3845" y="5365"/>
                  </a:moveTo>
                  <a:cubicBezTo>
                    <a:pt x="3811" y="5365"/>
                    <a:pt x="3776" y="5368"/>
                    <a:pt x="3741" y="5373"/>
                  </a:cubicBezTo>
                  <a:cubicBezTo>
                    <a:pt x="2016" y="5629"/>
                    <a:pt x="1845" y="6677"/>
                    <a:pt x="1835" y="7014"/>
                  </a:cubicBezTo>
                  <a:cubicBezTo>
                    <a:pt x="1832" y="7070"/>
                    <a:pt x="1838" y="7128"/>
                    <a:pt x="1851" y="7185"/>
                  </a:cubicBezTo>
                  <a:cubicBezTo>
                    <a:pt x="2121" y="8391"/>
                    <a:pt x="3040" y="8774"/>
                    <a:pt x="3734" y="8888"/>
                  </a:cubicBezTo>
                  <a:cubicBezTo>
                    <a:pt x="3772" y="8894"/>
                    <a:pt x="3811" y="8897"/>
                    <a:pt x="3848" y="8897"/>
                  </a:cubicBezTo>
                  <a:cubicBezTo>
                    <a:pt x="4240" y="8897"/>
                    <a:pt x="4569" y="8575"/>
                    <a:pt x="4569" y="8169"/>
                  </a:cubicBezTo>
                  <a:lnTo>
                    <a:pt x="4569" y="6094"/>
                  </a:lnTo>
                  <a:cubicBezTo>
                    <a:pt x="4569" y="5687"/>
                    <a:pt x="4238" y="5365"/>
                    <a:pt x="3845" y="5365"/>
                  </a:cubicBezTo>
                  <a:close/>
                  <a:moveTo>
                    <a:pt x="33457" y="7947"/>
                  </a:moveTo>
                  <a:cubicBezTo>
                    <a:pt x="33154" y="7947"/>
                    <a:pt x="32891" y="8163"/>
                    <a:pt x="32837" y="8463"/>
                  </a:cubicBezTo>
                  <a:cubicBezTo>
                    <a:pt x="32725" y="9086"/>
                    <a:pt x="32669" y="10084"/>
                    <a:pt x="33366" y="10376"/>
                  </a:cubicBezTo>
                  <a:cubicBezTo>
                    <a:pt x="34403" y="10812"/>
                    <a:pt x="35353" y="11210"/>
                    <a:pt x="35353" y="11210"/>
                  </a:cubicBezTo>
                  <a:cubicBezTo>
                    <a:pt x="35353" y="11210"/>
                    <a:pt x="35138" y="8929"/>
                    <a:pt x="34420" y="7947"/>
                  </a:cubicBezTo>
                  <a:close/>
                  <a:moveTo>
                    <a:pt x="16366" y="102"/>
                  </a:moveTo>
                  <a:lnTo>
                    <a:pt x="16366" y="19700"/>
                  </a:lnTo>
                  <a:lnTo>
                    <a:pt x="1741" y="19700"/>
                  </a:lnTo>
                  <a:cubicBezTo>
                    <a:pt x="1879" y="19164"/>
                    <a:pt x="2737" y="15417"/>
                    <a:pt x="336" y="13229"/>
                  </a:cubicBezTo>
                  <a:cubicBezTo>
                    <a:pt x="187" y="13093"/>
                    <a:pt x="101" y="12904"/>
                    <a:pt x="101" y="12707"/>
                  </a:cubicBezTo>
                  <a:lnTo>
                    <a:pt x="101" y="7753"/>
                  </a:lnTo>
                  <a:cubicBezTo>
                    <a:pt x="101" y="7359"/>
                    <a:pt x="248" y="6980"/>
                    <a:pt x="514" y="6689"/>
                  </a:cubicBezTo>
                  <a:cubicBezTo>
                    <a:pt x="1797" y="5281"/>
                    <a:pt x="6209" y="646"/>
                    <a:pt x="9086" y="102"/>
                  </a:cubicBezTo>
                  <a:close/>
                  <a:moveTo>
                    <a:pt x="24574" y="102"/>
                  </a:moveTo>
                  <a:cubicBezTo>
                    <a:pt x="24735" y="102"/>
                    <a:pt x="25698" y="131"/>
                    <a:pt x="26748" y="845"/>
                  </a:cubicBezTo>
                  <a:cubicBezTo>
                    <a:pt x="28666" y="2151"/>
                    <a:pt x="29395" y="4696"/>
                    <a:pt x="29669" y="6601"/>
                  </a:cubicBezTo>
                  <a:lnTo>
                    <a:pt x="29969" y="8735"/>
                  </a:lnTo>
                  <a:lnTo>
                    <a:pt x="29969" y="10419"/>
                  </a:lnTo>
                  <a:cubicBezTo>
                    <a:pt x="29969" y="11031"/>
                    <a:pt x="29534" y="11558"/>
                    <a:pt x="28933" y="11671"/>
                  </a:cubicBezTo>
                  <a:cubicBezTo>
                    <a:pt x="27678" y="11907"/>
                    <a:pt x="25959" y="12522"/>
                    <a:pt x="24890" y="14109"/>
                  </a:cubicBezTo>
                  <a:cubicBezTo>
                    <a:pt x="23953" y="15502"/>
                    <a:pt x="23710" y="17382"/>
                    <a:pt x="24169" y="19700"/>
                  </a:cubicBezTo>
                  <a:lnTo>
                    <a:pt x="16466" y="19700"/>
                  </a:lnTo>
                  <a:lnTo>
                    <a:pt x="16466" y="102"/>
                  </a:lnTo>
                  <a:lnTo>
                    <a:pt x="24551" y="102"/>
                  </a:lnTo>
                  <a:cubicBezTo>
                    <a:pt x="24552" y="102"/>
                    <a:pt x="24560" y="102"/>
                    <a:pt x="24574" y="102"/>
                  </a:cubicBezTo>
                  <a:close/>
                  <a:moveTo>
                    <a:pt x="24592" y="1"/>
                  </a:moveTo>
                  <a:cubicBezTo>
                    <a:pt x="24568" y="1"/>
                    <a:pt x="24553" y="1"/>
                    <a:pt x="24548" y="2"/>
                  </a:cubicBezTo>
                  <a:lnTo>
                    <a:pt x="16366" y="2"/>
                  </a:lnTo>
                  <a:lnTo>
                    <a:pt x="9078" y="3"/>
                  </a:lnTo>
                  <a:cubicBezTo>
                    <a:pt x="6159" y="553"/>
                    <a:pt x="1728" y="5207"/>
                    <a:pt x="439" y="6621"/>
                  </a:cubicBezTo>
                  <a:cubicBezTo>
                    <a:pt x="157" y="6932"/>
                    <a:pt x="1" y="7333"/>
                    <a:pt x="1" y="7753"/>
                  </a:cubicBezTo>
                  <a:lnTo>
                    <a:pt x="1" y="12707"/>
                  </a:lnTo>
                  <a:cubicBezTo>
                    <a:pt x="1" y="12932"/>
                    <a:pt x="98" y="13150"/>
                    <a:pt x="268" y="13304"/>
                  </a:cubicBezTo>
                  <a:cubicBezTo>
                    <a:pt x="2799" y="15610"/>
                    <a:pt x="1637" y="19695"/>
                    <a:pt x="1626" y="19736"/>
                  </a:cubicBezTo>
                  <a:lnTo>
                    <a:pt x="1608" y="19800"/>
                  </a:lnTo>
                  <a:lnTo>
                    <a:pt x="24291" y="19800"/>
                  </a:lnTo>
                  <a:lnTo>
                    <a:pt x="24280" y="19741"/>
                  </a:lnTo>
                  <a:cubicBezTo>
                    <a:pt x="23810" y="17423"/>
                    <a:pt x="24044" y="15547"/>
                    <a:pt x="24974" y="14164"/>
                  </a:cubicBezTo>
                  <a:cubicBezTo>
                    <a:pt x="26023" y="12607"/>
                    <a:pt x="27714" y="12003"/>
                    <a:pt x="28951" y="11770"/>
                  </a:cubicBezTo>
                  <a:cubicBezTo>
                    <a:pt x="29599" y="11649"/>
                    <a:pt x="30069" y="11080"/>
                    <a:pt x="30069" y="10419"/>
                  </a:cubicBezTo>
                  <a:lnTo>
                    <a:pt x="30069" y="8730"/>
                  </a:lnTo>
                  <a:lnTo>
                    <a:pt x="29770" y="6587"/>
                  </a:lnTo>
                  <a:cubicBezTo>
                    <a:pt x="29491" y="4660"/>
                    <a:pt x="28751" y="2084"/>
                    <a:pt x="26799" y="759"/>
                  </a:cubicBezTo>
                  <a:cubicBezTo>
                    <a:pt x="25749" y="47"/>
                    <a:pt x="24807" y="1"/>
                    <a:pt x="24592" y="1"/>
                  </a:cubicBezTo>
                  <a:close/>
                </a:path>
              </a:pathLst>
            </a:custGeom>
            <a:gradFill>
              <a:gsLst>
                <a:gs pos="0">
                  <a:schemeClr val="lt2"/>
                </a:gs>
                <a:gs pos="100000">
                  <a:schemeClr val="dk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534" name="Google Shape;534;p45"/>
          <p:cNvGrpSpPr/>
          <p:nvPr/>
        </p:nvGrpSpPr>
        <p:grpSpPr>
          <a:xfrm>
            <a:off x="6874644" y="1958028"/>
            <a:ext cx="1806738" cy="3035443"/>
            <a:chOff x="6484504" y="1911584"/>
            <a:chExt cx="1935860" cy="3252377"/>
          </a:xfrm>
        </p:grpSpPr>
        <p:sp>
          <p:nvSpPr>
            <p:cNvPr id="535" name="Google Shape;535;p45"/>
            <p:cNvSpPr/>
            <p:nvPr/>
          </p:nvSpPr>
          <p:spPr>
            <a:xfrm>
              <a:off x="6836521" y="4915155"/>
              <a:ext cx="1052" cy="789"/>
            </a:xfrm>
            <a:custGeom>
              <a:avLst/>
              <a:gdLst/>
              <a:ahLst/>
              <a:cxnLst/>
              <a:rect l="l" t="t" r="r" b="b"/>
              <a:pathLst>
                <a:path w="16" h="12" extrusionOk="0">
                  <a:moveTo>
                    <a:pt x="16" y="0"/>
                  </a:moveTo>
                  <a:cubicBezTo>
                    <a:pt x="13" y="2"/>
                    <a:pt x="9" y="4"/>
                    <a:pt x="6" y="7"/>
                  </a:cubicBezTo>
                  <a:lnTo>
                    <a:pt x="6" y="7"/>
                  </a:lnTo>
                  <a:cubicBezTo>
                    <a:pt x="10" y="4"/>
                    <a:pt x="13" y="2"/>
                    <a:pt x="16" y="0"/>
                  </a:cubicBezTo>
                  <a:close/>
                  <a:moveTo>
                    <a:pt x="6" y="7"/>
                  </a:moveTo>
                  <a:cubicBezTo>
                    <a:pt x="5" y="8"/>
                    <a:pt x="4" y="9"/>
                    <a:pt x="2" y="10"/>
                  </a:cubicBezTo>
                  <a:lnTo>
                    <a:pt x="2" y="10"/>
                  </a:lnTo>
                  <a:cubicBezTo>
                    <a:pt x="3" y="9"/>
                    <a:pt x="5" y="8"/>
                    <a:pt x="6" y="8"/>
                  </a:cubicBezTo>
                  <a:cubicBezTo>
                    <a:pt x="6" y="7"/>
                    <a:pt x="6" y="7"/>
                    <a:pt x="6" y="7"/>
                  </a:cubicBezTo>
                  <a:close/>
                  <a:moveTo>
                    <a:pt x="2" y="10"/>
                  </a:moveTo>
                  <a:cubicBezTo>
                    <a:pt x="1" y="11"/>
                    <a:pt x="1" y="11"/>
                    <a:pt x="0" y="12"/>
                  </a:cubicBezTo>
                  <a:cubicBezTo>
                    <a:pt x="1" y="11"/>
                    <a:pt x="1" y="11"/>
                    <a:pt x="2" y="10"/>
                  </a:cubicBezTo>
                  <a:close/>
                </a:path>
              </a:pathLst>
            </a:custGeom>
            <a:solidFill>
              <a:srgbClr val="3838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36" name="Google Shape;536;p45"/>
            <p:cNvSpPr/>
            <p:nvPr/>
          </p:nvSpPr>
          <p:spPr>
            <a:xfrm>
              <a:off x="6509150" y="2123411"/>
              <a:ext cx="1031685" cy="1838723"/>
            </a:xfrm>
            <a:custGeom>
              <a:avLst/>
              <a:gdLst/>
              <a:ahLst/>
              <a:cxnLst/>
              <a:rect l="l" t="t" r="r" b="b"/>
              <a:pathLst>
                <a:path w="15697" h="27976" extrusionOk="0">
                  <a:moveTo>
                    <a:pt x="1131" y="0"/>
                  </a:moveTo>
                  <a:cubicBezTo>
                    <a:pt x="506" y="0"/>
                    <a:pt x="0" y="508"/>
                    <a:pt x="0" y="1132"/>
                  </a:cubicBezTo>
                  <a:lnTo>
                    <a:pt x="0" y="16614"/>
                  </a:lnTo>
                  <a:lnTo>
                    <a:pt x="0" y="27975"/>
                  </a:lnTo>
                  <a:lnTo>
                    <a:pt x="15697" y="27975"/>
                  </a:lnTo>
                  <a:lnTo>
                    <a:pt x="15697" y="1132"/>
                  </a:lnTo>
                  <a:cubicBezTo>
                    <a:pt x="15697" y="508"/>
                    <a:pt x="15189" y="0"/>
                    <a:pt x="14565" y="0"/>
                  </a:cubicBez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37" name="Google Shape;537;p45"/>
            <p:cNvSpPr/>
            <p:nvPr/>
          </p:nvSpPr>
          <p:spPr>
            <a:xfrm>
              <a:off x="6509150" y="3962031"/>
              <a:ext cx="1031685" cy="657447"/>
            </a:xfrm>
            <a:custGeom>
              <a:avLst/>
              <a:gdLst/>
              <a:ahLst/>
              <a:cxnLst/>
              <a:rect l="l" t="t" r="r" b="b"/>
              <a:pathLst>
                <a:path w="15697" h="10003" extrusionOk="0">
                  <a:moveTo>
                    <a:pt x="0" y="0"/>
                  </a:moveTo>
                  <a:lnTo>
                    <a:pt x="0" y="8870"/>
                  </a:lnTo>
                  <a:cubicBezTo>
                    <a:pt x="0" y="9495"/>
                    <a:pt x="506" y="10002"/>
                    <a:pt x="1131" y="10002"/>
                  </a:cubicBezTo>
                  <a:lnTo>
                    <a:pt x="14565" y="10002"/>
                  </a:lnTo>
                  <a:cubicBezTo>
                    <a:pt x="15189" y="10002"/>
                    <a:pt x="15697" y="9495"/>
                    <a:pt x="15697" y="8870"/>
                  </a:cubicBezTo>
                  <a:lnTo>
                    <a:pt x="1569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38" name="Google Shape;538;p45"/>
            <p:cNvSpPr/>
            <p:nvPr/>
          </p:nvSpPr>
          <p:spPr>
            <a:xfrm>
              <a:off x="6620421" y="2278782"/>
              <a:ext cx="796390" cy="1368592"/>
            </a:xfrm>
            <a:custGeom>
              <a:avLst/>
              <a:gdLst/>
              <a:ahLst/>
              <a:cxnLst/>
              <a:rect l="l" t="t" r="r" b="b"/>
              <a:pathLst>
                <a:path w="12117" h="20823" extrusionOk="0">
                  <a:moveTo>
                    <a:pt x="88" y="1"/>
                  </a:moveTo>
                  <a:cubicBezTo>
                    <a:pt x="40" y="1"/>
                    <a:pt x="0" y="40"/>
                    <a:pt x="0" y="88"/>
                  </a:cubicBezTo>
                  <a:lnTo>
                    <a:pt x="0" y="12755"/>
                  </a:lnTo>
                  <a:cubicBezTo>
                    <a:pt x="0" y="12803"/>
                    <a:pt x="40" y="12842"/>
                    <a:pt x="88" y="12842"/>
                  </a:cubicBezTo>
                  <a:lnTo>
                    <a:pt x="12028" y="12842"/>
                  </a:lnTo>
                  <a:cubicBezTo>
                    <a:pt x="12077" y="12842"/>
                    <a:pt x="12117" y="12803"/>
                    <a:pt x="12117" y="12755"/>
                  </a:cubicBezTo>
                  <a:lnTo>
                    <a:pt x="12117" y="88"/>
                  </a:lnTo>
                  <a:cubicBezTo>
                    <a:pt x="12117" y="40"/>
                    <a:pt x="12077" y="1"/>
                    <a:pt x="12028" y="1"/>
                  </a:cubicBezTo>
                  <a:close/>
                  <a:moveTo>
                    <a:pt x="29" y="13955"/>
                  </a:moveTo>
                  <a:cubicBezTo>
                    <a:pt x="13" y="13955"/>
                    <a:pt x="0" y="13967"/>
                    <a:pt x="0" y="13983"/>
                  </a:cubicBezTo>
                  <a:lnTo>
                    <a:pt x="0" y="15316"/>
                  </a:lnTo>
                  <a:cubicBezTo>
                    <a:pt x="0" y="15333"/>
                    <a:pt x="13" y="15345"/>
                    <a:pt x="29" y="15345"/>
                  </a:cubicBezTo>
                  <a:lnTo>
                    <a:pt x="12087" y="15345"/>
                  </a:lnTo>
                  <a:cubicBezTo>
                    <a:pt x="12104" y="15345"/>
                    <a:pt x="12117" y="15333"/>
                    <a:pt x="12117" y="15316"/>
                  </a:cubicBezTo>
                  <a:lnTo>
                    <a:pt x="12117" y="13983"/>
                  </a:lnTo>
                  <a:cubicBezTo>
                    <a:pt x="12117" y="13967"/>
                    <a:pt x="12104" y="13955"/>
                    <a:pt x="12087" y="13955"/>
                  </a:cubicBezTo>
                  <a:close/>
                  <a:moveTo>
                    <a:pt x="10" y="16625"/>
                  </a:moveTo>
                  <a:cubicBezTo>
                    <a:pt x="5" y="16625"/>
                    <a:pt x="0" y="16629"/>
                    <a:pt x="0" y="16636"/>
                  </a:cubicBezTo>
                  <a:lnTo>
                    <a:pt x="0" y="19883"/>
                  </a:lnTo>
                  <a:cubicBezTo>
                    <a:pt x="0" y="19888"/>
                    <a:pt x="5" y="19893"/>
                    <a:pt x="10" y="19893"/>
                  </a:cubicBezTo>
                  <a:lnTo>
                    <a:pt x="1041" y="19893"/>
                  </a:lnTo>
                  <a:cubicBezTo>
                    <a:pt x="1046" y="19893"/>
                    <a:pt x="1052" y="19888"/>
                    <a:pt x="1052" y="19883"/>
                  </a:cubicBezTo>
                  <a:lnTo>
                    <a:pt x="1052" y="16636"/>
                  </a:lnTo>
                  <a:cubicBezTo>
                    <a:pt x="1052" y="16629"/>
                    <a:pt x="1046" y="16625"/>
                    <a:pt x="1041" y="16625"/>
                  </a:cubicBezTo>
                  <a:close/>
                  <a:moveTo>
                    <a:pt x="1340" y="16625"/>
                  </a:moveTo>
                  <a:cubicBezTo>
                    <a:pt x="1335" y="16625"/>
                    <a:pt x="1331" y="16629"/>
                    <a:pt x="1331" y="16636"/>
                  </a:cubicBezTo>
                  <a:lnTo>
                    <a:pt x="1331" y="19883"/>
                  </a:lnTo>
                  <a:cubicBezTo>
                    <a:pt x="1331" y="19888"/>
                    <a:pt x="1335" y="19893"/>
                    <a:pt x="1340" y="19893"/>
                  </a:cubicBezTo>
                  <a:lnTo>
                    <a:pt x="2371" y="19893"/>
                  </a:lnTo>
                  <a:cubicBezTo>
                    <a:pt x="2376" y="19893"/>
                    <a:pt x="2382" y="19888"/>
                    <a:pt x="2382" y="19883"/>
                  </a:cubicBezTo>
                  <a:lnTo>
                    <a:pt x="2382" y="16636"/>
                  </a:lnTo>
                  <a:cubicBezTo>
                    <a:pt x="2382" y="16629"/>
                    <a:pt x="2376" y="16625"/>
                    <a:pt x="2371" y="16625"/>
                  </a:cubicBezTo>
                  <a:close/>
                  <a:moveTo>
                    <a:pt x="9745" y="16625"/>
                  </a:moveTo>
                  <a:cubicBezTo>
                    <a:pt x="9739" y="16625"/>
                    <a:pt x="9735" y="16629"/>
                    <a:pt x="9735" y="16636"/>
                  </a:cubicBezTo>
                  <a:lnTo>
                    <a:pt x="9735" y="19883"/>
                  </a:lnTo>
                  <a:cubicBezTo>
                    <a:pt x="9735" y="19888"/>
                    <a:pt x="9739" y="19893"/>
                    <a:pt x="9745" y="19893"/>
                  </a:cubicBezTo>
                  <a:lnTo>
                    <a:pt x="10775" y="19893"/>
                  </a:lnTo>
                  <a:cubicBezTo>
                    <a:pt x="10782" y="19893"/>
                    <a:pt x="10787" y="19888"/>
                    <a:pt x="10787" y="19883"/>
                  </a:cubicBezTo>
                  <a:lnTo>
                    <a:pt x="10787" y="16636"/>
                  </a:lnTo>
                  <a:cubicBezTo>
                    <a:pt x="10787" y="16629"/>
                    <a:pt x="10782" y="16625"/>
                    <a:pt x="10775" y="16625"/>
                  </a:cubicBezTo>
                  <a:close/>
                  <a:moveTo>
                    <a:pt x="11076" y="16625"/>
                  </a:moveTo>
                  <a:cubicBezTo>
                    <a:pt x="11069" y="16625"/>
                    <a:pt x="11065" y="16629"/>
                    <a:pt x="11065" y="16636"/>
                  </a:cubicBezTo>
                  <a:lnTo>
                    <a:pt x="11065" y="19883"/>
                  </a:lnTo>
                  <a:cubicBezTo>
                    <a:pt x="11065" y="19888"/>
                    <a:pt x="11069" y="19893"/>
                    <a:pt x="11076" y="19893"/>
                  </a:cubicBezTo>
                  <a:lnTo>
                    <a:pt x="12107" y="19893"/>
                  </a:lnTo>
                  <a:cubicBezTo>
                    <a:pt x="12112" y="19893"/>
                    <a:pt x="12117" y="19888"/>
                    <a:pt x="12117" y="19883"/>
                  </a:cubicBezTo>
                  <a:lnTo>
                    <a:pt x="12117" y="16636"/>
                  </a:lnTo>
                  <a:cubicBezTo>
                    <a:pt x="12117" y="16629"/>
                    <a:pt x="12112" y="16625"/>
                    <a:pt x="12107" y="16625"/>
                  </a:cubicBezTo>
                  <a:close/>
                  <a:moveTo>
                    <a:pt x="6162" y="16965"/>
                  </a:moveTo>
                  <a:cubicBezTo>
                    <a:pt x="6986" y="16965"/>
                    <a:pt x="7654" y="17634"/>
                    <a:pt x="7654" y="18459"/>
                  </a:cubicBezTo>
                  <a:cubicBezTo>
                    <a:pt x="7654" y="19283"/>
                    <a:pt x="6986" y="19952"/>
                    <a:pt x="6162" y="19952"/>
                  </a:cubicBezTo>
                  <a:cubicBezTo>
                    <a:pt x="5336" y="19952"/>
                    <a:pt x="4668" y="19283"/>
                    <a:pt x="4668" y="18459"/>
                  </a:cubicBezTo>
                  <a:cubicBezTo>
                    <a:pt x="4668" y="17634"/>
                    <a:pt x="5336" y="16965"/>
                    <a:pt x="6162" y="16965"/>
                  </a:cubicBezTo>
                  <a:close/>
                  <a:moveTo>
                    <a:pt x="6162" y="16095"/>
                  </a:moveTo>
                  <a:cubicBezTo>
                    <a:pt x="4856" y="16095"/>
                    <a:pt x="3797" y="17153"/>
                    <a:pt x="3797" y="18459"/>
                  </a:cubicBezTo>
                  <a:cubicBezTo>
                    <a:pt x="3797" y="19765"/>
                    <a:pt x="4856" y="20823"/>
                    <a:pt x="6162" y="20823"/>
                  </a:cubicBezTo>
                  <a:cubicBezTo>
                    <a:pt x="7466" y="20823"/>
                    <a:pt x="8525" y="19765"/>
                    <a:pt x="8525" y="18459"/>
                  </a:cubicBezTo>
                  <a:cubicBezTo>
                    <a:pt x="8525" y="17153"/>
                    <a:pt x="7466" y="16095"/>
                    <a:pt x="6162" y="16095"/>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39" name="Google Shape;539;p45"/>
            <p:cNvSpPr/>
            <p:nvPr/>
          </p:nvSpPr>
          <p:spPr>
            <a:xfrm>
              <a:off x="6620421" y="3707549"/>
              <a:ext cx="796390" cy="753866"/>
            </a:xfrm>
            <a:custGeom>
              <a:avLst/>
              <a:gdLst/>
              <a:ahLst/>
              <a:cxnLst/>
              <a:rect l="l" t="t" r="r" b="b"/>
              <a:pathLst>
                <a:path w="12117" h="11470" extrusionOk="0">
                  <a:moveTo>
                    <a:pt x="68" y="1"/>
                  </a:moveTo>
                  <a:cubicBezTo>
                    <a:pt x="30" y="1"/>
                    <a:pt x="0" y="32"/>
                    <a:pt x="0" y="69"/>
                  </a:cubicBezTo>
                  <a:lnTo>
                    <a:pt x="0" y="11402"/>
                  </a:lnTo>
                  <a:cubicBezTo>
                    <a:pt x="0" y="11439"/>
                    <a:pt x="30" y="11470"/>
                    <a:pt x="68" y="11470"/>
                  </a:cubicBezTo>
                  <a:lnTo>
                    <a:pt x="6088" y="11470"/>
                  </a:lnTo>
                  <a:lnTo>
                    <a:pt x="6088" y="1"/>
                  </a:lnTo>
                  <a:close/>
                  <a:moveTo>
                    <a:pt x="6234" y="1"/>
                  </a:moveTo>
                  <a:lnTo>
                    <a:pt x="6234" y="11470"/>
                  </a:lnTo>
                  <a:lnTo>
                    <a:pt x="12049" y="11470"/>
                  </a:lnTo>
                  <a:cubicBezTo>
                    <a:pt x="12087" y="11470"/>
                    <a:pt x="12117" y="11439"/>
                    <a:pt x="12117" y="11402"/>
                  </a:cubicBezTo>
                  <a:lnTo>
                    <a:pt x="12117" y="69"/>
                  </a:lnTo>
                  <a:cubicBezTo>
                    <a:pt x="12117" y="32"/>
                    <a:pt x="12086" y="1"/>
                    <a:pt x="12049" y="1"/>
                  </a:cubicBezTo>
                  <a:close/>
                </a:path>
              </a:pathLst>
            </a:custGeom>
            <a:gradFill>
              <a:gsLst>
                <a:gs pos="0">
                  <a:schemeClr val="lt2"/>
                </a:gs>
                <a:gs pos="100000">
                  <a:schemeClr val="dk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40" name="Google Shape;540;p45"/>
            <p:cNvSpPr/>
            <p:nvPr/>
          </p:nvSpPr>
          <p:spPr>
            <a:xfrm>
              <a:off x="6863139" y="2393469"/>
              <a:ext cx="310814" cy="614726"/>
            </a:xfrm>
            <a:custGeom>
              <a:avLst/>
              <a:gdLst/>
              <a:ahLst/>
              <a:cxnLst/>
              <a:rect l="l" t="t" r="r" b="b"/>
              <a:pathLst>
                <a:path w="4729" h="9353" extrusionOk="0">
                  <a:moveTo>
                    <a:pt x="3884" y="1151"/>
                  </a:moveTo>
                  <a:cubicBezTo>
                    <a:pt x="4189" y="1151"/>
                    <a:pt x="4438" y="1490"/>
                    <a:pt x="4438" y="1905"/>
                  </a:cubicBezTo>
                  <a:lnTo>
                    <a:pt x="4438" y="8202"/>
                  </a:lnTo>
                  <a:cubicBezTo>
                    <a:pt x="4438" y="8618"/>
                    <a:pt x="4189" y="8956"/>
                    <a:pt x="3884" y="8956"/>
                  </a:cubicBezTo>
                  <a:lnTo>
                    <a:pt x="848" y="8956"/>
                  </a:lnTo>
                  <a:cubicBezTo>
                    <a:pt x="542" y="8956"/>
                    <a:pt x="293" y="8618"/>
                    <a:pt x="293" y="8202"/>
                  </a:cubicBezTo>
                  <a:lnTo>
                    <a:pt x="293" y="1905"/>
                  </a:lnTo>
                  <a:cubicBezTo>
                    <a:pt x="293" y="1490"/>
                    <a:pt x="542" y="1151"/>
                    <a:pt x="848" y="1151"/>
                  </a:cubicBezTo>
                  <a:close/>
                  <a:moveTo>
                    <a:pt x="1964" y="0"/>
                  </a:moveTo>
                  <a:cubicBezTo>
                    <a:pt x="1768" y="0"/>
                    <a:pt x="1607" y="219"/>
                    <a:pt x="1607" y="488"/>
                  </a:cubicBezTo>
                  <a:lnTo>
                    <a:pt x="1607" y="755"/>
                  </a:lnTo>
                  <a:lnTo>
                    <a:pt x="848" y="755"/>
                  </a:lnTo>
                  <a:cubicBezTo>
                    <a:pt x="381" y="755"/>
                    <a:pt x="1" y="1271"/>
                    <a:pt x="1" y="1905"/>
                  </a:cubicBezTo>
                  <a:lnTo>
                    <a:pt x="1" y="8202"/>
                  </a:lnTo>
                  <a:cubicBezTo>
                    <a:pt x="1" y="8837"/>
                    <a:pt x="381" y="9353"/>
                    <a:pt x="848" y="9353"/>
                  </a:cubicBezTo>
                  <a:lnTo>
                    <a:pt x="3884" y="9353"/>
                  </a:lnTo>
                  <a:cubicBezTo>
                    <a:pt x="4350" y="9353"/>
                    <a:pt x="4729" y="8837"/>
                    <a:pt x="4729" y="8202"/>
                  </a:cubicBezTo>
                  <a:lnTo>
                    <a:pt x="4729" y="1905"/>
                  </a:lnTo>
                  <a:cubicBezTo>
                    <a:pt x="4729" y="1271"/>
                    <a:pt x="4350" y="755"/>
                    <a:pt x="3884" y="755"/>
                  </a:cubicBezTo>
                  <a:lnTo>
                    <a:pt x="3065" y="755"/>
                  </a:lnTo>
                  <a:lnTo>
                    <a:pt x="3065" y="488"/>
                  </a:lnTo>
                  <a:cubicBezTo>
                    <a:pt x="3065" y="219"/>
                    <a:pt x="2906" y="0"/>
                    <a:pt x="270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41" name="Google Shape;541;p45"/>
            <p:cNvSpPr/>
            <p:nvPr/>
          </p:nvSpPr>
          <p:spPr>
            <a:xfrm>
              <a:off x="6900865" y="2609043"/>
              <a:ext cx="234178" cy="346108"/>
            </a:xfrm>
            <a:custGeom>
              <a:avLst/>
              <a:gdLst/>
              <a:ahLst/>
              <a:cxnLst/>
              <a:rect l="l" t="t" r="r" b="b"/>
              <a:pathLst>
                <a:path w="3563" h="5266" extrusionOk="0">
                  <a:moveTo>
                    <a:pt x="60" y="1"/>
                  </a:moveTo>
                  <a:cubicBezTo>
                    <a:pt x="28" y="1"/>
                    <a:pt x="1" y="28"/>
                    <a:pt x="1" y="59"/>
                  </a:cubicBezTo>
                  <a:lnTo>
                    <a:pt x="1" y="5208"/>
                  </a:lnTo>
                  <a:cubicBezTo>
                    <a:pt x="1" y="5239"/>
                    <a:pt x="28" y="5266"/>
                    <a:pt x="60" y="5266"/>
                  </a:cubicBezTo>
                  <a:lnTo>
                    <a:pt x="3503" y="5266"/>
                  </a:lnTo>
                  <a:cubicBezTo>
                    <a:pt x="3536" y="5266"/>
                    <a:pt x="3561" y="5239"/>
                    <a:pt x="3563" y="5208"/>
                  </a:cubicBezTo>
                  <a:lnTo>
                    <a:pt x="3563" y="59"/>
                  </a:lnTo>
                  <a:cubicBezTo>
                    <a:pt x="3563" y="28"/>
                    <a:pt x="3536" y="1"/>
                    <a:pt x="3503" y="1"/>
                  </a:cubicBezTo>
                  <a:close/>
                </a:path>
              </a:pathLst>
            </a:custGeom>
            <a:gradFill>
              <a:gsLst>
                <a:gs pos="0">
                  <a:schemeClr val="accent2"/>
                </a:gs>
                <a:gs pos="100000">
                  <a:schemeClr val="dk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42" name="Google Shape;542;p45"/>
            <p:cNvSpPr/>
            <p:nvPr/>
          </p:nvSpPr>
          <p:spPr>
            <a:xfrm>
              <a:off x="6558443" y="2159625"/>
              <a:ext cx="858368" cy="47716"/>
            </a:xfrm>
            <a:custGeom>
              <a:avLst/>
              <a:gdLst/>
              <a:ahLst/>
              <a:cxnLst/>
              <a:rect l="l" t="t" r="r" b="b"/>
              <a:pathLst>
                <a:path w="13060" h="726" extrusionOk="0">
                  <a:moveTo>
                    <a:pt x="44" y="0"/>
                  </a:moveTo>
                  <a:cubicBezTo>
                    <a:pt x="20" y="0"/>
                    <a:pt x="1" y="20"/>
                    <a:pt x="1" y="44"/>
                  </a:cubicBezTo>
                  <a:lnTo>
                    <a:pt x="1" y="682"/>
                  </a:lnTo>
                  <a:cubicBezTo>
                    <a:pt x="1" y="706"/>
                    <a:pt x="20" y="725"/>
                    <a:pt x="44" y="725"/>
                  </a:cubicBezTo>
                  <a:lnTo>
                    <a:pt x="13016" y="725"/>
                  </a:lnTo>
                  <a:cubicBezTo>
                    <a:pt x="13040" y="725"/>
                    <a:pt x="13060" y="706"/>
                    <a:pt x="13060" y="682"/>
                  </a:cubicBezTo>
                  <a:lnTo>
                    <a:pt x="13060" y="44"/>
                  </a:lnTo>
                  <a:cubicBezTo>
                    <a:pt x="13060" y="20"/>
                    <a:pt x="13040" y="0"/>
                    <a:pt x="1301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43" name="Google Shape;543;p45"/>
            <p:cNvSpPr/>
            <p:nvPr/>
          </p:nvSpPr>
          <p:spPr>
            <a:xfrm>
              <a:off x="7450120" y="2159625"/>
              <a:ext cx="63688" cy="63622"/>
            </a:xfrm>
            <a:custGeom>
              <a:avLst/>
              <a:gdLst/>
              <a:ahLst/>
              <a:cxnLst/>
              <a:rect l="l" t="t" r="r" b="b"/>
              <a:pathLst>
                <a:path w="969" h="968" extrusionOk="0">
                  <a:moveTo>
                    <a:pt x="484" y="0"/>
                  </a:moveTo>
                  <a:cubicBezTo>
                    <a:pt x="216" y="0"/>
                    <a:pt x="0" y="217"/>
                    <a:pt x="0" y="484"/>
                  </a:cubicBezTo>
                  <a:cubicBezTo>
                    <a:pt x="0" y="751"/>
                    <a:pt x="216" y="967"/>
                    <a:pt x="484" y="967"/>
                  </a:cubicBezTo>
                  <a:cubicBezTo>
                    <a:pt x="751" y="967"/>
                    <a:pt x="968" y="751"/>
                    <a:pt x="968" y="484"/>
                  </a:cubicBezTo>
                  <a:cubicBezTo>
                    <a:pt x="968" y="217"/>
                    <a:pt x="751" y="0"/>
                    <a:pt x="48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44" name="Google Shape;544;p45"/>
            <p:cNvSpPr/>
            <p:nvPr/>
          </p:nvSpPr>
          <p:spPr>
            <a:xfrm>
              <a:off x="6961068" y="2649069"/>
              <a:ext cx="129938" cy="226291"/>
            </a:xfrm>
            <a:custGeom>
              <a:avLst/>
              <a:gdLst/>
              <a:ahLst/>
              <a:cxnLst/>
              <a:rect l="l" t="t" r="r" b="b"/>
              <a:pathLst>
                <a:path w="1977" h="3443" extrusionOk="0">
                  <a:moveTo>
                    <a:pt x="323" y="1"/>
                  </a:moveTo>
                  <a:cubicBezTo>
                    <a:pt x="259" y="1"/>
                    <a:pt x="207" y="49"/>
                    <a:pt x="200" y="111"/>
                  </a:cubicBezTo>
                  <a:lnTo>
                    <a:pt x="9" y="1922"/>
                  </a:lnTo>
                  <a:cubicBezTo>
                    <a:pt x="1" y="1994"/>
                    <a:pt x="57" y="2058"/>
                    <a:pt x="131" y="2058"/>
                  </a:cubicBezTo>
                  <a:lnTo>
                    <a:pt x="761" y="2058"/>
                  </a:lnTo>
                  <a:cubicBezTo>
                    <a:pt x="837" y="2058"/>
                    <a:pt x="895" y="2125"/>
                    <a:pt x="883" y="2202"/>
                  </a:cubicBezTo>
                  <a:lnTo>
                    <a:pt x="692" y="3299"/>
                  </a:lnTo>
                  <a:cubicBezTo>
                    <a:pt x="677" y="3385"/>
                    <a:pt x="746" y="3443"/>
                    <a:pt x="815" y="3443"/>
                  </a:cubicBezTo>
                  <a:cubicBezTo>
                    <a:pt x="857" y="3443"/>
                    <a:pt x="898" y="3422"/>
                    <a:pt x="922" y="3375"/>
                  </a:cubicBezTo>
                  <a:lnTo>
                    <a:pt x="1936" y="1365"/>
                  </a:lnTo>
                  <a:cubicBezTo>
                    <a:pt x="1977" y="1283"/>
                    <a:pt x="1917" y="1187"/>
                    <a:pt x="1825" y="1187"/>
                  </a:cubicBezTo>
                  <a:lnTo>
                    <a:pt x="1107" y="1187"/>
                  </a:lnTo>
                  <a:cubicBezTo>
                    <a:pt x="1014" y="1187"/>
                    <a:pt x="955" y="1086"/>
                    <a:pt x="999" y="1006"/>
                  </a:cubicBezTo>
                  <a:lnTo>
                    <a:pt x="1444" y="183"/>
                  </a:lnTo>
                  <a:cubicBezTo>
                    <a:pt x="1488" y="101"/>
                    <a:pt x="1428" y="1"/>
                    <a:pt x="13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45" name="Google Shape;545;p45"/>
            <p:cNvSpPr/>
            <p:nvPr/>
          </p:nvSpPr>
          <p:spPr>
            <a:xfrm>
              <a:off x="6484504" y="1911584"/>
              <a:ext cx="1068228" cy="211897"/>
            </a:xfrm>
            <a:custGeom>
              <a:avLst/>
              <a:gdLst/>
              <a:ahLst/>
              <a:cxnLst/>
              <a:rect l="l" t="t" r="r" b="b"/>
              <a:pathLst>
                <a:path w="16253" h="3224" extrusionOk="0">
                  <a:moveTo>
                    <a:pt x="67" y="0"/>
                  </a:moveTo>
                  <a:cubicBezTo>
                    <a:pt x="30" y="0"/>
                    <a:pt x="1" y="32"/>
                    <a:pt x="1" y="67"/>
                  </a:cubicBezTo>
                  <a:lnTo>
                    <a:pt x="1" y="3157"/>
                  </a:lnTo>
                  <a:cubicBezTo>
                    <a:pt x="1" y="3193"/>
                    <a:pt x="30" y="3223"/>
                    <a:pt x="67" y="3223"/>
                  </a:cubicBezTo>
                  <a:lnTo>
                    <a:pt x="16186" y="3223"/>
                  </a:lnTo>
                  <a:cubicBezTo>
                    <a:pt x="16223" y="3223"/>
                    <a:pt x="16253" y="3193"/>
                    <a:pt x="16253" y="3157"/>
                  </a:cubicBezTo>
                  <a:lnTo>
                    <a:pt x="16253" y="67"/>
                  </a:lnTo>
                  <a:cubicBezTo>
                    <a:pt x="16253" y="32"/>
                    <a:pt x="16223" y="0"/>
                    <a:pt x="16186" y="0"/>
                  </a:cubicBezTo>
                  <a:close/>
                </a:path>
              </a:pathLst>
            </a:custGeom>
            <a:gradFill>
              <a:gsLst>
                <a:gs pos="0">
                  <a:schemeClr val="lt1"/>
                </a:gs>
                <a:gs pos="100000">
                  <a:schemeClr val="accent3"/>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46" name="Google Shape;546;p45"/>
            <p:cNvSpPr/>
            <p:nvPr/>
          </p:nvSpPr>
          <p:spPr>
            <a:xfrm>
              <a:off x="6620421" y="1911584"/>
              <a:ext cx="746965" cy="211897"/>
            </a:xfrm>
            <a:custGeom>
              <a:avLst/>
              <a:gdLst/>
              <a:ahLst/>
              <a:cxnLst/>
              <a:rect l="l" t="t" r="r" b="b"/>
              <a:pathLst>
                <a:path w="11365" h="3224" extrusionOk="0">
                  <a:moveTo>
                    <a:pt x="181" y="0"/>
                  </a:moveTo>
                  <a:cubicBezTo>
                    <a:pt x="81" y="0"/>
                    <a:pt x="0" y="82"/>
                    <a:pt x="0" y="183"/>
                  </a:cubicBezTo>
                  <a:lnTo>
                    <a:pt x="0" y="3042"/>
                  </a:lnTo>
                  <a:cubicBezTo>
                    <a:pt x="0" y="3141"/>
                    <a:pt x="82" y="3223"/>
                    <a:pt x="181" y="3223"/>
                  </a:cubicBezTo>
                  <a:cubicBezTo>
                    <a:pt x="282" y="3223"/>
                    <a:pt x="364" y="3141"/>
                    <a:pt x="364" y="3042"/>
                  </a:cubicBezTo>
                  <a:lnTo>
                    <a:pt x="364" y="183"/>
                  </a:lnTo>
                  <a:cubicBezTo>
                    <a:pt x="364" y="82"/>
                    <a:pt x="282" y="0"/>
                    <a:pt x="181" y="0"/>
                  </a:cubicBezTo>
                  <a:close/>
                  <a:moveTo>
                    <a:pt x="2382" y="0"/>
                  </a:moveTo>
                  <a:cubicBezTo>
                    <a:pt x="2282" y="0"/>
                    <a:pt x="2200" y="82"/>
                    <a:pt x="2200" y="183"/>
                  </a:cubicBezTo>
                  <a:lnTo>
                    <a:pt x="2200" y="3042"/>
                  </a:lnTo>
                  <a:cubicBezTo>
                    <a:pt x="2200" y="3141"/>
                    <a:pt x="2282" y="3223"/>
                    <a:pt x="2382" y="3223"/>
                  </a:cubicBezTo>
                  <a:cubicBezTo>
                    <a:pt x="2481" y="3223"/>
                    <a:pt x="2563" y="3141"/>
                    <a:pt x="2563" y="3042"/>
                  </a:cubicBezTo>
                  <a:lnTo>
                    <a:pt x="2563" y="183"/>
                  </a:lnTo>
                  <a:cubicBezTo>
                    <a:pt x="2563" y="82"/>
                    <a:pt x="2481" y="0"/>
                    <a:pt x="2382" y="0"/>
                  </a:cubicBezTo>
                  <a:close/>
                  <a:moveTo>
                    <a:pt x="4583" y="0"/>
                  </a:moveTo>
                  <a:cubicBezTo>
                    <a:pt x="4483" y="0"/>
                    <a:pt x="4401" y="82"/>
                    <a:pt x="4401" y="183"/>
                  </a:cubicBezTo>
                  <a:lnTo>
                    <a:pt x="4401" y="3042"/>
                  </a:lnTo>
                  <a:cubicBezTo>
                    <a:pt x="4401" y="3141"/>
                    <a:pt x="4483" y="3223"/>
                    <a:pt x="4583" y="3223"/>
                  </a:cubicBezTo>
                  <a:cubicBezTo>
                    <a:pt x="4682" y="3223"/>
                    <a:pt x="4764" y="3141"/>
                    <a:pt x="4764" y="3042"/>
                  </a:cubicBezTo>
                  <a:lnTo>
                    <a:pt x="4764" y="183"/>
                  </a:lnTo>
                  <a:cubicBezTo>
                    <a:pt x="4764" y="82"/>
                    <a:pt x="4682" y="0"/>
                    <a:pt x="4583" y="0"/>
                  </a:cubicBezTo>
                  <a:close/>
                  <a:moveTo>
                    <a:pt x="6782" y="0"/>
                  </a:moveTo>
                  <a:cubicBezTo>
                    <a:pt x="6683" y="0"/>
                    <a:pt x="6601" y="82"/>
                    <a:pt x="6601" y="183"/>
                  </a:cubicBezTo>
                  <a:lnTo>
                    <a:pt x="6601" y="3042"/>
                  </a:lnTo>
                  <a:cubicBezTo>
                    <a:pt x="6601" y="3141"/>
                    <a:pt x="6682" y="3223"/>
                    <a:pt x="6782" y="3223"/>
                  </a:cubicBezTo>
                  <a:cubicBezTo>
                    <a:pt x="6883" y="3223"/>
                    <a:pt x="6965" y="3141"/>
                    <a:pt x="6965" y="3042"/>
                  </a:cubicBezTo>
                  <a:lnTo>
                    <a:pt x="6965" y="183"/>
                  </a:lnTo>
                  <a:cubicBezTo>
                    <a:pt x="6965" y="82"/>
                    <a:pt x="6883" y="0"/>
                    <a:pt x="6782" y="0"/>
                  </a:cubicBezTo>
                  <a:close/>
                  <a:moveTo>
                    <a:pt x="8983" y="0"/>
                  </a:moveTo>
                  <a:cubicBezTo>
                    <a:pt x="8883" y="0"/>
                    <a:pt x="8801" y="82"/>
                    <a:pt x="8801" y="183"/>
                  </a:cubicBezTo>
                  <a:lnTo>
                    <a:pt x="8801" y="3042"/>
                  </a:lnTo>
                  <a:cubicBezTo>
                    <a:pt x="8801" y="3141"/>
                    <a:pt x="8883" y="3223"/>
                    <a:pt x="8983" y="3223"/>
                  </a:cubicBezTo>
                  <a:cubicBezTo>
                    <a:pt x="9083" y="3223"/>
                    <a:pt x="9164" y="3141"/>
                    <a:pt x="9164" y="3042"/>
                  </a:cubicBezTo>
                  <a:lnTo>
                    <a:pt x="9164" y="183"/>
                  </a:lnTo>
                  <a:cubicBezTo>
                    <a:pt x="9164" y="82"/>
                    <a:pt x="9083" y="0"/>
                    <a:pt x="8983" y="0"/>
                  </a:cubicBezTo>
                  <a:close/>
                  <a:moveTo>
                    <a:pt x="11184" y="0"/>
                  </a:moveTo>
                  <a:cubicBezTo>
                    <a:pt x="11083" y="0"/>
                    <a:pt x="11001" y="82"/>
                    <a:pt x="11001" y="183"/>
                  </a:cubicBezTo>
                  <a:lnTo>
                    <a:pt x="11001" y="3042"/>
                  </a:lnTo>
                  <a:cubicBezTo>
                    <a:pt x="11001" y="3141"/>
                    <a:pt x="11083" y="3223"/>
                    <a:pt x="11184" y="3223"/>
                  </a:cubicBezTo>
                  <a:cubicBezTo>
                    <a:pt x="11283" y="3223"/>
                    <a:pt x="11365" y="3141"/>
                    <a:pt x="11365" y="3042"/>
                  </a:cubicBezTo>
                  <a:lnTo>
                    <a:pt x="11365" y="183"/>
                  </a:lnTo>
                  <a:cubicBezTo>
                    <a:pt x="11365" y="82"/>
                    <a:pt x="11283" y="0"/>
                    <a:pt x="1118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47" name="Google Shape;547;p45"/>
            <p:cNvSpPr/>
            <p:nvPr/>
          </p:nvSpPr>
          <p:spPr>
            <a:xfrm>
              <a:off x="8157507" y="4149277"/>
              <a:ext cx="3549" cy="394"/>
            </a:xfrm>
            <a:custGeom>
              <a:avLst/>
              <a:gdLst/>
              <a:ahLst/>
              <a:cxnLst/>
              <a:rect l="l" t="t" r="r" b="b"/>
              <a:pathLst>
                <a:path w="54" h="6" extrusionOk="0">
                  <a:moveTo>
                    <a:pt x="3" y="0"/>
                  </a:moveTo>
                  <a:cubicBezTo>
                    <a:pt x="1" y="0"/>
                    <a:pt x="12" y="1"/>
                    <a:pt x="53" y="5"/>
                  </a:cubicBezTo>
                  <a:cubicBezTo>
                    <a:pt x="52" y="4"/>
                    <a:pt x="52" y="4"/>
                    <a:pt x="50" y="4"/>
                  </a:cubicBezTo>
                  <a:lnTo>
                    <a:pt x="49" y="4"/>
                  </a:lnTo>
                  <a:lnTo>
                    <a:pt x="15" y="1"/>
                  </a:lnTo>
                  <a:cubicBezTo>
                    <a:pt x="9" y="0"/>
                    <a:pt x="4" y="0"/>
                    <a:pt x="3" y="0"/>
                  </a:cubicBezTo>
                  <a:close/>
                </a:path>
              </a:pathLst>
            </a:custGeom>
            <a:solidFill>
              <a:srgbClr val="3838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48" name="Google Shape;548;p45"/>
            <p:cNvSpPr/>
            <p:nvPr/>
          </p:nvSpPr>
          <p:spPr>
            <a:xfrm>
              <a:off x="6754038" y="3146663"/>
              <a:ext cx="1666326" cy="2017297"/>
            </a:xfrm>
            <a:custGeom>
              <a:avLst/>
              <a:gdLst/>
              <a:ahLst/>
              <a:cxnLst/>
              <a:rect l="l" t="t" r="r" b="b"/>
              <a:pathLst>
                <a:path w="25353" h="30693" extrusionOk="0">
                  <a:moveTo>
                    <a:pt x="12053" y="0"/>
                  </a:moveTo>
                  <a:cubicBezTo>
                    <a:pt x="12007" y="0"/>
                    <a:pt x="11971" y="36"/>
                    <a:pt x="11971" y="81"/>
                  </a:cubicBezTo>
                  <a:lnTo>
                    <a:pt x="11971" y="8453"/>
                  </a:lnTo>
                  <a:cubicBezTo>
                    <a:pt x="11971" y="8498"/>
                    <a:pt x="12007" y="8535"/>
                    <a:pt x="12053" y="8535"/>
                  </a:cubicBezTo>
                  <a:lnTo>
                    <a:pt x="12936" y="8535"/>
                  </a:lnTo>
                  <a:cubicBezTo>
                    <a:pt x="12959" y="8794"/>
                    <a:pt x="12981" y="9051"/>
                    <a:pt x="13003" y="9309"/>
                  </a:cubicBezTo>
                  <a:cubicBezTo>
                    <a:pt x="13195" y="11609"/>
                    <a:pt x="13319" y="13920"/>
                    <a:pt x="13292" y="16228"/>
                  </a:cubicBezTo>
                  <a:cubicBezTo>
                    <a:pt x="13280" y="17378"/>
                    <a:pt x="13230" y="18529"/>
                    <a:pt x="13092" y="19670"/>
                  </a:cubicBezTo>
                  <a:cubicBezTo>
                    <a:pt x="13083" y="19735"/>
                    <a:pt x="13076" y="19799"/>
                    <a:pt x="13068" y="19862"/>
                  </a:cubicBezTo>
                  <a:cubicBezTo>
                    <a:pt x="13066" y="19868"/>
                    <a:pt x="13066" y="19874"/>
                    <a:pt x="13065" y="19878"/>
                  </a:cubicBezTo>
                  <a:cubicBezTo>
                    <a:pt x="13065" y="19882"/>
                    <a:pt x="13063" y="19886"/>
                    <a:pt x="13063" y="19892"/>
                  </a:cubicBezTo>
                  <a:cubicBezTo>
                    <a:pt x="13059" y="19923"/>
                    <a:pt x="13055" y="19956"/>
                    <a:pt x="13049" y="19987"/>
                  </a:cubicBezTo>
                  <a:cubicBezTo>
                    <a:pt x="13031" y="20120"/>
                    <a:pt x="13010" y="20253"/>
                    <a:pt x="12988" y="20384"/>
                  </a:cubicBezTo>
                  <a:cubicBezTo>
                    <a:pt x="12949" y="20616"/>
                    <a:pt x="12905" y="20848"/>
                    <a:pt x="12853" y="21077"/>
                  </a:cubicBezTo>
                  <a:cubicBezTo>
                    <a:pt x="12761" y="21491"/>
                    <a:pt x="12641" y="21895"/>
                    <a:pt x="12487" y="22291"/>
                  </a:cubicBezTo>
                  <a:cubicBezTo>
                    <a:pt x="12485" y="22296"/>
                    <a:pt x="12481" y="22305"/>
                    <a:pt x="12478" y="22313"/>
                  </a:cubicBezTo>
                  <a:cubicBezTo>
                    <a:pt x="12472" y="22326"/>
                    <a:pt x="12467" y="22339"/>
                    <a:pt x="12461" y="22353"/>
                  </a:cubicBezTo>
                  <a:cubicBezTo>
                    <a:pt x="12443" y="22394"/>
                    <a:pt x="12424" y="22433"/>
                    <a:pt x="12405" y="22474"/>
                  </a:cubicBezTo>
                  <a:cubicBezTo>
                    <a:pt x="12365" y="22558"/>
                    <a:pt x="12321" y="22640"/>
                    <a:pt x="12276" y="22720"/>
                  </a:cubicBezTo>
                  <a:cubicBezTo>
                    <a:pt x="12235" y="22790"/>
                    <a:pt x="12193" y="22859"/>
                    <a:pt x="12147" y="22925"/>
                  </a:cubicBezTo>
                  <a:cubicBezTo>
                    <a:pt x="12129" y="22952"/>
                    <a:pt x="12108" y="22980"/>
                    <a:pt x="12088" y="23007"/>
                  </a:cubicBezTo>
                  <a:cubicBezTo>
                    <a:pt x="12077" y="23020"/>
                    <a:pt x="12067" y="23034"/>
                    <a:pt x="12055" y="23047"/>
                  </a:cubicBezTo>
                  <a:cubicBezTo>
                    <a:pt x="12010" y="23102"/>
                    <a:pt x="11961" y="23154"/>
                    <a:pt x="11908" y="23202"/>
                  </a:cubicBezTo>
                  <a:cubicBezTo>
                    <a:pt x="11884" y="23226"/>
                    <a:pt x="11858" y="23249"/>
                    <a:pt x="11832" y="23272"/>
                  </a:cubicBezTo>
                  <a:cubicBezTo>
                    <a:pt x="11827" y="23277"/>
                    <a:pt x="11821" y="23282"/>
                    <a:pt x="11817" y="23284"/>
                  </a:cubicBezTo>
                  <a:cubicBezTo>
                    <a:pt x="11812" y="23287"/>
                    <a:pt x="11807" y="23291"/>
                    <a:pt x="11800" y="23296"/>
                  </a:cubicBezTo>
                  <a:cubicBezTo>
                    <a:pt x="11745" y="23331"/>
                    <a:pt x="11691" y="23366"/>
                    <a:pt x="11631" y="23397"/>
                  </a:cubicBezTo>
                  <a:cubicBezTo>
                    <a:pt x="11589" y="23420"/>
                    <a:pt x="11544" y="23440"/>
                    <a:pt x="11500" y="23460"/>
                  </a:cubicBezTo>
                  <a:cubicBezTo>
                    <a:pt x="11479" y="23469"/>
                    <a:pt x="11385" y="23511"/>
                    <a:pt x="11386" y="23511"/>
                  </a:cubicBezTo>
                  <a:cubicBezTo>
                    <a:pt x="11387" y="23511"/>
                    <a:pt x="11387" y="23511"/>
                    <a:pt x="11387" y="23511"/>
                  </a:cubicBezTo>
                  <a:lnTo>
                    <a:pt x="11387" y="23511"/>
                  </a:lnTo>
                  <a:cubicBezTo>
                    <a:pt x="10364" y="23933"/>
                    <a:pt x="9251" y="24149"/>
                    <a:pt x="8170" y="24361"/>
                  </a:cubicBezTo>
                  <a:cubicBezTo>
                    <a:pt x="6902" y="24609"/>
                    <a:pt x="5627" y="24815"/>
                    <a:pt x="4365" y="25084"/>
                  </a:cubicBezTo>
                  <a:cubicBezTo>
                    <a:pt x="3323" y="25304"/>
                    <a:pt x="2235" y="25543"/>
                    <a:pt x="1288" y="26045"/>
                  </a:cubicBezTo>
                  <a:cubicBezTo>
                    <a:pt x="605" y="26407"/>
                    <a:pt x="0" y="27024"/>
                    <a:pt x="202" y="27857"/>
                  </a:cubicBezTo>
                  <a:cubicBezTo>
                    <a:pt x="396" y="28653"/>
                    <a:pt x="1141" y="29272"/>
                    <a:pt x="1815" y="29665"/>
                  </a:cubicBezTo>
                  <a:cubicBezTo>
                    <a:pt x="3051" y="30385"/>
                    <a:pt x="4528" y="30692"/>
                    <a:pt x="5984" y="30692"/>
                  </a:cubicBezTo>
                  <a:cubicBezTo>
                    <a:pt x="6630" y="30692"/>
                    <a:pt x="7272" y="30632"/>
                    <a:pt x="7887" y="30520"/>
                  </a:cubicBezTo>
                  <a:cubicBezTo>
                    <a:pt x="10171" y="30104"/>
                    <a:pt x="12284" y="28781"/>
                    <a:pt x="13311" y="26648"/>
                  </a:cubicBezTo>
                  <a:cubicBezTo>
                    <a:pt x="13602" y="26043"/>
                    <a:pt x="13811" y="25402"/>
                    <a:pt x="13934" y="24742"/>
                  </a:cubicBezTo>
                  <a:cubicBezTo>
                    <a:pt x="14013" y="24318"/>
                    <a:pt x="14056" y="23889"/>
                    <a:pt x="14130" y="23467"/>
                  </a:cubicBezTo>
                  <a:cubicBezTo>
                    <a:pt x="14208" y="23034"/>
                    <a:pt x="14303" y="22606"/>
                    <a:pt x="14417" y="22183"/>
                  </a:cubicBezTo>
                  <a:cubicBezTo>
                    <a:pt x="14810" y="20727"/>
                    <a:pt x="15441" y="19337"/>
                    <a:pt x="16350" y="18131"/>
                  </a:cubicBezTo>
                  <a:cubicBezTo>
                    <a:pt x="17032" y="17225"/>
                    <a:pt x="17892" y="16432"/>
                    <a:pt x="18884" y="15882"/>
                  </a:cubicBezTo>
                  <a:cubicBezTo>
                    <a:pt x="18991" y="15823"/>
                    <a:pt x="19100" y="15766"/>
                    <a:pt x="19210" y="15712"/>
                  </a:cubicBezTo>
                  <a:cubicBezTo>
                    <a:pt x="19264" y="15687"/>
                    <a:pt x="19319" y="15662"/>
                    <a:pt x="19373" y="15638"/>
                  </a:cubicBezTo>
                  <a:cubicBezTo>
                    <a:pt x="19400" y="15625"/>
                    <a:pt x="19427" y="15614"/>
                    <a:pt x="19454" y="15602"/>
                  </a:cubicBezTo>
                  <a:cubicBezTo>
                    <a:pt x="19463" y="15598"/>
                    <a:pt x="19468" y="15595"/>
                    <a:pt x="19471" y="15594"/>
                  </a:cubicBezTo>
                  <a:cubicBezTo>
                    <a:pt x="19476" y="15592"/>
                    <a:pt x="19486" y="15588"/>
                    <a:pt x="19502" y="15582"/>
                  </a:cubicBezTo>
                  <a:cubicBezTo>
                    <a:pt x="19707" y="15502"/>
                    <a:pt x="19916" y="15428"/>
                    <a:pt x="20129" y="15372"/>
                  </a:cubicBezTo>
                  <a:cubicBezTo>
                    <a:pt x="20230" y="15345"/>
                    <a:pt x="20330" y="15321"/>
                    <a:pt x="20432" y="15301"/>
                  </a:cubicBezTo>
                  <a:cubicBezTo>
                    <a:pt x="20481" y="15291"/>
                    <a:pt x="20531" y="15283"/>
                    <a:pt x="20580" y="15274"/>
                  </a:cubicBezTo>
                  <a:cubicBezTo>
                    <a:pt x="20599" y="15271"/>
                    <a:pt x="20619" y="15268"/>
                    <a:pt x="20639" y="15265"/>
                  </a:cubicBezTo>
                  <a:lnTo>
                    <a:pt x="20639" y="15265"/>
                  </a:lnTo>
                  <a:cubicBezTo>
                    <a:pt x="20613" y="15270"/>
                    <a:pt x="20604" y="15271"/>
                    <a:pt x="20605" y="15271"/>
                  </a:cubicBezTo>
                  <a:cubicBezTo>
                    <a:pt x="20606" y="15271"/>
                    <a:pt x="20662" y="15263"/>
                    <a:pt x="20678" y="15262"/>
                  </a:cubicBezTo>
                  <a:cubicBezTo>
                    <a:pt x="20807" y="15248"/>
                    <a:pt x="20938" y="15240"/>
                    <a:pt x="21068" y="15240"/>
                  </a:cubicBezTo>
                  <a:cubicBezTo>
                    <a:pt x="21121" y="15240"/>
                    <a:pt x="21174" y="15242"/>
                    <a:pt x="21226" y="15245"/>
                  </a:cubicBezTo>
                  <a:cubicBezTo>
                    <a:pt x="21270" y="15246"/>
                    <a:pt x="21312" y="15250"/>
                    <a:pt x="21356" y="15254"/>
                  </a:cubicBezTo>
                  <a:cubicBezTo>
                    <a:pt x="21360" y="15254"/>
                    <a:pt x="21365" y="15256"/>
                    <a:pt x="21370" y="15256"/>
                  </a:cubicBezTo>
                  <a:cubicBezTo>
                    <a:pt x="21380" y="15256"/>
                    <a:pt x="21393" y="15257"/>
                    <a:pt x="21403" y="15260"/>
                  </a:cubicBezTo>
                  <a:cubicBezTo>
                    <a:pt x="21405" y="15260"/>
                    <a:pt x="21408" y="15260"/>
                    <a:pt x="21410" y="15261"/>
                  </a:cubicBezTo>
                  <a:lnTo>
                    <a:pt x="21410" y="15261"/>
                  </a:lnTo>
                  <a:cubicBezTo>
                    <a:pt x="21488" y="15275"/>
                    <a:pt x="21566" y="15289"/>
                    <a:pt x="21643" y="15310"/>
                  </a:cubicBezTo>
                  <a:cubicBezTo>
                    <a:pt x="21654" y="15312"/>
                    <a:pt x="21666" y="15315"/>
                    <a:pt x="21677" y="15320"/>
                  </a:cubicBezTo>
                  <a:cubicBezTo>
                    <a:pt x="21599" y="15461"/>
                    <a:pt x="21547" y="15560"/>
                    <a:pt x="21547" y="15560"/>
                  </a:cubicBezTo>
                  <a:cubicBezTo>
                    <a:pt x="21503" y="15623"/>
                    <a:pt x="22555" y="16060"/>
                    <a:pt x="23057" y="16207"/>
                  </a:cubicBezTo>
                  <a:cubicBezTo>
                    <a:pt x="23081" y="16279"/>
                    <a:pt x="23137" y="16340"/>
                    <a:pt x="23219" y="16364"/>
                  </a:cubicBezTo>
                  <a:lnTo>
                    <a:pt x="23222" y="16364"/>
                  </a:lnTo>
                  <a:cubicBezTo>
                    <a:pt x="23244" y="16371"/>
                    <a:pt x="23266" y="16374"/>
                    <a:pt x="23289" y="16374"/>
                  </a:cubicBezTo>
                  <a:cubicBezTo>
                    <a:pt x="23315" y="16374"/>
                    <a:pt x="23341" y="16370"/>
                    <a:pt x="23366" y="16361"/>
                  </a:cubicBezTo>
                  <a:cubicBezTo>
                    <a:pt x="23629" y="16275"/>
                    <a:pt x="24556" y="15963"/>
                    <a:pt x="25174" y="15655"/>
                  </a:cubicBezTo>
                  <a:cubicBezTo>
                    <a:pt x="25348" y="15567"/>
                    <a:pt x="25352" y="15317"/>
                    <a:pt x="25180" y="15225"/>
                  </a:cubicBezTo>
                  <a:cubicBezTo>
                    <a:pt x="24915" y="15085"/>
                    <a:pt x="24495" y="14921"/>
                    <a:pt x="23909" y="14863"/>
                  </a:cubicBezTo>
                  <a:cubicBezTo>
                    <a:pt x="23900" y="14862"/>
                    <a:pt x="23891" y="14862"/>
                    <a:pt x="23882" y="14862"/>
                  </a:cubicBezTo>
                  <a:cubicBezTo>
                    <a:pt x="23803" y="14862"/>
                    <a:pt x="23727" y="14901"/>
                    <a:pt x="23681" y="14968"/>
                  </a:cubicBezTo>
                  <a:cubicBezTo>
                    <a:pt x="23212" y="14746"/>
                    <a:pt x="22327" y="14361"/>
                    <a:pt x="22272" y="14347"/>
                  </a:cubicBezTo>
                  <a:cubicBezTo>
                    <a:pt x="22272" y="14347"/>
                    <a:pt x="22271" y="14347"/>
                    <a:pt x="22271" y="14347"/>
                  </a:cubicBezTo>
                  <a:cubicBezTo>
                    <a:pt x="22244" y="14347"/>
                    <a:pt x="22150" y="14488"/>
                    <a:pt x="22039" y="14675"/>
                  </a:cubicBezTo>
                  <a:cubicBezTo>
                    <a:pt x="21727" y="14562"/>
                    <a:pt x="21396" y="14515"/>
                    <a:pt x="21062" y="14515"/>
                  </a:cubicBezTo>
                  <a:cubicBezTo>
                    <a:pt x="20725" y="14515"/>
                    <a:pt x="20385" y="14563"/>
                    <a:pt x="20063" y="14640"/>
                  </a:cubicBezTo>
                  <a:cubicBezTo>
                    <a:pt x="19049" y="14880"/>
                    <a:pt x="18124" y="15423"/>
                    <a:pt x="17322" y="16077"/>
                  </a:cubicBezTo>
                  <a:cubicBezTo>
                    <a:pt x="14981" y="17984"/>
                    <a:pt x="13740" y="20971"/>
                    <a:pt x="13332" y="23899"/>
                  </a:cubicBezTo>
                  <a:cubicBezTo>
                    <a:pt x="13239" y="24565"/>
                    <a:pt x="13103" y="25263"/>
                    <a:pt x="12846" y="25915"/>
                  </a:cubicBezTo>
                  <a:cubicBezTo>
                    <a:pt x="12668" y="26370"/>
                    <a:pt x="12306" y="27006"/>
                    <a:pt x="12015" y="27376"/>
                  </a:cubicBezTo>
                  <a:cubicBezTo>
                    <a:pt x="11318" y="28263"/>
                    <a:pt x="10484" y="28863"/>
                    <a:pt x="9445" y="29310"/>
                  </a:cubicBezTo>
                  <a:cubicBezTo>
                    <a:pt x="9439" y="29313"/>
                    <a:pt x="9435" y="29314"/>
                    <a:pt x="9431" y="29316"/>
                  </a:cubicBezTo>
                  <a:cubicBezTo>
                    <a:pt x="9425" y="29318"/>
                    <a:pt x="9418" y="29321"/>
                    <a:pt x="9407" y="29326"/>
                  </a:cubicBezTo>
                  <a:cubicBezTo>
                    <a:pt x="9376" y="29338"/>
                    <a:pt x="9344" y="29351"/>
                    <a:pt x="9313" y="29364"/>
                  </a:cubicBezTo>
                  <a:cubicBezTo>
                    <a:pt x="9251" y="29388"/>
                    <a:pt x="9188" y="29412"/>
                    <a:pt x="9124" y="29434"/>
                  </a:cubicBezTo>
                  <a:cubicBezTo>
                    <a:pt x="8987" y="29485"/>
                    <a:pt x="8848" y="29532"/>
                    <a:pt x="8708" y="29574"/>
                  </a:cubicBezTo>
                  <a:cubicBezTo>
                    <a:pt x="8451" y="29653"/>
                    <a:pt x="8190" y="29720"/>
                    <a:pt x="7925" y="29775"/>
                  </a:cubicBezTo>
                  <a:cubicBezTo>
                    <a:pt x="7374" y="29891"/>
                    <a:pt x="6953" y="29939"/>
                    <a:pt x="6363" y="29957"/>
                  </a:cubicBezTo>
                  <a:cubicBezTo>
                    <a:pt x="6262" y="29960"/>
                    <a:pt x="6161" y="29962"/>
                    <a:pt x="6059" y="29962"/>
                  </a:cubicBezTo>
                  <a:cubicBezTo>
                    <a:pt x="5639" y="29962"/>
                    <a:pt x="5218" y="29936"/>
                    <a:pt x="4800" y="29881"/>
                  </a:cubicBezTo>
                  <a:cubicBezTo>
                    <a:pt x="4803" y="29881"/>
                    <a:pt x="4704" y="29867"/>
                    <a:pt x="4686" y="29864"/>
                  </a:cubicBezTo>
                  <a:cubicBezTo>
                    <a:pt x="4623" y="29854"/>
                    <a:pt x="4561" y="29844"/>
                    <a:pt x="4500" y="29833"/>
                  </a:cubicBezTo>
                  <a:cubicBezTo>
                    <a:pt x="4368" y="29810"/>
                    <a:pt x="4236" y="29785"/>
                    <a:pt x="4106" y="29755"/>
                  </a:cubicBezTo>
                  <a:cubicBezTo>
                    <a:pt x="3872" y="29704"/>
                    <a:pt x="3640" y="29644"/>
                    <a:pt x="3411" y="29571"/>
                  </a:cubicBezTo>
                  <a:cubicBezTo>
                    <a:pt x="3300" y="29536"/>
                    <a:pt x="3192" y="29499"/>
                    <a:pt x="3083" y="29460"/>
                  </a:cubicBezTo>
                  <a:cubicBezTo>
                    <a:pt x="3029" y="29440"/>
                    <a:pt x="2975" y="29420"/>
                    <a:pt x="2923" y="29399"/>
                  </a:cubicBezTo>
                  <a:cubicBezTo>
                    <a:pt x="2896" y="29389"/>
                    <a:pt x="2871" y="29379"/>
                    <a:pt x="2845" y="29368"/>
                  </a:cubicBezTo>
                  <a:cubicBezTo>
                    <a:pt x="2833" y="29364"/>
                    <a:pt x="2824" y="29359"/>
                    <a:pt x="2817" y="29358"/>
                  </a:cubicBezTo>
                  <a:cubicBezTo>
                    <a:pt x="2816" y="29357"/>
                    <a:pt x="2811" y="29354"/>
                    <a:pt x="2803" y="29351"/>
                  </a:cubicBezTo>
                  <a:cubicBezTo>
                    <a:pt x="2606" y="29265"/>
                    <a:pt x="2413" y="29171"/>
                    <a:pt x="2226" y="29064"/>
                  </a:cubicBezTo>
                  <a:cubicBezTo>
                    <a:pt x="2055" y="28966"/>
                    <a:pt x="1891" y="28860"/>
                    <a:pt x="1733" y="28743"/>
                  </a:cubicBezTo>
                  <a:cubicBezTo>
                    <a:pt x="1729" y="28739"/>
                    <a:pt x="1675" y="28697"/>
                    <a:pt x="1662" y="28687"/>
                  </a:cubicBezTo>
                  <a:cubicBezTo>
                    <a:pt x="1625" y="28656"/>
                    <a:pt x="1590" y="28626"/>
                    <a:pt x="1555" y="28595"/>
                  </a:cubicBezTo>
                  <a:cubicBezTo>
                    <a:pt x="1480" y="28528"/>
                    <a:pt x="1408" y="28459"/>
                    <a:pt x="1340" y="28387"/>
                  </a:cubicBezTo>
                  <a:cubicBezTo>
                    <a:pt x="1289" y="28332"/>
                    <a:pt x="1241" y="28277"/>
                    <a:pt x="1194" y="28219"/>
                  </a:cubicBezTo>
                  <a:lnTo>
                    <a:pt x="1194" y="28219"/>
                  </a:lnTo>
                  <a:cubicBezTo>
                    <a:pt x="1195" y="28219"/>
                    <a:pt x="1195" y="28219"/>
                    <a:pt x="1195" y="28219"/>
                  </a:cubicBezTo>
                  <a:cubicBezTo>
                    <a:pt x="1196" y="28219"/>
                    <a:pt x="1146" y="28153"/>
                    <a:pt x="1134" y="28137"/>
                  </a:cubicBezTo>
                  <a:cubicBezTo>
                    <a:pt x="1107" y="28097"/>
                    <a:pt x="1081" y="28058"/>
                    <a:pt x="1056" y="28017"/>
                  </a:cubicBezTo>
                  <a:cubicBezTo>
                    <a:pt x="1030" y="27976"/>
                    <a:pt x="1008" y="27935"/>
                    <a:pt x="985" y="27892"/>
                  </a:cubicBezTo>
                  <a:cubicBezTo>
                    <a:pt x="975" y="27871"/>
                    <a:pt x="946" y="27795"/>
                    <a:pt x="944" y="27795"/>
                  </a:cubicBezTo>
                  <a:cubicBezTo>
                    <a:pt x="944" y="27795"/>
                    <a:pt x="944" y="27795"/>
                    <a:pt x="944" y="27795"/>
                  </a:cubicBezTo>
                  <a:cubicBezTo>
                    <a:pt x="926" y="27730"/>
                    <a:pt x="909" y="27665"/>
                    <a:pt x="889" y="27600"/>
                  </a:cubicBezTo>
                  <a:cubicBezTo>
                    <a:pt x="888" y="27586"/>
                    <a:pt x="885" y="27571"/>
                    <a:pt x="885" y="27559"/>
                  </a:cubicBezTo>
                  <a:cubicBezTo>
                    <a:pt x="885" y="27529"/>
                    <a:pt x="886" y="27499"/>
                    <a:pt x="886" y="27470"/>
                  </a:cubicBezTo>
                  <a:cubicBezTo>
                    <a:pt x="885" y="27464"/>
                    <a:pt x="885" y="27458"/>
                    <a:pt x="885" y="27453"/>
                  </a:cubicBezTo>
                  <a:cubicBezTo>
                    <a:pt x="886" y="27451"/>
                    <a:pt x="886" y="27448"/>
                    <a:pt x="888" y="27447"/>
                  </a:cubicBezTo>
                  <a:cubicBezTo>
                    <a:pt x="898" y="27409"/>
                    <a:pt x="907" y="27369"/>
                    <a:pt x="917" y="27331"/>
                  </a:cubicBezTo>
                  <a:cubicBezTo>
                    <a:pt x="919" y="27324"/>
                    <a:pt x="920" y="27317"/>
                    <a:pt x="922" y="27313"/>
                  </a:cubicBezTo>
                  <a:cubicBezTo>
                    <a:pt x="923" y="27311"/>
                    <a:pt x="924" y="27309"/>
                    <a:pt x="926" y="27306"/>
                  </a:cubicBezTo>
                  <a:cubicBezTo>
                    <a:pt x="944" y="27275"/>
                    <a:pt x="958" y="27242"/>
                    <a:pt x="977" y="27212"/>
                  </a:cubicBezTo>
                  <a:cubicBezTo>
                    <a:pt x="993" y="27186"/>
                    <a:pt x="1012" y="27162"/>
                    <a:pt x="1029" y="27137"/>
                  </a:cubicBezTo>
                  <a:lnTo>
                    <a:pt x="1029" y="27137"/>
                  </a:lnTo>
                  <a:cubicBezTo>
                    <a:pt x="1016" y="27156"/>
                    <a:pt x="1012" y="27164"/>
                    <a:pt x="1013" y="27164"/>
                  </a:cubicBezTo>
                  <a:cubicBezTo>
                    <a:pt x="1015" y="27164"/>
                    <a:pt x="1063" y="27099"/>
                    <a:pt x="1080" y="27081"/>
                  </a:cubicBezTo>
                  <a:cubicBezTo>
                    <a:pt x="1130" y="27026"/>
                    <a:pt x="1186" y="26979"/>
                    <a:pt x="1240" y="26930"/>
                  </a:cubicBezTo>
                  <a:lnTo>
                    <a:pt x="1240" y="26930"/>
                  </a:lnTo>
                  <a:cubicBezTo>
                    <a:pt x="1242" y="26929"/>
                    <a:pt x="1243" y="26928"/>
                    <a:pt x="1244" y="26928"/>
                  </a:cubicBezTo>
                  <a:lnTo>
                    <a:pt x="1244" y="26928"/>
                  </a:lnTo>
                  <a:cubicBezTo>
                    <a:pt x="1246" y="26927"/>
                    <a:pt x="1248" y="26925"/>
                    <a:pt x="1250" y="26923"/>
                  </a:cubicBezTo>
                  <a:lnTo>
                    <a:pt x="1250" y="26923"/>
                  </a:lnTo>
                  <a:cubicBezTo>
                    <a:pt x="1254" y="26921"/>
                    <a:pt x="1257" y="26918"/>
                    <a:pt x="1261" y="26914"/>
                  </a:cubicBezTo>
                  <a:cubicBezTo>
                    <a:pt x="1271" y="26907"/>
                    <a:pt x="1281" y="26899"/>
                    <a:pt x="1281" y="26899"/>
                  </a:cubicBezTo>
                  <a:lnTo>
                    <a:pt x="1281" y="26899"/>
                  </a:lnTo>
                  <a:cubicBezTo>
                    <a:pt x="1281" y="26899"/>
                    <a:pt x="1278" y="26902"/>
                    <a:pt x="1271" y="26907"/>
                  </a:cubicBezTo>
                  <a:cubicBezTo>
                    <a:pt x="1278" y="26903"/>
                    <a:pt x="1283" y="26899"/>
                    <a:pt x="1291" y="26894"/>
                  </a:cubicBezTo>
                  <a:cubicBezTo>
                    <a:pt x="1334" y="26863"/>
                    <a:pt x="1378" y="26834"/>
                    <a:pt x="1422" y="26805"/>
                  </a:cubicBezTo>
                  <a:cubicBezTo>
                    <a:pt x="1594" y="26696"/>
                    <a:pt x="1777" y="26605"/>
                    <a:pt x="1962" y="26523"/>
                  </a:cubicBezTo>
                  <a:cubicBezTo>
                    <a:pt x="1977" y="26516"/>
                    <a:pt x="1993" y="26510"/>
                    <a:pt x="2009" y="26503"/>
                  </a:cubicBezTo>
                  <a:cubicBezTo>
                    <a:pt x="2021" y="26497"/>
                    <a:pt x="2048" y="26486"/>
                    <a:pt x="2055" y="26483"/>
                  </a:cubicBezTo>
                  <a:cubicBezTo>
                    <a:pt x="2110" y="26462"/>
                    <a:pt x="2164" y="26441"/>
                    <a:pt x="2218" y="26419"/>
                  </a:cubicBezTo>
                  <a:cubicBezTo>
                    <a:pt x="2342" y="26373"/>
                    <a:pt x="2467" y="26330"/>
                    <a:pt x="2592" y="26289"/>
                  </a:cubicBezTo>
                  <a:cubicBezTo>
                    <a:pt x="2844" y="26206"/>
                    <a:pt x="3098" y="26133"/>
                    <a:pt x="3353" y="26066"/>
                  </a:cubicBezTo>
                  <a:cubicBezTo>
                    <a:pt x="4566" y="25745"/>
                    <a:pt x="5805" y="25535"/>
                    <a:pt x="7038" y="25308"/>
                  </a:cubicBezTo>
                  <a:cubicBezTo>
                    <a:pt x="8229" y="25091"/>
                    <a:pt x="9431" y="24882"/>
                    <a:pt x="10597" y="24545"/>
                  </a:cubicBezTo>
                  <a:cubicBezTo>
                    <a:pt x="11073" y="24408"/>
                    <a:pt x="11557" y="24251"/>
                    <a:pt x="11999" y="24024"/>
                  </a:cubicBezTo>
                  <a:cubicBezTo>
                    <a:pt x="12299" y="23868"/>
                    <a:pt x="12533" y="23624"/>
                    <a:pt x="12730" y="23354"/>
                  </a:cubicBezTo>
                  <a:cubicBezTo>
                    <a:pt x="13202" y="22708"/>
                    <a:pt x="13428" y="21875"/>
                    <a:pt x="13589" y="21102"/>
                  </a:cubicBezTo>
                  <a:cubicBezTo>
                    <a:pt x="13808" y="20050"/>
                    <a:pt x="13909" y="18973"/>
                    <a:pt x="13967" y="17902"/>
                  </a:cubicBezTo>
                  <a:cubicBezTo>
                    <a:pt x="14092" y="15539"/>
                    <a:pt x="14002" y="13163"/>
                    <a:pt x="13841" y="10804"/>
                  </a:cubicBezTo>
                  <a:cubicBezTo>
                    <a:pt x="13790" y="10046"/>
                    <a:pt x="13730" y="9290"/>
                    <a:pt x="13661" y="8535"/>
                  </a:cubicBezTo>
                  <a:lnTo>
                    <a:pt x="14015" y="8535"/>
                  </a:lnTo>
                  <a:cubicBezTo>
                    <a:pt x="14060" y="8535"/>
                    <a:pt x="14097" y="8498"/>
                    <a:pt x="14097" y="8453"/>
                  </a:cubicBezTo>
                  <a:lnTo>
                    <a:pt x="14097" y="81"/>
                  </a:lnTo>
                  <a:cubicBezTo>
                    <a:pt x="14097" y="36"/>
                    <a:pt x="14060" y="0"/>
                    <a:pt x="1401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36" name="Google Shape;641;p49">
            <a:extLst>
              <a:ext uri="{FF2B5EF4-FFF2-40B4-BE49-F238E27FC236}">
                <a16:creationId xmlns:a16="http://schemas.microsoft.com/office/drawing/2014/main" id="{660A80E4-71CB-452A-835C-83BC2959663C}"/>
              </a:ext>
            </a:extLst>
          </p:cNvPr>
          <p:cNvSpPr txBox="1">
            <a:spLocks/>
          </p:cNvSpPr>
          <p:nvPr/>
        </p:nvSpPr>
        <p:spPr>
          <a:xfrm>
            <a:off x="444787" y="1734650"/>
            <a:ext cx="6528009" cy="3056458"/>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Nanum Gothic"/>
              <a:buChar char="●"/>
              <a:defRPr sz="1400" b="0" i="0" u="none" strike="noStrike" cap="none">
                <a:solidFill>
                  <a:schemeClr val="dk1"/>
                </a:solidFill>
                <a:latin typeface="Nanum Gothic"/>
                <a:ea typeface="Nanum Gothic"/>
                <a:cs typeface="Nanum Gothic"/>
                <a:sym typeface="Nanum Gothic"/>
              </a:defRPr>
            </a:lvl1pPr>
            <a:lvl2pPr marL="914400" marR="0" lvl="1" indent="-317500" algn="l" rtl="0">
              <a:lnSpc>
                <a:spcPct val="100000"/>
              </a:lnSpc>
              <a:spcBef>
                <a:spcPts val="0"/>
              </a:spcBef>
              <a:spcAft>
                <a:spcPts val="0"/>
              </a:spcAft>
              <a:buClr>
                <a:schemeClr val="dk1"/>
              </a:buClr>
              <a:buSzPts val="1400"/>
              <a:buFont typeface="Nanum Gothic"/>
              <a:buChar char="○"/>
              <a:defRPr sz="1400" b="0" i="0" u="none" strike="noStrike" cap="none">
                <a:solidFill>
                  <a:schemeClr val="dk1"/>
                </a:solidFill>
                <a:latin typeface="Nanum Gothic"/>
                <a:ea typeface="Nanum Gothic"/>
                <a:cs typeface="Nanum Gothic"/>
                <a:sym typeface="Nanum Gothic"/>
              </a:defRPr>
            </a:lvl2pPr>
            <a:lvl3pPr marL="1371600" marR="0" lvl="2" indent="-317500" algn="l" rtl="0">
              <a:lnSpc>
                <a:spcPct val="100000"/>
              </a:lnSpc>
              <a:spcBef>
                <a:spcPts val="0"/>
              </a:spcBef>
              <a:spcAft>
                <a:spcPts val="0"/>
              </a:spcAft>
              <a:buClr>
                <a:schemeClr val="dk1"/>
              </a:buClr>
              <a:buSzPts val="1400"/>
              <a:buFont typeface="Nanum Gothic"/>
              <a:buChar char="■"/>
              <a:defRPr sz="1400" b="0" i="0" u="none" strike="noStrike" cap="none">
                <a:solidFill>
                  <a:schemeClr val="dk1"/>
                </a:solidFill>
                <a:latin typeface="Nanum Gothic"/>
                <a:ea typeface="Nanum Gothic"/>
                <a:cs typeface="Nanum Gothic"/>
                <a:sym typeface="Nanum Gothic"/>
              </a:defRPr>
            </a:lvl3pPr>
            <a:lvl4pPr marL="1828800" marR="0" lvl="3" indent="-317500" algn="l" rtl="0">
              <a:lnSpc>
                <a:spcPct val="100000"/>
              </a:lnSpc>
              <a:spcBef>
                <a:spcPts val="0"/>
              </a:spcBef>
              <a:spcAft>
                <a:spcPts val="0"/>
              </a:spcAft>
              <a:buClr>
                <a:schemeClr val="dk1"/>
              </a:buClr>
              <a:buSzPts val="1400"/>
              <a:buFont typeface="Nanum Gothic"/>
              <a:buChar char="●"/>
              <a:defRPr sz="1400" b="0" i="0" u="none" strike="noStrike" cap="none">
                <a:solidFill>
                  <a:schemeClr val="dk1"/>
                </a:solidFill>
                <a:latin typeface="Nanum Gothic"/>
                <a:ea typeface="Nanum Gothic"/>
                <a:cs typeface="Nanum Gothic"/>
                <a:sym typeface="Nanum Gothic"/>
              </a:defRPr>
            </a:lvl4pPr>
            <a:lvl5pPr marL="2286000" marR="0" lvl="4" indent="-317500" algn="l" rtl="0">
              <a:lnSpc>
                <a:spcPct val="100000"/>
              </a:lnSpc>
              <a:spcBef>
                <a:spcPts val="0"/>
              </a:spcBef>
              <a:spcAft>
                <a:spcPts val="0"/>
              </a:spcAft>
              <a:buClr>
                <a:schemeClr val="dk1"/>
              </a:buClr>
              <a:buSzPts val="1400"/>
              <a:buFont typeface="Nanum Gothic"/>
              <a:buChar char="○"/>
              <a:defRPr sz="1400" b="0" i="0" u="none" strike="noStrike" cap="none">
                <a:solidFill>
                  <a:schemeClr val="dk1"/>
                </a:solidFill>
                <a:latin typeface="Nanum Gothic"/>
                <a:ea typeface="Nanum Gothic"/>
                <a:cs typeface="Nanum Gothic"/>
                <a:sym typeface="Nanum Gothic"/>
              </a:defRPr>
            </a:lvl5pPr>
            <a:lvl6pPr marL="2743200" marR="0" lvl="5" indent="-317500" algn="l" rtl="0">
              <a:lnSpc>
                <a:spcPct val="100000"/>
              </a:lnSpc>
              <a:spcBef>
                <a:spcPts val="0"/>
              </a:spcBef>
              <a:spcAft>
                <a:spcPts val="0"/>
              </a:spcAft>
              <a:buClr>
                <a:schemeClr val="dk1"/>
              </a:buClr>
              <a:buSzPts val="1400"/>
              <a:buFont typeface="Nanum Gothic"/>
              <a:buChar char="■"/>
              <a:defRPr sz="1400" b="0" i="0" u="none" strike="noStrike" cap="none">
                <a:solidFill>
                  <a:schemeClr val="dk1"/>
                </a:solidFill>
                <a:latin typeface="Nanum Gothic"/>
                <a:ea typeface="Nanum Gothic"/>
                <a:cs typeface="Nanum Gothic"/>
                <a:sym typeface="Nanum Gothic"/>
              </a:defRPr>
            </a:lvl6pPr>
            <a:lvl7pPr marL="3200400" marR="0" lvl="6" indent="-317500" algn="l" rtl="0">
              <a:lnSpc>
                <a:spcPct val="100000"/>
              </a:lnSpc>
              <a:spcBef>
                <a:spcPts val="0"/>
              </a:spcBef>
              <a:spcAft>
                <a:spcPts val="0"/>
              </a:spcAft>
              <a:buClr>
                <a:schemeClr val="dk1"/>
              </a:buClr>
              <a:buSzPts val="1400"/>
              <a:buFont typeface="Nanum Gothic"/>
              <a:buChar char="●"/>
              <a:defRPr sz="1400" b="0" i="0" u="none" strike="noStrike" cap="none">
                <a:solidFill>
                  <a:schemeClr val="dk1"/>
                </a:solidFill>
                <a:latin typeface="Nanum Gothic"/>
                <a:ea typeface="Nanum Gothic"/>
                <a:cs typeface="Nanum Gothic"/>
                <a:sym typeface="Nanum Gothic"/>
              </a:defRPr>
            </a:lvl7pPr>
            <a:lvl8pPr marL="3657600" marR="0" lvl="7" indent="-317500" algn="l" rtl="0">
              <a:lnSpc>
                <a:spcPct val="100000"/>
              </a:lnSpc>
              <a:spcBef>
                <a:spcPts val="0"/>
              </a:spcBef>
              <a:spcAft>
                <a:spcPts val="0"/>
              </a:spcAft>
              <a:buClr>
                <a:schemeClr val="dk1"/>
              </a:buClr>
              <a:buSzPts val="1400"/>
              <a:buFont typeface="Nanum Gothic"/>
              <a:buChar char="○"/>
              <a:defRPr sz="1400" b="0" i="0" u="none" strike="noStrike" cap="none">
                <a:solidFill>
                  <a:schemeClr val="dk1"/>
                </a:solidFill>
                <a:latin typeface="Nanum Gothic"/>
                <a:ea typeface="Nanum Gothic"/>
                <a:cs typeface="Nanum Gothic"/>
                <a:sym typeface="Nanum Gothic"/>
              </a:defRPr>
            </a:lvl8pPr>
            <a:lvl9pPr marL="4114800" marR="0" lvl="8" indent="-317500" algn="l" rtl="0">
              <a:lnSpc>
                <a:spcPct val="100000"/>
              </a:lnSpc>
              <a:spcBef>
                <a:spcPts val="0"/>
              </a:spcBef>
              <a:spcAft>
                <a:spcPts val="0"/>
              </a:spcAft>
              <a:buClr>
                <a:schemeClr val="dk1"/>
              </a:buClr>
              <a:buSzPts val="1400"/>
              <a:buFont typeface="Nanum Gothic"/>
              <a:buChar char="■"/>
              <a:defRPr sz="1400" b="0" i="0" u="none" strike="noStrike" cap="none">
                <a:solidFill>
                  <a:schemeClr val="dk1"/>
                </a:solidFill>
                <a:latin typeface="Nanum Gothic"/>
                <a:ea typeface="Nanum Gothic"/>
                <a:cs typeface="Nanum Gothic"/>
                <a:sym typeface="Nanum Gothic"/>
              </a:defRPr>
            </a:lvl9pPr>
          </a:lstStyle>
          <a:p>
            <a:pPr marL="285750" indent="-285750">
              <a:lnSpc>
                <a:spcPct val="150000"/>
              </a:lnSpc>
              <a:buClr>
                <a:schemeClr val="accent1"/>
              </a:buClr>
            </a:pPr>
            <a:r>
              <a:rPr lang="en-US" dirty="0">
                <a:solidFill>
                  <a:schemeClr val="tx1"/>
                </a:solidFill>
                <a:latin typeface="SF Pro Text" panose="00000500000000000000" pitchFamily="2" charset="0"/>
                <a:ea typeface="SF Pro Text" panose="00000500000000000000" pitchFamily="2" charset="0"/>
              </a:rPr>
              <a:t>Design a high-quality electric golf cart with four seats suitable for various surfaces, including grassy, muddy, wet, and concrete.</a:t>
            </a:r>
          </a:p>
          <a:p>
            <a:pPr marL="285750" indent="-285750">
              <a:lnSpc>
                <a:spcPct val="150000"/>
              </a:lnSpc>
              <a:buClr>
                <a:schemeClr val="accent1"/>
              </a:buClr>
            </a:pPr>
            <a:r>
              <a:rPr lang="en-US" dirty="0">
                <a:solidFill>
                  <a:schemeClr val="tx1"/>
                </a:solidFill>
                <a:latin typeface="SF Pro Text" panose="00000500000000000000" pitchFamily="2" charset="0"/>
                <a:ea typeface="SF Pro Text" panose="00000500000000000000" pitchFamily="2" charset="0"/>
              </a:rPr>
              <a:t>Ensure the vehicle's reliability, comfort, efficiency, and long mileage by following industry standards and considering cost and technical aspects.</a:t>
            </a:r>
          </a:p>
          <a:p>
            <a:pPr marL="285750" indent="-285750">
              <a:lnSpc>
                <a:spcPct val="150000"/>
              </a:lnSpc>
              <a:buClr>
                <a:schemeClr val="accent1"/>
              </a:buClr>
            </a:pPr>
            <a:r>
              <a:rPr lang="en-US" dirty="0">
                <a:solidFill>
                  <a:schemeClr val="tx1"/>
                </a:solidFill>
                <a:latin typeface="SF Pro Text" panose="00000500000000000000" pitchFamily="2" charset="0"/>
                <a:ea typeface="SF Pro Text" panose="00000500000000000000" pitchFamily="2" charset="0"/>
              </a:rPr>
              <a:t>Contribute to eco-friendliness and cost-effectiveness by eliminating the need for liquid fuels, oil changes, and complex maintenance.</a:t>
            </a:r>
          </a:p>
          <a:p>
            <a:pPr marL="0" indent="0">
              <a:lnSpc>
                <a:spcPct val="150000"/>
              </a:lnSpc>
              <a:buFont typeface="Nanum Gothic"/>
              <a:buNone/>
            </a:pPr>
            <a:endParaRPr lang="en-US" dirty="0">
              <a:solidFill>
                <a:schemeClr val="tx1"/>
              </a:solidFill>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Google Shape;519;p45">
            <a:extLst>
              <a:ext uri="{FF2B5EF4-FFF2-40B4-BE49-F238E27FC236}">
                <a16:creationId xmlns:a16="http://schemas.microsoft.com/office/drawing/2014/main" id="{B8EC68AC-3B21-412F-A50C-B539B5A9DCED}"/>
              </a:ext>
            </a:extLst>
          </p:cNvPr>
          <p:cNvSpPr/>
          <p:nvPr/>
        </p:nvSpPr>
        <p:spPr>
          <a:xfrm>
            <a:off x="527250" y="152423"/>
            <a:ext cx="8089500" cy="607800"/>
          </a:xfrm>
          <a:prstGeom prst="round2DiagRect">
            <a:avLst>
              <a:gd name="adj1" fmla="val 16667"/>
              <a:gd name="adj2" fmla="val 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 name="TextBox 3">
            <a:extLst>
              <a:ext uri="{FF2B5EF4-FFF2-40B4-BE49-F238E27FC236}">
                <a16:creationId xmlns:a16="http://schemas.microsoft.com/office/drawing/2014/main" id="{0650354F-0346-43A2-8AD3-09D728601920}"/>
              </a:ext>
            </a:extLst>
          </p:cNvPr>
          <p:cNvSpPr txBox="1"/>
          <p:nvPr/>
        </p:nvSpPr>
        <p:spPr>
          <a:xfrm>
            <a:off x="1302026" y="175448"/>
            <a:ext cx="6539948" cy="584775"/>
          </a:xfrm>
          <a:prstGeom prst="rect">
            <a:avLst/>
          </a:prstGeom>
          <a:noFill/>
        </p:spPr>
        <p:txBody>
          <a:bodyPr wrap="square" rtlCol="0">
            <a:spAutoFit/>
          </a:bodyPr>
          <a:lstStyle/>
          <a:p>
            <a:pPr algn="ctr"/>
            <a:r>
              <a:rPr lang="en-US" sz="3200" b="1" dirty="0">
                <a:solidFill>
                  <a:schemeClr val="bg1"/>
                </a:solidFill>
                <a:latin typeface="SF Pro Text" panose="00000500000000000000"/>
              </a:rPr>
              <a:t>Electric Golf Cart</a:t>
            </a:r>
            <a:endParaRPr lang="en-IN" sz="3200" b="1" dirty="0">
              <a:solidFill>
                <a:schemeClr val="bg1"/>
              </a:solidFill>
              <a:latin typeface="SF Pro Text" panose="00000500000000000000"/>
            </a:endParaRPr>
          </a:p>
        </p:txBody>
      </p:sp>
      <p:pic>
        <p:nvPicPr>
          <p:cNvPr id="2" name="Picture 1">
            <a:extLst>
              <a:ext uri="{FF2B5EF4-FFF2-40B4-BE49-F238E27FC236}">
                <a16:creationId xmlns:a16="http://schemas.microsoft.com/office/drawing/2014/main" id="{112A85C2-4706-4022-BC0F-0AE35AB8AF9B}"/>
              </a:ext>
            </a:extLst>
          </p:cNvPr>
          <p:cNvPicPr>
            <a:picLocks noChangeAspect="1"/>
          </p:cNvPicPr>
          <p:nvPr/>
        </p:nvPicPr>
        <p:blipFill>
          <a:blip r:embed="rId2"/>
          <a:stretch>
            <a:fillRect/>
          </a:stretch>
        </p:blipFill>
        <p:spPr>
          <a:xfrm>
            <a:off x="548515" y="1392022"/>
            <a:ext cx="3791295" cy="2084826"/>
          </a:xfrm>
          <a:prstGeom prst="rect">
            <a:avLst/>
          </a:prstGeom>
        </p:spPr>
      </p:pic>
      <p:pic>
        <p:nvPicPr>
          <p:cNvPr id="6" name="Picture 5">
            <a:extLst>
              <a:ext uri="{FF2B5EF4-FFF2-40B4-BE49-F238E27FC236}">
                <a16:creationId xmlns:a16="http://schemas.microsoft.com/office/drawing/2014/main" id="{A89B6023-5B58-8F51-B564-2C4578B515BD}"/>
              </a:ext>
            </a:extLst>
          </p:cNvPr>
          <p:cNvPicPr>
            <a:picLocks noChangeAspect="1"/>
          </p:cNvPicPr>
          <p:nvPr/>
        </p:nvPicPr>
        <p:blipFill>
          <a:blip r:embed="rId3"/>
          <a:stretch>
            <a:fillRect/>
          </a:stretch>
        </p:blipFill>
        <p:spPr>
          <a:xfrm>
            <a:off x="5246229" y="2434435"/>
            <a:ext cx="3349256" cy="2090065"/>
          </a:xfrm>
          <a:prstGeom prst="rect">
            <a:avLst/>
          </a:prstGeom>
        </p:spPr>
      </p:pic>
    </p:spTree>
    <p:extLst>
      <p:ext uri="{BB962C8B-B14F-4D97-AF65-F5344CB8AC3E}">
        <p14:creationId xmlns:p14="http://schemas.microsoft.com/office/powerpoint/2010/main" val="74011009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82"/>
        <p:cNvGrpSpPr/>
        <p:nvPr/>
      </p:nvGrpSpPr>
      <p:grpSpPr>
        <a:xfrm>
          <a:off x="0" y="0"/>
          <a:ext cx="0" cy="0"/>
          <a:chOff x="0" y="0"/>
          <a:chExt cx="0" cy="0"/>
        </a:xfrm>
      </p:grpSpPr>
      <p:sp>
        <p:nvSpPr>
          <p:cNvPr id="940" name="Google Shape;940;p57"/>
          <p:cNvSpPr/>
          <p:nvPr/>
        </p:nvSpPr>
        <p:spPr>
          <a:xfrm>
            <a:off x="713250" y="2925596"/>
            <a:ext cx="7717500" cy="1061100"/>
          </a:xfrm>
          <a:prstGeom prst="round2DiagRect">
            <a:avLst>
              <a:gd name="adj1" fmla="val 16667"/>
              <a:gd name="adj2" fmla="val 0"/>
            </a:avLst>
          </a:pr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p>
        </p:txBody>
      </p:sp>
      <p:sp>
        <p:nvSpPr>
          <p:cNvPr id="883" name="Google Shape;883;p57"/>
          <p:cNvSpPr/>
          <p:nvPr/>
        </p:nvSpPr>
        <p:spPr>
          <a:xfrm flipH="1">
            <a:off x="6046530" y="607258"/>
            <a:ext cx="2025701" cy="480071"/>
          </a:xfrm>
          <a:custGeom>
            <a:avLst/>
            <a:gdLst/>
            <a:ahLst/>
            <a:cxnLst/>
            <a:rect l="l" t="t" r="r" b="b"/>
            <a:pathLst>
              <a:path w="30587" h="7248" extrusionOk="0">
                <a:moveTo>
                  <a:pt x="15926" y="0"/>
                </a:moveTo>
                <a:cubicBezTo>
                  <a:pt x="13961" y="0"/>
                  <a:pt x="12266" y="6080"/>
                  <a:pt x="12266" y="6080"/>
                </a:cubicBezTo>
                <a:cubicBezTo>
                  <a:pt x="12266" y="6080"/>
                  <a:pt x="12617" y="3734"/>
                  <a:pt x="10866" y="3624"/>
                </a:cubicBezTo>
                <a:cubicBezTo>
                  <a:pt x="10828" y="3621"/>
                  <a:pt x="10789" y="3620"/>
                  <a:pt x="10751" y="3620"/>
                </a:cubicBezTo>
                <a:cubicBezTo>
                  <a:pt x="9060" y="3620"/>
                  <a:pt x="7833" y="5963"/>
                  <a:pt x="7833" y="5963"/>
                </a:cubicBezTo>
                <a:lnTo>
                  <a:pt x="1" y="7248"/>
                </a:lnTo>
                <a:lnTo>
                  <a:pt x="30587" y="7248"/>
                </a:lnTo>
                <a:cubicBezTo>
                  <a:pt x="30587" y="7248"/>
                  <a:pt x="23118" y="6780"/>
                  <a:pt x="22652" y="6080"/>
                </a:cubicBezTo>
                <a:cubicBezTo>
                  <a:pt x="22185" y="5381"/>
                  <a:pt x="21404" y="2579"/>
                  <a:pt x="19519" y="2346"/>
                </a:cubicBezTo>
                <a:cubicBezTo>
                  <a:pt x="19441" y="2336"/>
                  <a:pt x="19365" y="2332"/>
                  <a:pt x="19291" y="2332"/>
                </a:cubicBezTo>
                <a:cubicBezTo>
                  <a:pt x="18256" y="2332"/>
                  <a:pt x="17651" y="3241"/>
                  <a:pt x="17336" y="3955"/>
                </a:cubicBezTo>
                <a:lnTo>
                  <a:pt x="17336" y="3955"/>
                </a:lnTo>
                <a:cubicBezTo>
                  <a:pt x="17642" y="2843"/>
                  <a:pt x="17903" y="933"/>
                  <a:pt x="16414" y="130"/>
                </a:cubicBezTo>
                <a:cubicBezTo>
                  <a:pt x="16250" y="41"/>
                  <a:pt x="16087" y="0"/>
                  <a:pt x="1592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884" name="Google Shape;884;p57"/>
          <p:cNvGrpSpPr/>
          <p:nvPr/>
        </p:nvGrpSpPr>
        <p:grpSpPr>
          <a:xfrm rot="-489577" flipH="1">
            <a:off x="206601" y="933494"/>
            <a:ext cx="3677410" cy="2373365"/>
            <a:chOff x="4352672" y="2230153"/>
            <a:chExt cx="4618934" cy="2913327"/>
          </a:xfrm>
        </p:grpSpPr>
        <p:sp>
          <p:nvSpPr>
            <p:cNvPr id="885" name="Google Shape;885;p57"/>
            <p:cNvSpPr/>
            <p:nvPr/>
          </p:nvSpPr>
          <p:spPr>
            <a:xfrm>
              <a:off x="4352672" y="2230153"/>
              <a:ext cx="4618934" cy="2913327"/>
            </a:xfrm>
            <a:custGeom>
              <a:avLst/>
              <a:gdLst/>
              <a:ahLst/>
              <a:cxnLst/>
              <a:rect l="l" t="t" r="r" b="b"/>
              <a:pathLst>
                <a:path w="74532" h="47010" extrusionOk="0">
                  <a:moveTo>
                    <a:pt x="54653" y="0"/>
                  </a:moveTo>
                  <a:cubicBezTo>
                    <a:pt x="53200" y="0"/>
                    <a:pt x="51847" y="308"/>
                    <a:pt x="50723" y="888"/>
                  </a:cubicBezTo>
                  <a:cubicBezTo>
                    <a:pt x="43140" y="4799"/>
                    <a:pt x="42201" y="11965"/>
                    <a:pt x="35079" y="12941"/>
                  </a:cubicBezTo>
                  <a:cubicBezTo>
                    <a:pt x="34640" y="13001"/>
                    <a:pt x="34220" y="13029"/>
                    <a:pt x="33817" y="13029"/>
                  </a:cubicBezTo>
                  <a:cubicBezTo>
                    <a:pt x="28008" y="13029"/>
                    <a:pt x="25638" y="7193"/>
                    <a:pt x="17704" y="7193"/>
                  </a:cubicBezTo>
                  <a:cubicBezTo>
                    <a:pt x="17261" y="7193"/>
                    <a:pt x="16800" y="7212"/>
                    <a:pt x="16321" y="7250"/>
                  </a:cubicBezTo>
                  <a:cubicBezTo>
                    <a:pt x="7445" y="7962"/>
                    <a:pt x="5255" y="19804"/>
                    <a:pt x="6743" y="26511"/>
                  </a:cubicBezTo>
                  <a:cubicBezTo>
                    <a:pt x="8230" y="33220"/>
                    <a:pt x="2193" y="31857"/>
                    <a:pt x="962" y="37812"/>
                  </a:cubicBezTo>
                  <a:cubicBezTo>
                    <a:pt x="1" y="42459"/>
                    <a:pt x="6264" y="47009"/>
                    <a:pt x="6264" y="47009"/>
                  </a:cubicBezTo>
                  <a:lnTo>
                    <a:pt x="65131" y="47009"/>
                  </a:lnTo>
                  <a:cubicBezTo>
                    <a:pt x="65131" y="47009"/>
                    <a:pt x="74486" y="44516"/>
                    <a:pt x="74509" y="34367"/>
                  </a:cubicBezTo>
                  <a:cubicBezTo>
                    <a:pt x="74532" y="24219"/>
                    <a:pt x="70861" y="24838"/>
                    <a:pt x="68203" y="13020"/>
                  </a:cubicBezTo>
                  <a:cubicBezTo>
                    <a:pt x="66134" y="3817"/>
                    <a:pt x="59769" y="0"/>
                    <a:pt x="5465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86" name="Google Shape;886;p57"/>
            <p:cNvSpPr/>
            <p:nvPr/>
          </p:nvSpPr>
          <p:spPr>
            <a:xfrm>
              <a:off x="4454125" y="2726100"/>
              <a:ext cx="4463197" cy="2417337"/>
            </a:xfrm>
            <a:custGeom>
              <a:avLst/>
              <a:gdLst/>
              <a:ahLst/>
              <a:cxnLst/>
              <a:rect l="l" t="t" r="r" b="b"/>
              <a:pathLst>
                <a:path w="72019" h="37217" extrusionOk="0">
                  <a:moveTo>
                    <a:pt x="53179" y="0"/>
                  </a:moveTo>
                  <a:cubicBezTo>
                    <a:pt x="52371" y="0"/>
                    <a:pt x="51548" y="99"/>
                    <a:pt x="50717" y="290"/>
                  </a:cubicBezTo>
                  <a:cubicBezTo>
                    <a:pt x="45513" y="1483"/>
                    <a:pt x="42522" y="9504"/>
                    <a:pt x="35118" y="10338"/>
                  </a:cubicBezTo>
                  <a:cubicBezTo>
                    <a:pt x="34572" y="10399"/>
                    <a:pt x="34055" y="10427"/>
                    <a:pt x="33564" y="10427"/>
                  </a:cubicBezTo>
                  <a:cubicBezTo>
                    <a:pt x="29031" y="10427"/>
                    <a:pt x="26654" y="8070"/>
                    <a:pt x="23116" y="8070"/>
                  </a:cubicBezTo>
                  <a:cubicBezTo>
                    <a:pt x="21839" y="8070"/>
                    <a:pt x="20411" y="8377"/>
                    <a:pt x="18675" y="9213"/>
                  </a:cubicBezTo>
                  <a:cubicBezTo>
                    <a:pt x="13322" y="11794"/>
                    <a:pt x="12285" y="15179"/>
                    <a:pt x="12210" y="21131"/>
                  </a:cubicBezTo>
                  <a:cubicBezTo>
                    <a:pt x="12134" y="27068"/>
                    <a:pt x="3842" y="23291"/>
                    <a:pt x="1786" y="27647"/>
                  </a:cubicBezTo>
                  <a:cubicBezTo>
                    <a:pt x="0" y="31427"/>
                    <a:pt x="4754" y="37216"/>
                    <a:pt x="4754" y="37216"/>
                  </a:cubicBezTo>
                  <a:lnTo>
                    <a:pt x="65942" y="37216"/>
                  </a:lnTo>
                  <a:cubicBezTo>
                    <a:pt x="65942" y="37216"/>
                    <a:pt x="71970" y="35247"/>
                    <a:pt x="71994" y="26577"/>
                  </a:cubicBezTo>
                  <a:cubicBezTo>
                    <a:pt x="72018" y="17906"/>
                    <a:pt x="67337" y="22180"/>
                    <a:pt x="64575" y="12084"/>
                  </a:cubicBezTo>
                  <a:cubicBezTo>
                    <a:pt x="62214" y="3452"/>
                    <a:pt x="57946" y="0"/>
                    <a:pt x="5317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887" name="Google Shape;887;p57"/>
          <p:cNvSpPr/>
          <p:nvPr/>
        </p:nvSpPr>
        <p:spPr>
          <a:xfrm flipH="1">
            <a:off x="1103691" y="514205"/>
            <a:ext cx="666326" cy="1486204"/>
          </a:xfrm>
          <a:custGeom>
            <a:avLst/>
            <a:gdLst/>
            <a:ahLst/>
            <a:cxnLst/>
            <a:rect l="l" t="t" r="r" b="b"/>
            <a:pathLst>
              <a:path w="11869" h="26472" extrusionOk="0">
                <a:moveTo>
                  <a:pt x="3136" y="0"/>
                </a:moveTo>
                <a:cubicBezTo>
                  <a:pt x="3136" y="1"/>
                  <a:pt x="3529" y="4229"/>
                  <a:pt x="3824" y="4574"/>
                </a:cubicBezTo>
                <a:cubicBezTo>
                  <a:pt x="4120" y="4918"/>
                  <a:pt x="4610" y="5509"/>
                  <a:pt x="4610" y="5509"/>
                </a:cubicBezTo>
                <a:lnTo>
                  <a:pt x="4610" y="5985"/>
                </a:lnTo>
                <a:cubicBezTo>
                  <a:pt x="4333" y="6152"/>
                  <a:pt x="4161" y="6470"/>
                  <a:pt x="4196" y="6813"/>
                </a:cubicBezTo>
                <a:cubicBezTo>
                  <a:pt x="4210" y="6946"/>
                  <a:pt x="4254" y="7069"/>
                  <a:pt x="4319" y="7177"/>
                </a:cubicBezTo>
                <a:cubicBezTo>
                  <a:pt x="3857" y="7640"/>
                  <a:pt x="1" y="11513"/>
                  <a:pt x="185" y="11605"/>
                </a:cubicBezTo>
                <a:cubicBezTo>
                  <a:pt x="189" y="11607"/>
                  <a:pt x="195" y="11608"/>
                  <a:pt x="202" y="11608"/>
                </a:cubicBezTo>
                <a:cubicBezTo>
                  <a:pt x="514" y="11608"/>
                  <a:pt x="3433" y="9483"/>
                  <a:pt x="3578" y="9147"/>
                </a:cubicBezTo>
                <a:cubicBezTo>
                  <a:pt x="3725" y="8802"/>
                  <a:pt x="4267" y="8213"/>
                  <a:pt x="4364" y="7967"/>
                </a:cubicBezTo>
                <a:cubicBezTo>
                  <a:pt x="4412" y="7848"/>
                  <a:pt x="4527" y="7651"/>
                  <a:pt x="4634" y="7478"/>
                </a:cubicBezTo>
                <a:cubicBezTo>
                  <a:pt x="4689" y="7507"/>
                  <a:pt x="4746" y="7531"/>
                  <a:pt x="4807" y="7550"/>
                </a:cubicBezTo>
                <a:cubicBezTo>
                  <a:pt x="4623" y="10384"/>
                  <a:pt x="4558" y="26472"/>
                  <a:pt x="4558" y="26472"/>
                </a:cubicBezTo>
                <a:lnTo>
                  <a:pt x="6042" y="26472"/>
                </a:lnTo>
                <a:lnTo>
                  <a:pt x="5316" y="7545"/>
                </a:lnTo>
                <a:cubicBezTo>
                  <a:pt x="5556" y="7469"/>
                  <a:pt x="5745" y="7292"/>
                  <a:pt x="5843" y="7068"/>
                </a:cubicBezTo>
                <a:cubicBezTo>
                  <a:pt x="6909" y="7367"/>
                  <a:pt x="10825" y="8470"/>
                  <a:pt x="11309" y="8606"/>
                </a:cubicBezTo>
                <a:cubicBezTo>
                  <a:pt x="11485" y="8655"/>
                  <a:pt x="11593" y="8676"/>
                  <a:pt x="11659" y="8676"/>
                </a:cubicBezTo>
                <a:cubicBezTo>
                  <a:pt x="11804" y="8676"/>
                  <a:pt x="11755" y="8579"/>
                  <a:pt x="11801" y="8471"/>
                </a:cubicBezTo>
                <a:cubicBezTo>
                  <a:pt x="11868" y="8314"/>
                  <a:pt x="8533" y="7127"/>
                  <a:pt x="8196" y="6915"/>
                </a:cubicBezTo>
                <a:cubicBezTo>
                  <a:pt x="8060" y="6829"/>
                  <a:pt x="7832" y="6800"/>
                  <a:pt x="7590" y="6800"/>
                </a:cubicBezTo>
                <a:cubicBezTo>
                  <a:pt x="7234" y="6800"/>
                  <a:pt x="6847" y="6863"/>
                  <a:pt x="6674" y="6904"/>
                </a:cubicBezTo>
                <a:cubicBezTo>
                  <a:pt x="6639" y="6912"/>
                  <a:pt x="6600" y="6915"/>
                  <a:pt x="6557" y="6915"/>
                </a:cubicBezTo>
                <a:cubicBezTo>
                  <a:pt x="6355" y="6915"/>
                  <a:pt x="6083" y="6837"/>
                  <a:pt x="5913" y="6781"/>
                </a:cubicBezTo>
                <a:cubicBezTo>
                  <a:pt x="5916" y="6733"/>
                  <a:pt x="5915" y="6685"/>
                  <a:pt x="5911" y="6635"/>
                </a:cubicBezTo>
                <a:cubicBezTo>
                  <a:pt x="5865" y="6192"/>
                  <a:pt x="5490" y="5862"/>
                  <a:pt x="5054" y="5862"/>
                </a:cubicBezTo>
                <a:cubicBezTo>
                  <a:pt x="5032" y="5862"/>
                  <a:pt x="5010" y="5863"/>
                  <a:pt x="4988" y="5865"/>
                </a:cubicBezTo>
                <a:cubicBezTo>
                  <a:pt x="4678" y="4760"/>
                  <a:pt x="3352" y="88"/>
                  <a:pt x="313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88" name="Google Shape;888;p57"/>
          <p:cNvSpPr/>
          <p:nvPr/>
        </p:nvSpPr>
        <p:spPr>
          <a:xfrm flipH="1">
            <a:off x="1726777" y="1153320"/>
            <a:ext cx="378799" cy="844854"/>
          </a:xfrm>
          <a:custGeom>
            <a:avLst/>
            <a:gdLst/>
            <a:ahLst/>
            <a:cxnLst/>
            <a:rect l="l" t="t" r="r" b="b"/>
            <a:pathLst>
              <a:path w="11869" h="26472" extrusionOk="0">
                <a:moveTo>
                  <a:pt x="3136" y="0"/>
                </a:moveTo>
                <a:cubicBezTo>
                  <a:pt x="3136" y="1"/>
                  <a:pt x="3529" y="4229"/>
                  <a:pt x="3824" y="4574"/>
                </a:cubicBezTo>
                <a:cubicBezTo>
                  <a:pt x="4120" y="4918"/>
                  <a:pt x="4610" y="5509"/>
                  <a:pt x="4610" y="5509"/>
                </a:cubicBezTo>
                <a:lnTo>
                  <a:pt x="4610" y="5985"/>
                </a:lnTo>
                <a:cubicBezTo>
                  <a:pt x="4333" y="6152"/>
                  <a:pt x="4161" y="6470"/>
                  <a:pt x="4196" y="6813"/>
                </a:cubicBezTo>
                <a:cubicBezTo>
                  <a:pt x="4210" y="6946"/>
                  <a:pt x="4254" y="7069"/>
                  <a:pt x="4319" y="7177"/>
                </a:cubicBezTo>
                <a:cubicBezTo>
                  <a:pt x="3857" y="7640"/>
                  <a:pt x="1" y="11513"/>
                  <a:pt x="185" y="11605"/>
                </a:cubicBezTo>
                <a:cubicBezTo>
                  <a:pt x="189" y="11607"/>
                  <a:pt x="195" y="11608"/>
                  <a:pt x="202" y="11608"/>
                </a:cubicBezTo>
                <a:cubicBezTo>
                  <a:pt x="514" y="11608"/>
                  <a:pt x="3433" y="9483"/>
                  <a:pt x="3578" y="9147"/>
                </a:cubicBezTo>
                <a:cubicBezTo>
                  <a:pt x="3725" y="8802"/>
                  <a:pt x="4267" y="8213"/>
                  <a:pt x="4364" y="7967"/>
                </a:cubicBezTo>
                <a:cubicBezTo>
                  <a:pt x="4412" y="7848"/>
                  <a:pt x="4527" y="7651"/>
                  <a:pt x="4634" y="7478"/>
                </a:cubicBezTo>
                <a:cubicBezTo>
                  <a:pt x="4689" y="7507"/>
                  <a:pt x="4746" y="7531"/>
                  <a:pt x="4807" y="7550"/>
                </a:cubicBezTo>
                <a:cubicBezTo>
                  <a:pt x="4623" y="10384"/>
                  <a:pt x="4558" y="26472"/>
                  <a:pt x="4558" y="26472"/>
                </a:cubicBezTo>
                <a:lnTo>
                  <a:pt x="6042" y="26472"/>
                </a:lnTo>
                <a:lnTo>
                  <a:pt x="5316" y="7545"/>
                </a:lnTo>
                <a:cubicBezTo>
                  <a:pt x="5556" y="7469"/>
                  <a:pt x="5745" y="7292"/>
                  <a:pt x="5843" y="7068"/>
                </a:cubicBezTo>
                <a:cubicBezTo>
                  <a:pt x="6909" y="7367"/>
                  <a:pt x="10825" y="8470"/>
                  <a:pt x="11309" y="8606"/>
                </a:cubicBezTo>
                <a:cubicBezTo>
                  <a:pt x="11485" y="8655"/>
                  <a:pt x="11593" y="8676"/>
                  <a:pt x="11659" y="8676"/>
                </a:cubicBezTo>
                <a:cubicBezTo>
                  <a:pt x="11804" y="8676"/>
                  <a:pt x="11755" y="8579"/>
                  <a:pt x="11801" y="8471"/>
                </a:cubicBezTo>
                <a:cubicBezTo>
                  <a:pt x="11868" y="8314"/>
                  <a:pt x="8533" y="7127"/>
                  <a:pt x="8196" y="6915"/>
                </a:cubicBezTo>
                <a:cubicBezTo>
                  <a:pt x="8060" y="6829"/>
                  <a:pt x="7832" y="6800"/>
                  <a:pt x="7590" y="6800"/>
                </a:cubicBezTo>
                <a:cubicBezTo>
                  <a:pt x="7234" y="6800"/>
                  <a:pt x="6847" y="6863"/>
                  <a:pt x="6674" y="6904"/>
                </a:cubicBezTo>
                <a:cubicBezTo>
                  <a:pt x="6639" y="6912"/>
                  <a:pt x="6600" y="6915"/>
                  <a:pt x="6557" y="6915"/>
                </a:cubicBezTo>
                <a:cubicBezTo>
                  <a:pt x="6355" y="6915"/>
                  <a:pt x="6083" y="6837"/>
                  <a:pt x="5913" y="6781"/>
                </a:cubicBezTo>
                <a:cubicBezTo>
                  <a:pt x="5916" y="6733"/>
                  <a:pt x="5915" y="6685"/>
                  <a:pt x="5911" y="6635"/>
                </a:cubicBezTo>
                <a:cubicBezTo>
                  <a:pt x="5865" y="6192"/>
                  <a:pt x="5490" y="5862"/>
                  <a:pt x="5054" y="5862"/>
                </a:cubicBezTo>
                <a:cubicBezTo>
                  <a:pt x="5032" y="5862"/>
                  <a:pt x="5010" y="5863"/>
                  <a:pt x="4988" y="5865"/>
                </a:cubicBezTo>
                <a:cubicBezTo>
                  <a:pt x="4678" y="4760"/>
                  <a:pt x="3352" y="88"/>
                  <a:pt x="313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889" name="Google Shape;889;p57"/>
          <p:cNvGrpSpPr/>
          <p:nvPr/>
        </p:nvGrpSpPr>
        <p:grpSpPr>
          <a:xfrm>
            <a:off x="713219" y="1516688"/>
            <a:ext cx="2897080" cy="1357186"/>
            <a:chOff x="713225" y="2253700"/>
            <a:chExt cx="5046298" cy="2364025"/>
          </a:xfrm>
        </p:grpSpPr>
        <p:sp>
          <p:nvSpPr>
            <p:cNvPr id="890" name="Google Shape;890;p57"/>
            <p:cNvSpPr/>
            <p:nvPr/>
          </p:nvSpPr>
          <p:spPr>
            <a:xfrm>
              <a:off x="847107" y="2253700"/>
              <a:ext cx="259413" cy="2346494"/>
            </a:xfrm>
            <a:custGeom>
              <a:avLst/>
              <a:gdLst/>
              <a:ahLst/>
              <a:cxnLst/>
              <a:rect l="l" t="t" r="r" b="b"/>
              <a:pathLst>
                <a:path w="3854" h="34861" extrusionOk="0">
                  <a:moveTo>
                    <a:pt x="0" y="0"/>
                  </a:moveTo>
                  <a:lnTo>
                    <a:pt x="0" y="34860"/>
                  </a:lnTo>
                  <a:lnTo>
                    <a:pt x="3853" y="34860"/>
                  </a:lnTo>
                  <a:lnTo>
                    <a:pt x="385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91" name="Google Shape;891;p57"/>
            <p:cNvSpPr/>
            <p:nvPr/>
          </p:nvSpPr>
          <p:spPr>
            <a:xfrm>
              <a:off x="1106456" y="2253700"/>
              <a:ext cx="658628" cy="2346494"/>
            </a:xfrm>
            <a:custGeom>
              <a:avLst/>
              <a:gdLst/>
              <a:ahLst/>
              <a:cxnLst/>
              <a:rect l="l" t="t" r="r" b="b"/>
              <a:pathLst>
                <a:path w="9785" h="34861" extrusionOk="0">
                  <a:moveTo>
                    <a:pt x="0" y="0"/>
                  </a:moveTo>
                  <a:lnTo>
                    <a:pt x="0" y="34860"/>
                  </a:lnTo>
                  <a:lnTo>
                    <a:pt x="9784" y="34860"/>
                  </a:lnTo>
                  <a:lnTo>
                    <a:pt x="9784" y="0"/>
                  </a:lnTo>
                  <a:close/>
                </a:path>
              </a:pathLst>
            </a:custGeom>
            <a:gradFill>
              <a:gsLst>
                <a:gs pos="0">
                  <a:schemeClr val="dk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92" name="Google Shape;892;p57"/>
            <p:cNvSpPr/>
            <p:nvPr/>
          </p:nvSpPr>
          <p:spPr>
            <a:xfrm>
              <a:off x="1164074" y="2999235"/>
              <a:ext cx="543326" cy="571462"/>
            </a:xfrm>
            <a:custGeom>
              <a:avLst/>
              <a:gdLst/>
              <a:ahLst/>
              <a:cxnLst/>
              <a:rect l="l" t="t" r="r" b="b"/>
              <a:pathLst>
                <a:path w="8072" h="8490" extrusionOk="0">
                  <a:moveTo>
                    <a:pt x="3734" y="1730"/>
                  </a:moveTo>
                  <a:lnTo>
                    <a:pt x="3734" y="2014"/>
                  </a:lnTo>
                  <a:lnTo>
                    <a:pt x="4339" y="2014"/>
                  </a:lnTo>
                  <a:lnTo>
                    <a:pt x="4339" y="1730"/>
                  </a:lnTo>
                  <a:close/>
                  <a:moveTo>
                    <a:pt x="3549" y="2742"/>
                  </a:moveTo>
                  <a:lnTo>
                    <a:pt x="3549" y="3088"/>
                  </a:lnTo>
                  <a:lnTo>
                    <a:pt x="4524" y="3088"/>
                  </a:lnTo>
                  <a:lnTo>
                    <a:pt x="4524" y="2742"/>
                  </a:lnTo>
                  <a:close/>
                  <a:moveTo>
                    <a:pt x="3549" y="3237"/>
                  </a:moveTo>
                  <a:lnTo>
                    <a:pt x="3549" y="3583"/>
                  </a:lnTo>
                  <a:lnTo>
                    <a:pt x="4524" y="3583"/>
                  </a:lnTo>
                  <a:lnTo>
                    <a:pt x="4524" y="3237"/>
                  </a:lnTo>
                  <a:close/>
                  <a:moveTo>
                    <a:pt x="3549" y="3730"/>
                  </a:moveTo>
                  <a:lnTo>
                    <a:pt x="3549" y="4076"/>
                  </a:lnTo>
                  <a:lnTo>
                    <a:pt x="4524" y="4076"/>
                  </a:lnTo>
                  <a:lnTo>
                    <a:pt x="4524" y="3730"/>
                  </a:lnTo>
                  <a:close/>
                  <a:moveTo>
                    <a:pt x="3549" y="4225"/>
                  </a:moveTo>
                  <a:lnTo>
                    <a:pt x="3549" y="4571"/>
                  </a:lnTo>
                  <a:lnTo>
                    <a:pt x="4524" y="4571"/>
                  </a:lnTo>
                  <a:lnTo>
                    <a:pt x="4524" y="4225"/>
                  </a:lnTo>
                  <a:close/>
                  <a:moveTo>
                    <a:pt x="4716" y="2335"/>
                  </a:moveTo>
                  <a:lnTo>
                    <a:pt x="4716" y="4681"/>
                  </a:lnTo>
                  <a:lnTo>
                    <a:pt x="3358" y="4681"/>
                  </a:lnTo>
                  <a:lnTo>
                    <a:pt x="3358" y="2335"/>
                  </a:lnTo>
                  <a:close/>
                  <a:moveTo>
                    <a:pt x="3184" y="2161"/>
                  </a:moveTo>
                  <a:lnTo>
                    <a:pt x="3184" y="4855"/>
                  </a:lnTo>
                  <a:lnTo>
                    <a:pt x="4890" y="4855"/>
                  </a:lnTo>
                  <a:lnTo>
                    <a:pt x="4890" y="2161"/>
                  </a:lnTo>
                  <a:close/>
                  <a:moveTo>
                    <a:pt x="7006" y="964"/>
                  </a:moveTo>
                  <a:cubicBezTo>
                    <a:pt x="7022" y="964"/>
                    <a:pt x="7034" y="977"/>
                    <a:pt x="7034" y="992"/>
                  </a:cubicBezTo>
                  <a:lnTo>
                    <a:pt x="7034" y="5505"/>
                  </a:lnTo>
                  <a:cubicBezTo>
                    <a:pt x="7034" y="5522"/>
                    <a:pt x="7022" y="5535"/>
                    <a:pt x="7006" y="5535"/>
                  </a:cubicBezTo>
                  <a:lnTo>
                    <a:pt x="1068" y="5535"/>
                  </a:lnTo>
                  <a:cubicBezTo>
                    <a:pt x="1053" y="5535"/>
                    <a:pt x="1038" y="5521"/>
                    <a:pt x="1038" y="5505"/>
                  </a:cubicBezTo>
                  <a:lnTo>
                    <a:pt x="1038" y="992"/>
                  </a:lnTo>
                  <a:cubicBezTo>
                    <a:pt x="1038" y="977"/>
                    <a:pt x="1053" y="964"/>
                    <a:pt x="1068" y="964"/>
                  </a:cubicBezTo>
                  <a:close/>
                  <a:moveTo>
                    <a:pt x="1683" y="6020"/>
                  </a:moveTo>
                  <a:lnTo>
                    <a:pt x="1683" y="6691"/>
                  </a:lnTo>
                  <a:lnTo>
                    <a:pt x="1038" y="6691"/>
                  </a:lnTo>
                  <a:lnTo>
                    <a:pt x="1038" y="6020"/>
                  </a:lnTo>
                  <a:close/>
                  <a:moveTo>
                    <a:pt x="2753" y="6020"/>
                  </a:moveTo>
                  <a:lnTo>
                    <a:pt x="2753" y="6691"/>
                  </a:lnTo>
                  <a:lnTo>
                    <a:pt x="2110" y="6691"/>
                  </a:lnTo>
                  <a:lnTo>
                    <a:pt x="2110" y="6020"/>
                  </a:lnTo>
                  <a:close/>
                  <a:moveTo>
                    <a:pt x="3823" y="6020"/>
                  </a:moveTo>
                  <a:lnTo>
                    <a:pt x="3823" y="6691"/>
                  </a:lnTo>
                  <a:lnTo>
                    <a:pt x="3180" y="6691"/>
                  </a:lnTo>
                  <a:lnTo>
                    <a:pt x="3180" y="6020"/>
                  </a:lnTo>
                  <a:close/>
                  <a:moveTo>
                    <a:pt x="4894" y="6020"/>
                  </a:moveTo>
                  <a:lnTo>
                    <a:pt x="4894" y="6691"/>
                  </a:lnTo>
                  <a:lnTo>
                    <a:pt x="4250" y="6691"/>
                  </a:lnTo>
                  <a:lnTo>
                    <a:pt x="4250" y="6020"/>
                  </a:lnTo>
                  <a:close/>
                  <a:moveTo>
                    <a:pt x="5964" y="6020"/>
                  </a:moveTo>
                  <a:lnTo>
                    <a:pt x="5964" y="6691"/>
                  </a:lnTo>
                  <a:lnTo>
                    <a:pt x="5320" y="6691"/>
                  </a:lnTo>
                  <a:lnTo>
                    <a:pt x="5320" y="6020"/>
                  </a:lnTo>
                  <a:close/>
                  <a:moveTo>
                    <a:pt x="7034" y="6020"/>
                  </a:moveTo>
                  <a:lnTo>
                    <a:pt x="7034" y="6691"/>
                  </a:lnTo>
                  <a:lnTo>
                    <a:pt x="6390" y="6691"/>
                  </a:lnTo>
                  <a:lnTo>
                    <a:pt x="6390" y="6020"/>
                  </a:lnTo>
                  <a:close/>
                  <a:moveTo>
                    <a:pt x="1683" y="7178"/>
                  </a:moveTo>
                  <a:lnTo>
                    <a:pt x="1683" y="7848"/>
                  </a:lnTo>
                  <a:lnTo>
                    <a:pt x="1038" y="7848"/>
                  </a:lnTo>
                  <a:lnTo>
                    <a:pt x="1038" y="7178"/>
                  </a:lnTo>
                  <a:close/>
                  <a:moveTo>
                    <a:pt x="2753" y="7178"/>
                  </a:moveTo>
                  <a:lnTo>
                    <a:pt x="2753" y="7848"/>
                  </a:lnTo>
                  <a:lnTo>
                    <a:pt x="2110" y="7848"/>
                  </a:lnTo>
                  <a:lnTo>
                    <a:pt x="2110" y="7178"/>
                  </a:lnTo>
                  <a:close/>
                  <a:moveTo>
                    <a:pt x="3823" y="7178"/>
                  </a:moveTo>
                  <a:lnTo>
                    <a:pt x="3823" y="7848"/>
                  </a:lnTo>
                  <a:lnTo>
                    <a:pt x="3180" y="7848"/>
                  </a:lnTo>
                  <a:lnTo>
                    <a:pt x="3180" y="7178"/>
                  </a:lnTo>
                  <a:close/>
                  <a:moveTo>
                    <a:pt x="4894" y="7178"/>
                  </a:moveTo>
                  <a:lnTo>
                    <a:pt x="4894" y="7848"/>
                  </a:lnTo>
                  <a:lnTo>
                    <a:pt x="4250" y="7848"/>
                  </a:lnTo>
                  <a:lnTo>
                    <a:pt x="4250" y="7178"/>
                  </a:lnTo>
                  <a:close/>
                  <a:moveTo>
                    <a:pt x="5964" y="7178"/>
                  </a:moveTo>
                  <a:lnTo>
                    <a:pt x="5964" y="7848"/>
                  </a:lnTo>
                  <a:lnTo>
                    <a:pt x="5320" y="7848"/>
                  </a:lnTo>
                  <a:lnTo>
                    <a:pt x="5320" y="7178"/>
                  </a:lnTo>
                  <a:close/>
                  <a:moveTo>
                    <a:pt x="7034" y="7178"/>
                  </a:moveTo>
                  <a:lnTo>
                    <a:pt x="7034" y="7848"/>
                  </a:lnTo>
                  <a:lnTo>
                    <a:pt x="6390" y="7848"/>
                  </a:lnTo>
                  <a:lnTo>
                    <a:pt x="6390" y="7178"/>
                  </a:lnTo>
                  <a:close/>
                  <a:moveTo>
                    <a:pt x="1" y="0"/>
                  </a:moveTo>
                  <a:lnTo>
                    <a:pt x="1" y="8489"/>
                  </a:lnTo>
                  <a:lnTo>
                    <a:pt x="8072" y="8489"/>
                  </a:lnTo>
                  <a:lnTo>
                    <a:pt x="8072" y="0"/>
                  </a:lnTo>
                  <a:close/>
                </a:path>
              </a:pathLst>
            </a:custGeom>
            <a:gradFill>
              <a:gsLst>
                <a:gs pos="0">
                  <a:schemeClr val="accent2"/>
                </a:gs>
                <a:gs pos="100000">
                  <a:schemeClr val="accent6"/>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93" name="Google Shape;893;p57"/>
            <p:cNvSpPr/>
            <p:nvPr/>
          </p:nvSpPr>
          <p:spPr>
            <a:xfrm>
              <a:off x="1094811" y="2253700"/>
              <a:ext cx="434015" cy="2346494"/>
            </a:xfrm>
            <a:custGeom>
              <a:avLst/>
              <a:gdLst/>
              <a:ahLst/>
              <a:cxnLst/>
              <a:rect l="l" t="t" r="r" b="b"/>
              <a:pathLst>
                <a:path w="6448" h="34861" extrusionOk="0">
                  <a:moveTo>
                    <a:pt x="4575" y="2618"/>
                  </a:moveTo>
                  <a:lnTo>
                    <a:pt x="3683" y="5900"/>
                  </a:lnTo>
                  <a:lnTo>
                    <a:pt x="4900" y="5900"/>
                  </a:lnTo>
                  <a:lnTo>
                    <a:pt x="4369" y="8844"/>
                  </a:lnTo>
                  <a:lnTo>
                    <a:pt x="6448" y="4840"/>
                  </a:lnTo>
                  <a:lnTo>
                    <a:pt x="5000" y="4840"/>
                  </a:lnTo>
                  <a:lnTo>
                    <a:pt x="6110" y="2618"/>
                  </a:lnTo>
                  <a:close/>
                  <a:moveTo>
                    <a:pt x="173" y="0"/>
                  </a:moveTo>
                  <a:cubicBezTo>
                    <a:pt x="135" y="1452"/>
                    <a:pt x="118" y="2905"/>
                    <a:pt x="89" y="4358"/>
                  </a:cubicBezTo>
                  <a:lnTo>
                    <a:pt x="41" y="8714"/>
                  </a:lnTo>
                  <a:cubicBezTo>
                    <a:pt x="12" y="11620"/>
                    <a:pt x="15" y="14525"/>
                    <a:pt x="1" y="17430"/>
                  </a:cubicBezTo>
                  <a:cubicBezTo>
                    <a:pt x="14" y="20334"/>
                    <a:pt x="12" y="23240"/>
                    <a:pt x="41" y="26145"/>
                  </a:cubicBezTo>
                  <a:lnTo>
                    <a:pt x="89" y="30503"/>
                  </a:lnTo>
                  <a:cubicBezTo>
                    <a:pt x="117" y="31954"/>
                    <a:pt x="134" y="33407"/>
                    <a:pt x="173" y="34860"/>
                  </a:cubicBezTo>
                  <a:cubicBezTo>
                    <a:pt x="213" y="33407"/>
                    <a:pt x="230" y="31954"/>
                    <a:pt x="260" y="30503"/>
                  </a:cubicBezTo>
                  <a:lnTo>
                    <a:pt x="308" y="26145"/>
                  </a:lnTo>
                  <a:cubicBezTo>
                    <a:pt x="335" y="23240"/>
                    <a:pt x="333" y="20334"/>
                    <a:pt x="347" y="17430"/>
                  </a:cubicBezTo>
                  <a:cubicBezTo>
                    <a:pt x="333" y="14525"/>
                    <a:pt x="336" y="11620"/>
                    <a:pt x="306" y="8714"/>
                  </a:cubicBezTo>
                  <a:lnTo>
                    <a:pt x="258" y="4358"/>
                  </a:lnTo>
                  <a:cubicBezTo>
                    <a:pt x="230" y="2905"/>
                    <a:pt x="213" y="1452"/>
                    <a:pt x="173" y="0"/>
                  </a:cubicBezTo>
                  <a:close/>
                </a:path>
              </a:pathLst>
            </a:custGeom>
            <a:gradFill>
              <a:gsLst>
                <a:gs pos="0">
                  <a:schemeClr val="accent2"/>
                </a:gs>
                <a:gs pos="100000">
                  <a:schemeClr val="accent6"/>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94" name="Google Shape;894;p57"/>
            <p:cNvSpPr/>
            <p:nvPr/>
          </p:nvSpPr>
          <p:spPr>
            <a:xfrm>
              <a:off x="1327640" y="3682104"/>
              <a:ext cx="1099509" cy="898319"/>
            </a:xfrm>
            <a:custGeom>
              <a:avLst/>
              <a:gdLst/>
              <a:ahLst/>
              <a:cxnLst/>
              <a:rect l="l" t="t" r="r" b="b"/>
              <a:pathLst>
                <a:path w="16335" h="13346" extrusionOk="0">
                  <a:moveTo>
                    <a:pt x="1" y="1"/>
                  </a:moveTo>
                  <a:lnTo>
                    <a:pt x="1" y="2323"/>
                  </a:lnTo>
                  <a:lnTo>
                    <a:pt x="1171" y="2323"/>
                  </a:lnTo>
                  <a:lnTo>
                    <a:pt x="1171" y="9354"/>
                  </a:lnTo>
                  <a:cubicBezTo>
                    <a:pt x="1171" y="11555"/>
                    <a:pt x="2962" y="13345"/>
                    <a:pt x="5163" y="13345"/>
                  </a:cubicBezTo>
                  <a:cubicBezTo>
                    <a:pt x="7363" y="13345"/>
                    <a:pt x="9153" y="11555"/>
                    <a:pt x="9153" y="9354"/>
                  </a:cubicBezTo>
                  <a:lnTo>
                    <a:pt x="9153" y="2828"/>
                  </a:lnTo>
                  <a:cubicBezTo>
                    <a:pt x="9153" y="2149"/>
                    <a:pt x="9706" y="1597"/>
                    <a:pt x="10384" y="1597"/>
                  </a:cubicBezTo>
                  <a:lnTo>
                    <a:pt x="16335" y="1597"/>
                  </a:lnTo>
                  <a:lnTo>
                    <a:pt x="16335" y="727"/>
                  </a:lnTo>
                  <a:lnTo>
                    <a:pt x="10385" y="727"/>
                  </a:lnTo>
                  <a:cubicBezTo>
                    <a:pt x="9226" y="727"/>
                    <a:pt x="8285" y="1670"/>
                    <a:pt x="8285" y="2828"/>
                  </a:cubicBezTo>
                  <a:lnTo>
                    <a:pt x="8285" y="9354"/>
                  </a:lnTo>
                  <a:cubicBezTo>
                    <a:pt x="8285" y="11075"/>
                    <a:pt x="6884" y="12476"/>
                    <a:pt x="5163" y="12476"/>
                  </a:cubicBezTo>
                  <a:cubicBezTo>
                    <a:pt x="3441" y="12476"/>
                    <a:pt x="2040" y="11075"/>
                    <a:pt x="2040" y="9354"/>
                  </a:cubicBezTo>
                  <a:lnTo>
                    <a:pt x="2040" y="2323"/>
                  </a:lnTo>
                  <a:lnTo>
                    <a:pt x="3212" y="2323"/>
                  </a:lnTo>
                  <a:lnTo>
                    <a:pt x="321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95" name="Google Shape;895;p57"/>
            <p:cNvSpPr/>
            <p:nvPr/>
          </p:nvSpPr>
          <p:spPr>
            <a:xfrm>
              <a:off x="2121170" y="3810197"/>
              <a:ext cx="3504562" cy="587616"/>
            </a:xfrm>
            <a:custGeom>
              <a:avLst/>
              <a:gdLst/>
              <a:ahLst/>
              <a:cxnLst/>
              <a:rect l="l" t="t" r="r" b="b"/>
              <a:pathLst>
                <a:path w="52066" h="8730" extrusionOk="0">
                  <a:moveTo>
                    <a:pt x="6209" y="0"/>
                  </a:moveTo>
                  <a:lnTo>
                    <a:pt x="346" y="1647"/>
                  </a:lnTo>
                  <a:lnTo>
                    <a:pt x="0" y="7363"/>
                  </a:lnTo>
                  <a:lnTo>
                    <a:pt x="52065" y="8730"/>
                  </a:lnTo>
                  <a:lnTo>
                    <a:pt x="52065" y="8730"/>
                  </a:lnTo>
                  <a:lnTo>
                    <a:pt x="51603" y="5008"/>
                  </a:lnTo>
                  <a:lnTo>
                    <a:pt x="50455" y="2768"/>
                  </a:lnTo>
                  <a:lnTo>
                    <a:pt x="4541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96" name="Google Shape;896;p57"/>
            <p:cNvSpPr/>
            <p:nvPr/>
          </p:nvSpPr>
          <p:spPr>
            <a:xfrm>
              <a:off x="2006943" y="2909510"/>
              <a:ext cx="3620941" cy="1488291"/>
            </a:xfrm>
            <a:custGeom>
              <a:avLst/>
              <a:gdLst/>
              <a:ahLst/>
              <a:cxnLst/>
              <a:rect l="l" t="t" r="r" b="b"/>
              <a:pathLst>
                <a:path w="53795" h="22111" extrusionOk="0">
                  <a:moveTo>
                    <a:pt x="21710" y="2597"/>
                  </a:moveTo>
                  <a:cubicBezTo>
                    <a:pt x="24367" y="2597"/>
                    <a:pt x="26988" y="2799"/>
                    <a:pt x="29121" y="3203"/>
                  </a:cubicBezTo>
                  <a:cubicBezTo>
                    <a:pt x="32778" y="3894"/>
                    <a:pt x="37670" y="5969"/>
                    <a:pt x="37670" y="5969"/>
                  </a:cubicBezTo>
                  <a:lnTo>
                    <a:pt x="37670" y="9822"/>
                  </a:lnTo>
                  <a:cubicBezTo>
                    <a:pt x="29775" y="8655"/>
                    <a:pt x="18850" y="7225"/>
                    <a:pt x="12725" y="7225"/>
                  </a:cubicBezTo>
                  <a:cubicBezTo>
                    <a:pt x="12303" y="7225"/>
                    <a:pt x="11904" y="7231"/>
                    <a:pt x="11531" y="7246"/>
                  </a:cubicBezTo>
                  <a:cubicBezTo>
                    <a:pt x="11531" y="7246"/>
                    <a:pt x="11877" y="3400"/>
                    <a:pt x="16126" y="2906"/>
                  </a:cubicBezTo>
                  <a:cubicBezTo>
                    <a:pt x="17896" y="2700"/>
                    <a:pt x="19812" y="2597"/>
                    <a:pt x="21710" y="2597"/>
                  </a:cubicBezTo>
                  <a:close/>
                  <a:moveTo>
                    <a:pt x="40822" y="6211"/>
                  </a:moveTo>
                  <a:cubicBezTo>
                    <a:pt x="45140" y="8502"/>
                    <a:pt x="47108" y="10680"/>
                    <a:pt x="47108" y="10680"/>
                  </a:cubicBezTo>
                  <a:lnTo>
                    <a:pt x="47108" y="11306"/>
                  </a:lnTo>
                  <a:cubicBezTo>
                    <a:pt x="47108" y="11306"/>
                    <a:pt x="44585" y="10878"/>
                    <a:pt x="40822" y="10299"/>
                  </a:cubicBezTo>
                  <a:lnTo>
                    <a:pt x="40822" y="6211"/>
                  </a:lnTo>
                  <a:close/>
                  <a:moveTo>
                    <a:pt x="19761" y="1"/>
                  </a:moveTo>
                  <a:cubicBezTo>
                    <a:pt x="12345" y="1"/>
                    <a:pt x="7248" y="1720"/>
                    <a:pt x="7248" y="1720"/>
                  </a:cubicBezTo>
                  <a:cubicBezTo>
                    <a:pt x="1516" y="6464"/>
                    <a:pt x="2768" y="13052"/>
                    <a:pt x="2768" y="13052"/>
                  </a:cubicBezTo>
                  <a:cubicBezTo>
                    <a:pt x="1" y="16280"/>
                    <a:pt x="1697" y="20744"/>
                    <a:pt x="1697" y="20744"/>
                  </a:cubicBezTo>
                  <a:lnTo>
                    <a:pt x="2065" y="20754"/>
                  </a:lnTo>
                  <a:cubicBezTo>
                    <a:pt x="2046" y="20579"/>
                    <a:pt x="2038" y="20402"/>
                    <a:pt x="2038" y="20224"/>
                  </a:cubicBezTo>
                  <a:cubicBezTo>
                    <a:pt x="2038" y="17331"/>
                    <a:pt x="4383" y="14986"/>
                    <a:pt x="7276" y="14986"/>
                  </a:cubicBezTo>
                  <a:cubicBezTo>
                    <a:pt x="10168" y="14986"/>
                    <a:pt x="12513" y="17331"/>
                    <a:pt x="12513" y="20224"/>
                  </a:cubicBezTo>
                  <a:cubicBezTo>
                    <a:pt x="12513" y="20497"/>
                    <a:pt x="12492" y="20765"/>
                    <a:pt x="12452" y="21027"/>
                  </a:cubicBezTo>
                  <a:lnTo>
                    <a:pt x="42944" y="21827"/>
                  </a:lnTo>
                  <a:cubicBezTo>
                    <a:pt x="42782" y="21322"/>
                    <a:pt x="42693" y="20784"/>
                    <a:pt x="42693" y="20224"/>
                  </a:cubicBezTo>
                  <a:cubicBezTo>
                    <a:pt x="42693" y="17331"/>
                    <a:pt x="45038" y="14986"/>
                    <a:pt x="47932" y="14986"/>
                  </a:cubicBezTo>
                  <a:cubicBezTo>
                    <a:pt x="50824" y="14986"/>
                    <a:pt x="53169" y="17331"/>
                    <a:pt x="53169" y="20224"/>
                  </a:cubicBezTo>
                  <a:cubicBezTo>
                    <a:pt x="53169" y="20880"/>
                    <a:pt x="53047" y="21507"/>
                    <a:pt x="52827" y="22087"/>
                  </a:cubicBezTo>
                  <a:lnTo>
                    <a:pt x="53762" y="22111"/>
                  </a:lnTo>
                  <a:cubicBezTo>
                    <a:pt x="53762" y="22111"/>
                    <a:pt x="53728" y="20859"/>
                    <a:pt x="53762" y="18652"/>
                  </a:cubicBezTo>
                  <a:cubicBezTo>
                    <a:pt x="53795" y="16446"/>
                    <a:pt x="53136" y="16478"/>
                    <a:pt x="51159" y="13777"/>
                  </a:cubicBezTo>
                  <a:cubicBezTo>
                    <a:pt x="49183" y="11076"/>
                    <a:pt x="48162" y="10153"/>
                    <a:pt x="48162" y="10153"/>
                  </a:cubicBezTo>
                  <a:cubicBezTo>
                    <a:pt x="38313" y="1975"/>
                    <a:pt x="27707" y="1"/>
                    <a:pt x="19761" y="1"/>
                  </a:cubicBezTo>
                  <a:close/>
                </a:path>
              </a:pathLst>
            </a:custGeom>
            <a:gradFill>
              <a:gsLst>
                <a:gs pos="0">
                  <a:schemeClr val="lt2"/>
                </a:gs>
                <a:gs pos="100000">
                  <a:schemeClr val="dk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97" name="Google Shape;897;p57"/>
            <p:cNvSpPr/>
            <p:nvPr/>
          </p:nvSpPr>
          <p:spPr>
            <a:xfrm>
              <a:off x="4769859" y="3604966"/>
              <a:ext cx="23626" cy="3769"/>
            </a:xfrm>
            <a:custGeom>
              <a:avLst/>
              <a:gdLst/>
              <a:ahLst/>
              <a:cxnLst/>
              <a:rect l="l" t="t" r="r" b="b"/>
              <a:pathLst>
                <a:path w="351" h="56" extrusionOk="0">
                  <a:moveTo>
                    <a:pt x="1" y="1"/>
                  </a:moveTo>
                  <a:lnTo>
                    <a:pt x="1" y="1"/>
                  </a:lnTo>
                  <a:cubicBezTo>
                    <a:pt x="119" y="19"/>
                    <a:pt x="235" y="37"/>
                    <a:pt x="350" y="56"/>
                  </a:cubicBezTo>
                  <a:cubicBezTo>
                    <a:pt x="236" y="37"/>
                    <a:pt x="119" y="19"/>
                    <a:pt x="1" y="1"/>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98" name="Google Shape;898;p57"/>
            <p:cNvSpPr/>
            <p:nvPr/>
          </p:nvSpPr>
          <p:spPr>
            <a:xfrm>
              <a:off x="5175273" y="3670055"/>
              <a:ext cx="2558" cy="538"/>
            </a:xfrm>
            <a:custGeom>
              <a:avLst/>
              <a:gdLst/>
              <a:ahLst/>
              <a:cxnLst/>
              <a:rect l="l" t="t" r="r" b="b"/>
              <a:pathLst>
                <a:path w="38" h="8" extrusionOk="0">
                  <a:moveTo>
                    <a:pt x="38" y="7"/>
                  </a:moveTo>
                  <a:cubicBezTo>
                    <a:pt x="38" y="7"/>
                    <a:pt x="23" y="5"/>
                    <a:pt x="1" y="0"/>
                  </a:cubicBezTo>
                  <a:cubicBezTo>
                    <a:pt x="23" y="5"/>
                    <a:pt x="38" y="7"/>
                    <a:pt x="38" y="7"/>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99" name="Google Shape;899;p57"/>
            <p:cNvSpPr/>
            <p:nvPr/>
          </p:nvSpPr>
          <p:spPr>
            <a:xfrm>
              <a:off x="5176283" y="3626774"/>
              <a:ext cx="875" cy="875"/>
            </a:xfrm>
            <a:custGeom>
              <a:avLst/>
              <a:gdLst/>
              <a:ahLst/>
              <a:cxnLst/>
              <a:rect l="l" t="t" r="r" b="b"/>
              <a:pathLst>
                <a:path w="13" h="13" extrusionOk="0">
                  <a:moveTo>
                    <a:pt x="0" y="0"/>
                  </a:moveTo>
                  <a:lnTo>
                    <a:pt x="0" y="0"/>
                  </a:lnTo>
                  <a:cubicBezTo>
                    <a:pt x="6" y="6"/>
                    <a:pt x="8" y="10"/>
                    <a:pt x="13" y="13"/>
                  </a:cubicBezTo>
                  <a:cubicBezTo>
                    <a:pt x="8" y="9"/>
                    <a:pt x="6" y="6"/>
                    <a:pt x="0" y="0"/>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00" name="Google Shape;900;p57"/>
            <p:cNvSpPr/>
            <p:nvPr/>
          </p:nvSpPr>
          <p:spPr>
            <a:xfrm>
              <a:off x="4905490" y="3626169"/>
              <a:ext cx="45973" cy="7404"/>
            </a:xfrm>
            <a:custGeom>
              <a:avLst/>
              <a:gdLst/>
              <a:ahLst/>
              <a:cxnLst/>
              <a:rect l="l" t="t" r="r" b="b"/>
              <a:pathLst>
                <a:path w="683" h="110" extrusionOk="0">
                  <a:moveTo>
                    <a:pt x="683" y="110"/>
                  </a:moveTo>
                  <a:cubicBezTo>
                    <a:pt x="464" y="74"/>
                    <a:pt x="236" y="39"/>
                    <a:pt x="0" y="1"/>
                  </a:cubicBezTo>
                  <a:cubicBezTo>
                    <a:pt x="236" y="39"/>
                    <a:pt x="464" y="74"/>
                    <a:pt x="683" y="110"/>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01" name="Google Shape;901;p57"/>
            <p:cNvSpPr/>
            <p:nvPr/>
          </p:nvSpPr>
          <p:spPr>
            <a:xfrm>
              <a:off x="4855344" y="3618293"/>
              <a:ext cx="21001" cy="3365"/>
            </a:xfrm>
            <a:custGeom>
              <a:avLst/>
              <a:gdLst/>
              <a:ahLst/>
              <a:cxnLst/>
              <a:rect l="l" t="t" r="r" b="b"/>
              <a:pathLst>
                <a:path w="312" h="50" extrusionOk="0">
                  <a:moveTo>
                    <a:pt x="311" y="50"/>
                  </a:moveTo>
                  <a:cubicBezTo>
                    <a:pt x="210" y="34"/>
                    <a:pt x="106" y="17"/>
                    <a:pt x="0" y="0"/>
                  </a:cubicBezTo>
                  <a:cubicBezTo>
                    <a:pt x="106" y="17"/>
                    <a:pt x="210" y="34"/>
                    <a:pt x="311" y="50"/>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02" name="Google Shape;902;p57"/>
            <p:cNvSpPr/>
            <p:nvPr/>
          </p:nvSpPr>
          <p:spPr>
            <a:xfrm>
              <a:off x="4880383" y="3622265"/>
              <a:ext cx="20799" cy="3298"/>
            </a:xfrm>
            <a:custGeom>
              <a:avLst/>
              <a:gdLst/>
              <a:ahLst/>
              <a:cxnLst/>
              <a:rect l="l" t="t" r="r" b="b"/>
              <a:pathLst>
                <a:path w="309" h="49" extrusionOk="0">
                  <a:moveTo>
                    <a:pt x="308" y="49"/>
                  </a:moveTo>
                  <a:cubicBezTo>
                    <a:pt x="206" y="33"/>
                    <a:pt x="105" y="16"/>
                    <a:pt x="0" y="1"/>
                  </a:cubicBezTo>
                  <a:cubicBezTo>
                    <a:pt x="105" y="16"/>
                    <a:pt x="206" y="33"/>
                    <a:pt x="308" y="49"/>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03" name="Google Shape;903;p57"/>
            <p:cNvSpPr/>
            <p:nvPr/>
          </p:nvSpPr>
          <p:spPr>
            <a:xfrm>
              <a:off x="5168138" y="3618361"/>
              <a:ext cx="3231" cy="3231"/>
            </a:xfrm>
            <a:custGeom>
              <a:avLst/>
              <a:gdLst/>
              <a:ahLst/>
              <a:cxnLst/>
              <a:rect l="l" t="t" r="r" b="b"/>
              <a:pathLst>
                <a:path w="48" h="48" extrusionOk="0">
                  <a:moveTo>
                    <a:pt x="1" y="1"/>
                  </a:moveTo>
                  <a:cubicBezTo>
                    <a:pt x="18" y="18"/>
                    <a:pt x="33" y="33"/>
                    <a:pt x="47" y="48"/>
                  </a:cubicBezTo>
                  <a:cubicBezTo>
                    <a:pt x="33" y="33"/>
                    <a:pt x="18" y="18"/>
                    <a:pt x="1" y="1"/>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04" name="Google Shape;904;p57"/>
            <p:cNvSpPr/>
            <p:nvPr/>
          </p:nvSpPr>
          <p:spPr>
            <a:xfrm>
              <a:off x="4955031" y="3634111"/>
              <a:ext cx="18174" cy="2962"/>
            </a:xfrm>
            <a:custGeom>
              <a:avLst/>
              <a:gdLst/>
              <a:ahLst/>
              <a:cxnLst/>
              <a:rect l="l" t="t" r="r" b="b"/>
              <a:pathLst>
                <a:path w="270" h="44" extrusionOk="0">
                  <a:moveTo>
                    <a:pt x="269" y="44"/>
                  </a:moveTo>
                  <a:cubicBezTo>
                    <a:pt x="182" y="30"/>
                    <a:pt x="91" y="14"/>
                    <a:pt x="1" y="0"/>
                  </a:cubicBezTo>
                  <a:cubicBezTo>
                    <a:pt x="91" y="14"/>
                    <a:pt x="182" y="30"/>
                    <a:pt x="269" y="44"/>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05" name="Google Shape;905;p57"/>
            <p:cNvSpPr/>
            <p:nvPr/>
          </p:nvSpPr>
          <p:spPr>
            <a:xfrm>
              <a:off x="4754781" y="3327510"/>
              <a:ext cx="26587" cy="14472"/>
            </a:xfrm>
            <a:custGeom>
              <a:avLst/>
              <a:gdLst/>
              <a:ahLst/>
              <a:cxnLst/>
              <a:rect l="l" t="t" r="r" b="b"/>
              <a:pathLst>
                <a:path w="395" h="215" extrusionOk="0">
                  <a:moveTo>
                    <a:pt x="0" y="1"/>
                  </a:moveTo>
                  <a:cubicBezTo>
                    <a:pt x="135" y="72"/>
                    <a:pt x="266" y="144"/>
                    <a:pt x="395" y="214"/>
                  </a:cubicBezTo>
                  <a:cubicBezTo>
                    <a:pt x="266" y="144"/>
                    <a:pt x="135" y="72"/>
                    <a:pt x="0" y="1"/>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06" name="Google Shape;906;p57"/>
            <p:cNvSpPr/>
            <p:nvPr/>
          </p:nvSpPr>
          <p:spPr>
            <a:xfrm>
              <a:off x="5174331" y="3624755"/>
              <a:ext cx="1683" cy="1750"/>
            </a:xfrm>
            <a:custGeom>
              <a:avLst/>
              <a:gdLst/>
              <a:ahLst/>
              <a:cxnLst/>
              <a:rect l="l" t="t" r="r" b="b"/>
              <a:pathLst>
                <a:path w="25" h="26" extrusionOk="0">
                  <a:moveTo>
                    <a:pt x="1" y="1"/>
                  </a:moveTo>
                  <a:cubicBezTo>
                    <a:pt x="11" y="10"/>
                    <a:pt x="18" y="19"/>
                    <a:pt x="25" y="26"/>
                  </a:cubicBezTo>
                  <a:cubicBezTo>
                    <a:pt x="18" y="19"/>
                    <a:pt x="11" y="10"/>
                    <a:pt x="1" y="1"/>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07" name="Google Shape;907;p57"/>
            <p:cNvSpPr/>
            <p:nvPr/>
          </p:nvSpPr>
          <p:spPr>
            <a:xfrm>
              <a:off x="4781571" y="3341982"/>
              <a:ext cx="376869" cy="266750"/>
            </a:xfrm>
            <a:custGeom>
              <a:avLst/>
              <a:gdLst/>
              <a:ahLst/>
              <a:cxnLst/>
              <a:rect l="l" t="t" r="r" b="b"/>
              <a:pathLst>
                <a:path w="5599" h="3963" extrusionOk="0">
                  <a:moveTo>
                    <a:pt x="1" y="1"/>
                  </a:moveTo>
                  <a:cubicBezTo>
                    <a:pt x="3128" y="1712"/>
                    <a:pt x="4940" y="3322"/>
                    <a:pt x="5598" y="3963"/>
                  </a:cubicBezTo>
                  <a:cubicBezTo>
                    <a:pt x="4940" y="3322"/>
                    <a:pt x="3126" y="1711"/>
                    <a:pt x="1" y="1"/>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08" name="Google Shape;908;p57"/>
            <p:cNvSpPr/>
            <p:nvPr/>
          </p:nvSpPr>
          <p:spPr>
            <a:xfrm>
              <a:off x="5163763" y="3613985"/>
              <a:ext cx="3971" cy="3971"/>
            </a:xfrm>
            <a:custGeom>
              <a:avLst/>
              <a:gdLst/>
              <a:ahLst/>
              <a:cxnLst/>
              <a:rect l="l" t="t" r="r" b="b"/>
              <a:pathLst>
                <a:path w="59" h="59" extrusionOk="0">
                  <a:moveTo>
                    <a:pt x="59" y="59"/>
                  </a:moveTo>
                  <a:cubicBezTo>
                    <a:pt x="42" y="40"/>
                    <a:pt x="22" y="22"/>
                    <a:pt x="1" y="1"/>
                  </a:cubicBezTo>
                  <a:cubicBezTo>
                    <a:pt x="22" y="22"/>
                    <a:pt x="42" y="40"/>
                    <a:pt x="59" y="59"/>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09" name="Google Shape;909;p57"/>
            <p:cNvSpPr/>
            <p:nvPr/>
          </p:nvSpPr>
          <p:spPr>
            <a:xfrm>
              <a:off x="5158580" y="3608870"/>
              <a:ext cx="4981" cy="4914"/>
            </a:xfrm>
            <a:custGeom>
              <a:avLst/>
              <a:gdLst/>
              <a:ahLst/>
              <a:cxnLst/>
              <a:rect l="l" t="t" r="r" b="b"/>
              <a:pathLst>
                <a:path w="74" h="73" extrusionOk="0">
                  <a:moveTo>
                    <a:pt x="0" y="1"/>
                  </a:moveTo>
                  <a:cubicBezTo>
                    <a:pt x="27" y="26"/>
                    <a:pt x="51" y="50"/>
                    <a:pt x="74" y="73"/>
                  </a:cubicBezTo>
                  <a:cubicBezTo>
                    <a:pt x="51" y="50"/>
                    <a:pt x="27" y="26"/>
                    <a:pt x="0" y="1"/>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10" name="Google Shape;910;p57"/>
            <p:cNvSpPr/>
            <p:nvPr/>
          </p:nvSpPr>
          <p:spPr>
            <a:xfrm>
              <a:off x="5171705" y="3621928"/>
              <a:ext cx="2356" cy="2423"/>
            </a:xfrm>
            <a:custGeom>
              <a:avLst/>
              <a:gdLst/>
              <a:ahLst/>
              <a:cxnLst/>
              <a:rect l="l" t="t" r="r" b="b"/>
              <a:pathLst>
                <a:path w="35" h="36" extrusionOk="0">
                  <a:moveTo>
                    <a:pt x="0" y="0"/>
                  </a:moveTo>
                  <a:cubicBezTo>
                    <a:pt x="13" y="14"/>
                    <a:pt x="24" y="26"/>
                    <a:pt x="34" y="35"/>
                  </a:cubicBezTo>
                  <a:cubicBezTo>
                    <a:pt x="24" y="26"/>
                    <a:pt x="13" y="14"/>
                    <a:pt x="0" y="0"/>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11" name="Google Shape;911;p57"/>
            <p:cNvSpPr/>
            <p:nvPr/>
          </p:nvSpPr>
          <p:spPr>
            <a:xfrm>
              <a:off x="5141550" y="3664401"/>
              <a:ext cx="7943" cy="1414"/>
            </a:xfrm>
            <a:custGeom>
              <a:avLst/>
              <a:gdLst/>
              <a:ahLst/>
              <a:cxnLst/>
              <a:rect l="l" t="t" r="r" b="b"/>
              <a:pathLst>
                <a:path w="118" h="21" extrusionOk="0">
                  <a:moveTo>
                    <a:pt x="117" y="21"/>
                  </a:moveTo>
                  <a:cubicBezTo>
                    <a:pt x="81" y="15"/>
                    <a:pt x="42" y="8"/>
                    <a:pt x="0" y="1"/>
                  </a:cubicBezTo>
                  <a:cubicBezTo>
                    <a:pt x="42" y="8"/>
                    <a:pt x="81" y="15"/>
                    <a:pt x="117" y="21"/>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12" name="Google Shape;912;p57"/>
            <p:cNvSpPr/>
            <p:nvPr/>
          </p:nvSpPr>
          <p:spPr>
            <a:xfrm>
              <a:off x="5152387" y="3666219"/>
              <a:ext cx="3567" cy="673"/>
            </a:xfrm>
            <a:custGeom>
              <a:avLst/>
              <a:gdLst/>
              <a:ahLst/>
              <a:cxnLst/>
              <a:rect l="l" t="t" r="r" b="b"/>
              <a:pathLst>
                <a:path w="53" h="10" extrusionOk="0">
                  <a:moveTo>
                    <a:pt x="53" y="9"/>
                  </a:moveTo>
                  <a:cubicBezTo>
                    <a:pt x="36" y="6"/>
                    <a:pt x="19" y="4"/>
                    <a:pt x="0" y="1"/>
                  </a:cubicBezTo>
                  <a:cubicBezTo>
                    <a:pt x="19" y="4"/>
                    <a:pt x="36" y="6"/>
                    <a:pt x="53" y="9"/>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13" name="Google Shape;913;p57"/>
            <p:cNvSpPr/>
            <p:nvPr/>
          </p:nvSpPr>
          <p:spPr>
            <a:xfrm>
              <a:off x="4977513" y="3637679"/>
              <a:ext cx="18981" cy="3164"/>
            </a:xfrm>
            <a:custGeom>
              <a:avLst/>
              <a:gdLst/>
              <a:ahLst/>
              <a:cxnLst/>
              <a:rect l="l" t="t" r="r" b="b"/>
              <a:pathLst>
                <a:path w="282" h="47" extrusionOk="0">
                  <a:moveTo>
                    <a:pt x="282" y="46"/>
                  </a:moveTo>
                  <a:cubicBezTo>
                    <a:pt x="190" y="30"/>
                    <a:pt x="96" y="16"/>
                    <a:pt x="0" y="1"/>
                  </a:cubicBezTo>
                  <a:cubicBezTo>
                    <a:pt x="96" y="16"/>
                    <a:pt x="190" y="30"/>
                    <a:pt x="282" y="46"/>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14" name="Google Shape;914;p57"/>
            <p:cNvSpPr/>
            <p:nvPr/>
          </p:nvSpPr>
          <p:spPr>
            <a:xfrm>
              <a:off x="5167869" y="3668776"/>
              <a:ext cx="2625" cy="606"/>
            </a:xfrm>
            <a:custGeom>
              <a:avLst/>
              <a:gdLst/>
              <a:ahLst/>
              <a:cxnLst/>
              <a:rect l="l" t="t" r="r" b="b"/>
              <a:pathLst>
                <a:path w="39" h="9" extrusionOk="0">
                  <a:moveTo>
                    <a:pt x="39" y="8"/>
                  </a:moveTo>
                  <a:cubicBezTo>
                    <a:pt x="27" y="7"/>
                    <a:pt x="13" y="4"/>
                    <a:pt x="1" y="1"/>
                  </a:cubicBezTo>
                  <a:cubicBezTo>
                    <a:pt x="13" y="4"/>
                    <a:pt x="27" y="7"/>
                    <a:pt x="39" y="8"/>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15" name="Google Shape;915;p57"/>
            <p:cNvSpPr/>
            <p:nvPr/>
          </p:nvSpPr>
          <p:spPr>
            <a:xfrm>
              <a:off x="5172984" y="3669651"/>
              <a:ext cx="538" cy="202"/>
            </a:xfrm>
            <a:custGeom>
              <a:avLst/>
              <a:gdLst/>
              <a:ahLst/>
              <a:cxnLst/>
              <a:rect l="l" t="t" r="r" b="b"/>
              <a:pathLst>
                <a:path w="8" h="3" extrusionOk="0">
                  <a:moveTo>
                    <a:pt x="8" y="2"/>
                  </a:moveTo>
                  <a:cubicBezTo>
                    <a:pt x="5" y="2"/>
                    <a:pt x="2" y="2"/>
                    <a:pt x="1" y="1"/>
                  </a:cubicBezTo>
                  <a:cubicBezTo>
                    <a:pt x="2" y="2"/>
                    <a:pt x="5" y="2"/>
                    <a:pt x="8" y="2"/>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16" name="Google Shape;916;p57"/>
            <p:cNvSpPr/>
            <p:nvPr/>
          </p:nvSpPr>
          <p:spPr>
            <a:xfrm>
              <a:off x="5119472" y="3660834"/>
              <a:ext cx="9558" cy="1548"/>
            </a:xfrm>
            <a:custGeom>
              <a:avLst/>
              <a:gdLst/>
              <a:ahLst/>
              <a:cxnLst/>
              <a:rect l="l" t="t" r="r" b="b"/>
              <a:pathLst>
                <a:path w="142" h="23" extrusionOk="0">
                  <a:moveTo>
                    <a:pt x="141" y="23"/>
                  </a:moveTo>
                  <a:cubicBezTo>
                    <a:pt x="96" y="16"/>
                    <a:pt x="50" y="7"/>
                    <a:pt x="0" y="0"/>
                  </a:cubicBezTo>
                  <a:cubicBezTo>
                    <a:pt x="50" y="7"/>
                    <a:pt x="96" y="16"/>
                    <a:pt x="141" y="23"/>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17" name="Google Shape;917;p57"/>
            <p:cNvSpPr/>
            <p:nvPr/>
          </p:nvSpPr>
          <p:spPr>
            <a:xfrm>
              <a:off x="5160465" y="3667565"/>
              <a:ext cx="67" cy="67"/>
            </a:xfrm>
            <a:custGeom>
              <a:avLst/>
              <a:gdLst/>
              <a:ahLst/>
              <a:cxnLst/>
              <a:rect l="l" t="t" r="r" b="b"/>
              <a:pathLst>
                <a:path w="1" h="1" extrusionOk="0">
                  <a:moveTo>
                    <a:pt x="0" y="1"/>
                  </a:moveTo>
                  <a:cubicBezTo>
                    <a:pt x="0" y="1"/>
                    <a:pt x="0" y="1"/>
                    <a:pt x="0" y="1"/>
                  </a:cubicBezTo>
                  <a:cubicBezTo>
                    <a:pt x="0" y="1"/>
                    <a:pt x="0" y="1"/>
                    <a:pt x="0" y="1"/>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18" name="Google Shape;918;p57"/>
            <p:cNvSpPr/>
            <p:nvPr/>
          </p:nvSpPr>
          <p:spPr>
            <a:xfrm>
              <a:off x="5130107" y="3662516"/>
              <a:ext cx="10635" cy="1885"/>
            </a:xfrm>
            <a:custGeom>
              <a:avLst/>
              <a:gdLst/>
              <a:ahLst/>
              <a:cxnLst/>
              <a:rect l="l" t="t" r="r" b="b"/>
              <a:pathLst>
                <a:path w="158" h="28" extrusionOk="0">
                  <a:moveTo>
                    <a:pt x="157" y="28"/>
                  </a:moveTo>
                  <a:cubicBezTo>
                    <a:pt x="108" y="19"/>
                    <a:pt x="56" y="11"/>
                    <a:pt x="0" y="1"/>
                  </a:cubicBezTo>
                  <a:cubicBezTo>
                    <a:pt x="56" y="11"/>
                    <a:pt x="108" y="19"/>
                    <a:pt x="157" y="28"/>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19" name="Google Shape;919;p57"/>
            <p:cNvSpPr/>
            <p:nvPr/>
          </p:nvSpPr>
          <p:spPr>
            <a:xfrm>
              <a:off x="5019717" y="3644477"/>
              <a:ext cx="16828" cy="2827"/>
            </a:xfrm>
            <a:custGeom>
              <a:avLst/>
              <a:gdLst/>
              <a:ahLst/>
              <a:cxnLst/>
              <a:rect l="l" t="t" r="r" b="b"/>
              <a:pathLst>
                <a:path w="250" h="42" extrusionOk="0">
                  <a:moveTo>
                    <a:pt x="250" y="41"/>
                  </a:moveTo>
                  <a:cubicBezTo>
                    <a:pt x="169" y="28"/>
                    <a:pt x="86" y="14"/>
                    <a:pt x="1" y="0"/>
                  </a:cubicBezTo>
                  <a:cubicBezTo>
                    <a:pt x="86" y="14"/>
                    <a:pt x="169" y="28"/>
                    <a:pt x="250" y="41"/>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20" name="Google Shape;920;p57"/>
            <p:cNvSpPr/>
            <p:nvPr/>
          </p:nvSpPr>
          <p:spPr>
            <a:xfrm>
              <a:off x="4997572" y="3640910"/>
              <a:ext cx="19856" cy="3231"/>
            </a:xfrm>
            <a:custGeom>
              <a:avLst/>
              <a:gdLst/>
              <a:ahLst/>
              <a:cxnLst/>
              <a:rect l="l" t="t" r="r" b="b"/>
              <a:pathLst>
                <a:path w="295" h="48" extrusionOk="0">
                  <a:moveTo>
                    <a:pt x="294" y="47"/>
                  </a:moveTo>
                  <a:cubicBezTo>
                    <a:pt x="200" y="32"/>
                    <a:pt x="101" y="16"/>
                    <a:pt x="0" y="1"/>
                  </a:cubicBezTo>
                  <a:cubicBezTo>
                    <a:pt x="101" y="16"/>
                    <a:pt x="200" y="32"/>
                    <a:pt x="294" y="47"/>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21" name="Google Shape;921;p57"/>
            <p:cNvSpPr/>
            <p:nvPr/>
          </p:nvSpPr>
          <p:spPr>
            <a:xfrm>
              <a:off x="5039507" y="3647708"/>
              <a:ext cx="14741" cy="2423"/>
            </a:xfrm>
            <a:custGeom>
              <a:avLst/>
              <a:gdLst/>
              <a:ahLst/>
              <a:cxnLst/>
              <a:rect l="l" t="t" r="r" b="b"/>
              <a:pathLst>
                <a:path w="219" h="36" extrusionOk="0">
                  <a:moveTo>
                    <a:pt x="219" y="36"/>
                  </a:moveTo>
                  <a:cubicBezTo>
                    <a:pt x="148" y="24"/>
                    <a:pt x="74" y="13"/>
                    <a:pt x="1" y="0"/>
                  </a:cubicBezTo>
                  <a:cubicBezTo>
                    <a:pt x="74" y="13"/>
                    <a:pt x="148" y="24"/>
                    <a:pt x="219" y="36"/>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22" name="Google Shape;922;p57"/>
            <p:cNvSpPr/>
            <p:nvPr/>
          </p:nvSpPr>
          <p:spPr>
            <a:xfrm>
              <a:off x="5105673" y="3658545"/>
              <a:ext cx="9154" cy="1548"/>
            </a:xfrm>
            <a:custGeom>
              <a:avLst/>
              <a:gdLst/>
              <a:ahLst/>
              <a:cxnLst/>
              <a:rect l="l" t="t" r="r" b="b"/>
              <a:pathLst>
                <a:path w="136" h="23" extrusionOk="0">
                  <a:moveTo>
                    <a:pt x="136" y="23"/>
                  </a:moveTo>
                  <a:cubicBezTo>
                    <a:pt x="92" y="14"/>
                    <a:pt x="47" y="7"/>
                    <a:pt x="0" y="0"/>
                  </a:cubicBezTo>
                  <a:cubicBezTo>
                    <a:pt x="47" y="7"/>
                    <a:pt x="92" y="14"/>
                    <a:pt x="136" y="23"/>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23" name="Google Shape;923;p57"/>
            <p:cNvSpPr/>
            <p:nvPr/>
          </p:nvSpPr>
          <p:spPr>
            <a:xfrm>
              <a:off x="5091538" y="3656189"/>
              <a:ext cx="11779" cy="1952"/>
            </a:xfrm>
            <a:custGeom>
              <a:avLst/>
              <a:gdLst/>
              <a:ahLst/>
              <a:cxnLst/>
              <a:rect l="l" t="t" r="r" b="b"/>
              <a:pathLst>
                <a:path w="175" h="29" extrusionOk="0">
                  <a:moveTo>
                    <a:pt x="175" y="28"/>
                  </a:moveTo>
                  <a:cubicBezTo>
                    <a:pt x="118" y="20"/>
                    <a:pt x="60" y="10"/>
                    <a:pt x="1" y="0"/>
                  </a:cubicBezTo>
                  <a:cubicBezTo>
                    <a:pt x="60" y="10"/>
                    <a:pt x="118" y="20"/>
                    <a:pt x="175" y="28"/>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24" name="Google Shape;924;p57"/>
            <p:cNvSpPr/>
            <p:nvPr/>
          </p:nvSpPr>
          <p:spPr>
            <a:xfrm>
              <a:off x="5057209" y="3650535"/>
              <a:ext cx="13664" cy="2356"/>
            </a:xfrm>
            <a:custGeom>
              <a:avLst/>
              <a:gdLst/>
              <a:ahLst/>
              <a:cxnLst/>
              <a:rect l="l" t="t" r="r" b="b"/>
              <a:pathLst>
                <a:path w="203" h="35" extrusionOk="0">
                  <a:moveTo>
                    <a:pt x="203" y="35"/>
                  </a:moveTo>
                  <a:cubicBezTo>
                    <a:pt x="138" y="23"/>
                    <a:pt x="70" y="12"/>
                    <a:pt x="1" y="1"/>
                  </a:cubicBezTo>
                  <a:cubicBezTo>
                    <a:pt x="70" y="12"/>
                    <a:pt x="138" y="23"/>
                    <a:pt x="203" y="35"/>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25" name="Google Shape;925;p57"/>
            <p:cNvSpPr/>
            <p:nvPr/>
          </p:nvSpPr>
          <p:spPr>
            <a:xfrm>
              <a:off x="5073903" y="3653295"/>
              <a:ext cx="14674" cy="2423"/>
            </a:xfrm>
            <a:custGeom>
              <a:avLst/>
              <a:gdLst/>
              <a:ahLst/>
              <a:cxnLst/>
              <a:rect l="l" t="t" r="r" b="b"/>
              <a:pathLst>
                <a:path w="218" h="36" extrusionOk="0">
                  <a:moveTo>
                    <a:pt x="218" y="36"/>
                  </a:moveTo>
                  <a:cubicBezTo>
                    <a:pt x="149" y="25"/>
                    <a:pt x="75" y="13"/>
                    <a:pt x="0" y="1"/>
                  </a:cubicBezTo>
                  <a:cubicBezTo>
                    <a:pt x="75" y="13"/>
                    <a:pt x="149" y="25"/>
                    <a:pt x="218" y="36"/>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26" name="Google Shape;926;p57"/>
            <p:cNvSpPr/>
            <p:nvPr/>
          </p:nvSpPr>
          <p:spPr>
            <a:xfrm>
              <a:off x="5270787" y="3615130"/>
              <a:ext cx="341935" cy="444179"/>
            </a:xfrm>
            <a:custGeom>
              <a:avLst/>
              <a:gdLst/>
              <a:ahLst/>
              <a:cxnLst/>
              <a:rect l="l" t="t" r="r" b="b"/>
              <a:pathLst>
                <a:path w="5080" h="6599" extrusionOk="0">
                  <a:moveTo>
                    <a:pt x="1" y="1"/>
                  </a:moveTo>
                  <a:lnTo>
                    <a:pt x="1" y="1"/>
                  </a:lnTo>
                  <a:cubicBezTo>
                    <a:pt x="446" y="469"/>
                    <a:pt x="1341" y="1478"/>
                    <a:pt x="2670" y="3294"/>
                  </a:cubicBezTo>
                  <a:cubicBezTo>
                    <a:pt x="4027" y="5147"/>
                    <a:pt x="4762" y="5714"/>
                    <a:pt x="5080" y="6599"/>
                  </a:cubicBezTo>
                  <a:cubicBezTo>
                    <a:pt x="4524" y="1899"/>
                    <a:pt x="1" y="1"/>
                    <a:pt x="1" y="1"/>
                  </a:cubicBezTo>
                  <a:close/>
                </a:path>
              </a:pathLst>
            </a:custGeom>
            <a:gradFill>
              <a:gsLst>
                <a:gs pos="0">
                  <a:schemeClr val="accent2"/>
                </a:gs>
                <a:gs pos="100000">
                  <a:schemeClr val="dk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27" name="Google Shape;927;p57"/>
            <p:cNvSpPr/>
            <p:nvPr/>
          </p:nvSpPr>
          <p:spPr>
            <a:xfrm>
              <a:off x="4915452" y="4026466"/>
              <a:ext cx="629820" cy="573818"/>
            </a:xfrm>
            <a:custGeom>
              <a:avLst/>
              <a:gdLst/>
              <a:ahLst/>
              <a:cxnLst/>
              <a:rect l="l" t="t" r="r" b="b"/>
              <a:pathLst>
                <a:path w="9357" h="8525" extrusionOk="0">
                  <a:moveTo>
                    <a:pt x="4678" y="1"/>
                  </a:moveTo>
                  <a:cubicBezTo>
                    <a:pt x="3588" y="1"/>
                    <a:pt x="2497" y="416"/>
                    <a:pt x="1664" y="1248"/>
                  </a:cubicBezTo>
                  <a:cubicBezTo>
                    <a:pt x="1" y="2913"/>
                    <a:pt x="1" y="5612"/>
                    <a:pt x="1664" y="7275"/>
                  </a:cubicBezTo>
                  <a:cubicBezTo>
                    <a:pt x="2497" y="8108"/>
                    <a:pt x="3588" y="8524"/>
                    <a:pt x="4678" y="8524"/>
                  </a:cubicBezTo>
                  <a:cubicBezTo>
                    <a:pt x="5769" y="8524"/>
                    <a:pt x="6860" y="8108"/>
                    <a:pt x="7691" y="7275"/>
                  </a:cubicBezTo>
                  <a:cubicBezTo>
                    <a:pt x="9356" y="5612"/>
                    <a:pt x="9356" y="2913"/>
                    <a:pt x="7691" y="1248"/>
                  </a:cubicBezTo>
                  <a:cubicBezTo>
                    <a:pt x="6860" y="416"/>
                    <a:pt x="5769" y="1"/>
                    <a:pt x="4678" y="1"/>
                  </a:cubicBezTo>
                  <a:close/>
                </a:path>
              </a:pathLst>
            </a:custGeom>
            <a:gradFill>
              <a:gsLst>
                <a:gs pos="0">
                  <a:schemeClr val="lt1"/>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28" name="Google Shape;928;p57"/>
            <p:cNvSpPr/>
            <p:nvPr/>
          </p:nvSpPr>
          <p:spPr>
            <a:xfrm>
              <a:off x="5015342" y="4098152"/>
              <a:ext cx="430313" cy="430246"/>
            </a:xfrm>
            <a:custGeom>
              <a:avLst/>
              <a:gdLst/>
              <a:ahLst/>
              <a:cxnLst/>
              <a:rect l="l" t="t" r="r" b="b"/>
              <a:pathLst>
                <a:path w="6393" h="6392" extrusionOk="0">
                  <a:moveTo>
                    <a:pt x="2703" y="214"/>
                  </a:moveTo>
                  <a:lnTo>
                    <a:pt x="2703" y="1977"/>
                  </a:lnTo>
                  <a:lnTo>
                    <a:pt x="1455" y="729"/>
                  </a:lnTo>
                  <a:cubicBezTo>
                    <a:pt x="1820" y="470"/>
                    <a:pt x="2244" y="291"/>
                    <a:pt x="2703" y="214"/>
                  </a:cubicBezTo>
                  <a:close/>
                  <a:moveTo>
                    <a:pt x="3691" y="214"/>
                  </a:moveTo>
                  <a:cubicBezTo>
                    <a:pt x="4151" y="291"/>
                    <a:pt x="4575" y="470"/>
                    <a:pt x="4939" y="729"/>
                  </a:cubicBezTo>
                  <a:lnTo>
                    <a:pt x="3691" y="1977"/>
                  </a:lnTo>
                  <a:lnTo>
                    <a:pt x="3691" y="214"/>
                  </a:lnTo>
                  <a:close/>
                  <a:moveTo>
                    <a:pt x="751" y="1423"/>
                  </a:moveTo>
                  <a:lnTo>
                    <a:pt x="2005" y="2675"/>
                  </a:lnTo>
                  <a:lnTo>
                    <a:pt x="220" y="2675"/>
                  </a:lnTo>
                  <a:cubicBezTo>
                    <a:pt x="300" y="2213"/>
                    <a:pt x="487" y="1788"/>
                    <a:pt x="751" y="1423"/>
                  </a:cubicBezTo>
                  <a:close/>
                  <a:moveTo>
                    <a:pt x="5642" y="1423"/>
                  </a:moveTo>
                  <a:cubicBezTo>
                    <a:pt x="5908" y="1788"/>
                    <a:pt x="6093" y="2213"/>
                    <a:pt x="6173" y="2675"/>
                  </a:cubicBezTo>
                  <a:lnTo>
                    <a:pt x="4390" y="2675"/>
                  </a:lnTo>
                  <a:lnTo>
                    <a:pt x="5642" y="1423"/>
                  </a:lnTo>
                  <a:close/>
                  <a:moveTo>
                    <a:pt x="3197" y="2812"/>
                  </a:moveTo>
                  <a:cubicBezTo>
                    <a:pt x="2985" y="2812"/>
                    <a:pt x="2814" y="2985"/>
                    <a:pt x="2814" y="3197"/>
                  </a:cubicBezTo>
                  <a:cubicBezTo>
                    <a:pt x="2814" y="3407"/>
                    <a:pt x="2985" y="3580"/>
                    <a:pt x="3197" y="3580"/>
                  </a:cubicBezTo>
                  <a:cubicBezTo>
                    <a:pt x="3409" y="3580"/>
                    <a:pt x="3581" y="3407"/>
                    <a:pt x="3581" y="3197"/>
                  </a:cubicBezTo>
                  <a:cubicBezTo>
                    <a:pt x="3581" y="2985"/>
                    <a:pt x="3409" y="2812"/>
                    <a:pt x="3197" y="2812"/>
                  </a:cubicBezTo>
                  <a:close/>
                  <a:moveTo>
                    <a:pt x="3197" y="2258"/>
                  </a:moveTo>
                  <a:cubicBezTo>
                    <a:pt x="3714" y="2258"/>
                    <a:pt x="4135" y="2678"/>
                    <a:pt x="4135" y="3197"/>
                  </a:cubicBezTo>
                  <a:cubicBezTo>
                    <a:pt x="4135" y="3714"/>
                    <a:pt x="3714" y="4134"/>
                    <a:pt x="3197" y="4134"/>
                  </a:cubicBezTo>
                  <a:cubicBezTo>
                    <a:pt x="2679" y="4134"/>
                    <a:pt x="2258" y="3714"/>
                    <a:pt x="2258" y="3197"/>
                  </a:cubicBezTo>
                  <a:cubicBezTo>
                    <a:pt x="2258" y="2678"/>
                    <a:pt x="2679" y="2258"/>
                    <a:pt x="3197" y="2258"/>
                  </a:cubicBezTo>
                  <a:close/>
                  <a:moveTo>
                    <a:pt x="2004" y="3663"/>
                  </a:moveTo>
                  <a:lnTo>
                    <a:pt x="729" y="4938"/>
                  </a:lnTo>
                  <a:cubicBezTo>
                    <a:pt x="466" y="4566"/>
                    <a:pt x="285" y="4132"/>
                    <a:pt x="211" y="3663"/>
                  </a:cubicBezTo>
                  <a:close/>
                  <a:moveTo>
                    <a:pt x="6183" y="3663"/>
                  </a:moveTo>
                  <a:cubicBezTo>
                    <a:pt x="6110" y="4132"/>
                    <a:pt x="5929" y="4566"/>
                    <a:pt x="5665" y="4938"/>
                  </a:cubicBezTo>
                  <a:lnTo>
                    <a:pt x="4390" y="3663"/>
                  </a:lnTo>
                  <a:close/>
                  <a:moveTo>
                    <a:pt x="2703" y="4363"/>
                  </a:moveTo>
                  <a:lnTo>
                    <a:pt x="2703" y="6178"/>
                  </a:lnTo>
                  <a:cubicBezTo>
                    <a:pt x="2231" y="6100"/>
                    <a:pt x="1796" y="5912"/>
                    <a:pt x="1424" y="5642"/>
                  </a:cubicBezTo>
                  <a:lnTo>
                    <a:pt x="2703" y="4363"/>
                  </a:lnTo>
                  <a:close/>
                  <a:moveTo>
                    <a:pt x="3691" y="4363"/>
                  </a:moveTo>
                  <a:lnTo>
                    <a:pt x="4971" y="5642"/>
                  </a:lnTo>
                  <a:cubicBezTo>
                    <a:pt x="4599" y="5912"/>
                    <a:pt x="4163" y="6100"/>
                    <a:pt x="3691" y="6178"/>
                  </a:cubicBezTo>
                  <a:lnTo>
                    <a:pt x="3691" y="4363"/>
                  </a:lnTo>
                  <a:close/>
                  <a:moveTo>
                    <a:pt x="3197" y="1"/>
                  </a:moveTo>
                  <a:cubicBezTo>
                    <a:pt x="1435" y="1"/>
                    <a:pt x="1" y="1434"/>
                    <a:pt x="1" y="3197"/>
                  </a:cubicBezTo>
                  <a:cubicBezTo>
                    <a:pt x="1" y="4958"/>
                    <a:pt x="1435" y="6391"/>
                    <a:pt x="3197" y="6391"/>
                  </a:cubicBezTo>
                  <a:cubicBezTo>
                    <a:pt x="4959" y="6391"/>
                    <a:pt x="6393" y="4958"/>
                    <a:pt x="6393" y="3197"/>
                  </a:cubicBezTo>
                  <a:cubicBezTo>
                    <a:pt x="6393" y="1434"/>
                    <a:pt x="4959" y="1"/>
                    <a:pt x="3197" y="1"/>
                  </a:cubicBezTo>
                  <a:close/>
                </a:path>
              </a:pathLst>
            </a:custGeom>
            <a:gradFill>
              <a:gsLst>
                <a:gs pos="0">
                  <a:schemeClr val="accent2"/>
                </a:gs>
                <a:gs pos="100000">
                  <a:schemeClr val="accent6"/>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29" name="Google Shape;929;p57"/>
            <p:cNvSpPr/>
            <p:nvPr/>
          </p:nvSpPr>
          <p:spPr>
            <a:xfrm>
              <a:off x="2177442" y="4026399"/>
              <a:ext cx="629820" cy="573818"/>
            </a:xfrm>
            <a:custGeom>
              <a:avLst/>
              <a:gdLst/>
              <a:ahLst/>
              <a:cxnLst/>
              <a:rect l="l" t="t" r="r" b="b"/>
              <a:pathLst>
                <a:path w="9357" h="8525" extrusionOk="0">
                  <a:moveTo>
                    <a:pt x="4679" y="0"/>
                  </a:moveTo>
                  <a:cubicBezTo>
                    <a:pt x="3588" y="0"/>
                    <a:pt x="2498" y="417"/>
                    <a:pt x="1666" y="1249"/>
                  </a:cubicBezTo>
                  <a:cubicBezTo>
                    <a:pt x="1" y="2913"/>
                    <a:pt x="1" y="5611"/>
                    <a:pt x="1666" y="7276"/>
                  </a:cubicBezTo>
                  <a:cubicBezTo>
                    <a:pt x="2498" y="8108"/>
                    <a:pt x="3588" y="8524"/>
                    <a:pt x="4679" y="8524"/>
                  </a:cubicBezTo>
                  <a:cubicBezTo>
                    <a:pt x="5770" y="8524"/>
                    <a:pt x="6860" y="8108"/>
                    <a:pt x="7693" y="7276"/>
                  </a:cubicBezTo>
                  <a:cubicBezTo>
                    <a:pt x="9357" y="5611"/>
                    <a:pt x="9357" y="2913"/>
                    <a:pt x="7693" y="1249"/>
                  </a:cubicBezTo>
                  <a:cubicBezTo>
                    <a:pt x="6860" y="417"/>
                    <a:pt x="5770" y="0"/>
                    <a:pt x="4679" y="0"/>
                  </a:cubicBezTo>
                  <a:close/>
                </a:path>
              </a:pathLst>
            </a:custGeom>
            <a:gradFill>
              <a:gsLst>
                <a:gs pos="0">
                  <a:schemeClr val="lt1"/>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30" name="Google Shape;930;p57"/>
            <p:cNvSpPr/>
            <p:nvPr/>
          </p:nvSpPr>
          <p:spPr>
            <a:xfrm>
              <a:off x="2277331" y="4098152"/>
              <a:ext cx="430313" cy="430246"/>
            </a:xfrm>
            <a:custGeom>
              <a:avLst/>
              <a:gdLst/>
              <a:ahLst/>
              <a:cxnLst/>
              <a:rect l="l" t="t" r="r" b="b"/>
              <a:pathLst>
                <a:path w="6393" h="6392" extrusionOk="0">
                  <a:moveTo>
                    <a:pt x="2704" y="214"/>
                  </a:moveTo>
                  <a:lnTo>
                    <a:pt x="2704" y="1977"/>
                  </a:lnTo>
                  <a:lnTo>
                    <a:pt x="1455" y="729"/>
                  </a:lnTo>
                  <a:cubicBezTo>
                    <a:pt x="1820" y="470"/>
                    <a:pt x="2244" y="291"/>
                    <a:pt x="2704" y="214"/>
                  </a:cubicBezTo>
                  <a:close/>
                  <a:moveTo>
                    <a:pt x="3692" y="214"/>
                  </a:moveTo>
                  <a:cubicBezTo>
                    <a:pt x="4151" y="291"/>
                    <a:pt x="4575" y="470"/>
                    <a:pt x="4940" y="729"/>
                  </a:cubicBezTo>
                  <a:lnTo>
                    <a:pt x="3692" y="1977"/>
                  </a:lnTo>
                  <a:lnTo>
                    <a:pt x="3692" y="214"/>
                  </a:lnTo>
                  <a:close/>
                  <a:moveTo>
                    <a:pt x="752" y="1423"/>
                  </a:moveTo>
                  <a:lnTo>
                    <a:pt x="2005" y="2675"/>
                  </a:lnTo>
                  <a:lnTo>
                    <a:pt x="220" y="2675"/>
                  </a:lnTo>
                  <a:cubicBezTo>
                    <a:pt x="301" y="2213"/>
                    <a:pt x="487" y="1788"/>
                    <a:pt x="752" y="1423"/>
                  </a:cubicBezTo>
                  <a:close/>
                  <a:moveTo>
                    <a:pt x="5642" y="1423"/>
                  </a:moveTo>
                  <a:cubicBezTo>
                    <a:pt x="5908" y="1788"/>
                    <a:pt x="6094" y="2213"/>
                    <a:pt x="6175" y="2675"/>
                  </a:cubicBezTo>
                  <a:lnTo>
                    <a:pt x="4390" y="2675"/>
                  </a:lnTo>
                  <a:lnTo>
                    <a:pt x="5642" y="1423"/>
                  </a:lnTo>
                  <a:close/>
                  <a:moveTo>
                    <a:pt x="3197" y="2812"/>
                  </a:moveTo>
                  <a:cubicBezTo>
                    <a:pt x="2986" y="2812"/>
                    <a:pt x="2814" y="2985"/>
                    <a:pt x="2814" y="3197"/>
                  </a:cubicBezTo>
                  <a:cubicBezTo>
                    <a:pt x="2814" y="3407"/>
                    <a:pt x="2986" y="3580"/>
                    <a:pt x="3197" y="3580"/>
                  </a:cubicBezTo>
                  <a:cubicBezTo>
                    <a:pt x="3409" y="3580"/>
                    <a:pt x="3581" y="3407"/>
                    <a:pt x="3581" y="3197"/>
                  </a:cubicBezTo>
                  <a:cubicBezTo>
                    <a:pt x="3581" y="2985"/>
                    <a:pt x="3409" y="2812"/>
                    <a:pt x="3197" y="2812"/>
                  </a:cubicBezTo>
                  <a:close/>
                  <a:moveTo>
                    <a:pt x="3197" y="2258"/>
                  </a:moveTo>
                  <a:cubicBezTo>
                    <a:pt x="3716" y="2258"/>
                    <a:pt x="4135" y="2678"/>
                    <a:pt x="4135" y="3197"/>
                  </a:cubicBezTo>
                  <a:cubicBezTo>
                    <a:pt x="4135" y="3714"/>
                    <a:pt x="3716" y="4134"/>
                    <a:pt x="3197" y="4134"/>
                  </a:cubicBezTo>
                  <a:cubicBezTo>
                    <a:pt x="2679" y="4134"/>
                    <a:pt x="2258" y="3714"/>
                    <a:pt x="2258" y="3197"/>
                  </a:cubicBezTo>
                  <a:cubicBezTo>
                    <a:pt x="2258" y="2678"/>
                    <a:pt x="2679" y="2258"/>
                    <a:pt x="3197" y="2258"/>
                  </a:cubicBezTo>
                  <a:close/>
                  <a:moveTo>
                    <a:pt x="2005" y="3663"/>
                  </a:moveTo>
                  <a:lnTo>
                    <a:pt x="730" y="4938"/>
                  </a:lnTo>
                  <a:cubicBezTo>
                    <a:pt x="466" y="4566"/>
                    <a:pt x="285" y="4132"/>
                    <a:pt x="212" y="3663"/>
                  </a:cubicBezTo>
                  <a:close/>
                  <a:moveTo>
                    <a:pt x="6183" y="3663"/>
                  </a:moveTo>
                  <a:cubicBezTo>
                    <a:pt x="6110" y="4132"/>
                    <a:pt x="5929" y="4566"/>
                    <a:pt x="5665" y="4938"/>
                  </a:cubicBezTo>
                  <a:lnTo>
                    <a:pt x="4390" y="3663"/>
                  </a:lnTo>
                  <a:close/>
                  <a:moveTo>
                    <a:pt x="2704" y="4363"/>
                  </a:moveTo>
                  <a:lnTo>
                    <a:pt x="2704" y="6178"/>
                  </a:lnTo>
                  <a:cubicBezTo>
                    <a:pt x="2231" y="6100"/>
                    <a:pt x="1796" y="5912"/>
                    <a:pt x="1424" y="5642"/>
                  </a:cubicBezTo>
                  <a:lnTo>
                    <a:pt x="2704" y="4363"/>
                  </a:lnTo>
                  <a:close/>
                  <a:moveTo>
                    <a:pt x="3692" y="4363"/>
                  </a:moveTo>
                  <a:lnTo>
                    <a:pt x="4971" y="5642"/>
                  </a:lnTo>
                  <a:cubicBezTo>
                    <a:pt x="4599" y="5912"/>
                    <a:pt x="4164" y="6100"/>
                    <a:pt x="3692" y="6178"/>
                  </a:cubicBezTo>
                  <a:lnTo>
                    <a:pt x="3692" y="4363"/>
                  </a:lnTo>
                  <a:close/>
                  <a:moveTo>
                    <a:pt x="3197" y="1"/>
                  </a:moveTo>
                  <a:cubicBezTo>
                    <a:pt x="1436" y="1"/>
                    <a:pt x="1" y="1434"/>
                    <a:pt x="1" y="3197"/>
                  </a:cubicBezTo>
                  <a:cubicBezTo>
                    <a:pt x="1" y="4958"/>
                    <a:pt x="1436" y="6391"/>
                    <a:pt x="3197" y="6391"/>
                  </a:cubicBezTo>
                  <a:cubicBezTo>
                    <a:pt x="4959" y="6391"/>
                    <a:pt x="6393" y="4958"/>
                    <a:pt x="6393" y="3197"/>
                  </a:cubicBezTo>
                  <a:cubicBezTo>
                    <a:pt x="6393" y="1434"/>
                    <a:pt x="4959" y="1"/>
                    <a:pt x="3197" y="1"/>
                  </a:cubicBezTo>
                  <a:close/>
                </a:path>
              </a:pathLst>
            </a:custGeom>
            <a:gradFill>
              <a:gsLst>
                <a:gs pos="0">
                  <a:schemeClr val="accent2"/>
                </a:gs>
                <a:gs pos="100000">
                  <a:schemeClr val="accent6"/>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31" name="Google Shape;931;p57"/>
            <p:cNvSpPr/>
            <p:nvPr/>
          </p:nvSpPr>
          <p:spPr>
            <a:xfrm>
              <a:off x="2220925" y="3040295"/>
              <a:ext cx="268567" cy="395110"/>
            </a:xfrm>
            <a:custGeom>
              <a:avLst/>
              <a:gdLst/>
              <a:ahLst/>
              <a:cxnLst/>
              <a:rect l="l" t="t" r="r" b="b"/>
              <a:pathLst>
                <a:path w="3990" h="5870" extrusionOk="0">
                  <a:moveTo>
                    <a:pt x="3811" y="1"/>
                  </a:moveTo>
                  <a:cubicBezTo>
                    <a:pt x="1670" y="1864"/>
                    <a:pt x="558" y="3984"/>
                    <a:pt x="1" y="5869"/>
                  </a:cubicBezTo>
                  <a:lnTo>
                    <a:pt x="624" y="5573"/>
                  </a:lnTo>
                  <a:cubicBezTo>
                    <a:pt x="1188" y="5304"/>
                    <a:pt x="1674" y="4898"/>
                    <a:pt x="2040" y="4392"/>
                  </a:cubicBezTo>
                  <a:lnTo>
                    <a:pt x="3164" y="2836"/>
                  </a:lnTo>
                  <a:cubicBezTo>
                    <a:pt x="3755" y="2018"/>
                    <a:pt x="3990" y="994"/>
                    <a:pt x="3811" y="1"/>
                  </a:cubicBezTo>
                  <a:close/>
                </a:path>
              </a:pathLst>
            </a:custGeom>
            <a:gradFill>
              <a:gsLst>
                <a:gs pos="0">
                  <a:schemeClr val="accent2"/>
                </a:gs>
                <a:gs pos="100000">
                  <a:schemeClr val="dk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32" name="Google Shape;932;p57"/>
            <p:cNvSpPr/>
            <p:nvPr/>
          </p:nvSpPr>
          <p:spPr>
            <a:xfrm>
              <a:off x="713225" y="4582521"/>
              <a:ext cx="5046298" cy="35203"/>
            </a:xfrm>
            <a:custGeom>
              <a:avLst/>
              <a:gdLst/>
              <a:ahLst/>
              <a:cxnLst/>
              <a:rect l="l" t="t" r="r" b="b"/>
              <a:pathLst>
                <a:path w="74971" h="523" extrusionOk="0">
                  <a:moveTo>
                    <a:pt x="262" y="1"/>
                  </a:moveTo>
                  <a:cubicBezTo>
                    <a:pt x="118" y="1"/>
                    <a:pt x="0" y="118"/>
                    <a:pt x="0" y="262"/>
                  </a:cubicBezTo>
                  <a:cubicBezTo>
                    <a:pt x="0" y="407"/>
                    <a:pt x="118" y="522"/>
                    <a:pt x="262" y="522"/>
                  </a:cubicBezTo>
                  <a:lnTo>
                    <a:pt x="74709" y="522"/>
                  </a:lnTo>
                  <a:cubicBezTo>
                    <a:pt x="74854" y="522"/>
                    <a:pt x="74971" y="407"/>
                    <a:pt x="74971" y="262"/>
                  </a:cubicBezTo>
                  <a:cubicBezTo>
                    <a:pt x="74971" y="118"/>
                    <a:pt x="74854" y="1"/>
                    <a:pt x="7470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33" name="Google Shape;933;p57"/>
            <p:cNvSpPr/>
            <p:nvPr/>
          </p:nvSpPr>
          <p:spPr>
            <a:xfrm>
              <a:off x="2605136" y="3533885"/>
              <a:ext cx="2346965" cy="844808"/>
            </a:xfrm>
            <a:custGeom>
              <a:avLst/>
              <a:gdLst/>
              <a:ahLst/>
              <a:cxnLst/>
              <a:rect l="l" t="t" r="r" b="b"/>
              <a:pathLst>
                <a:path w="34868" h="12551" extrusionOk="0">
                  <a:moveTo>
                    <a:pt x="0" y="1"/>
                  </a:moveTo>
                  <a:cubicBezTo>
                    <a:pt x="6310" y="6464"/>
                    <a:pt x="5441" y="8785"/>
                    <a:pt x="5441" y="8785"/>
                  </a:cubicBezTo>
                  <a:lnTo>
                    <a:pt x="33794" y="10942"/>
                  </a:lnTo>
                  <a:cubicBezTo>
                    <a:pt x="33249" y="8390"/>
                    <a:pt x="34868" y="3915"/>
                    <a:pt x="34868" y="3915"/>
                  </a:cubicBezTo>
                  <a:cubicBezTo>
                    <a:pt x="17659" y="1253"/>
                    <a:pt x="1" y="1"/>
                    <a:pt x="0" y="1"/>
                  </a:cubicBezTo>
                  <a:close/>
                  <a:moveTo>
                    <a:pt x="3405" y="9441"/>
                  </a:moveTo>
                  <a:lnTo>
                    <a:pt x="3405" y="9441"/>
                  </a:lnTo>
                  <a:cubicBezTo>
                    <a:pt x="3548" y="9919"/>
                    <a:pt x="3626" y="10424"/>
                    <a:pt x="3626" y="10948"/>
                  </a:cubicBezTo>
                  <a:cubicBezTo>
                    <a:pt x="3626" y="11221"/>
                    <a:pt x="3605" y="11488"/>
                    <a:pt x="3565" y="11751"/>
                  </a:cubicBezTo>
                  <a:lnTo>
                    <a:pt x="34058" y="12551"/>
                  </a:lnTo>
                  <a:cubicBezTo>
                    <a:pt x="33975" y="12295"/>
                    <a:pt x="33912" y="12031"/>
                    <a:pt x="33870" y="11758"/>
                  </a:cubicBezTo>
                  <a:cubicBezTo>
                    <a:pt x="25641" y="11618"/>
                    <a:pt x="17409" y="11441"/>
                    <a:pt x="9199" y="10866"/>
                  </a:cubicBezTo>
                  <a:cubicBezTo>
                    <a:pt x="8037" y="10785"/>
                    <a:pt x="6864" y="10685"/>
                    <a:pt x="5736" y="10384"/>
                  </a:cubicBezTo>
                  <a:cubicBezTo>
                    <a:pt x="4914" y="10163"/>
                    <a:pt x="4173" y="9795"/>
                    <a:pt x="3405" y="944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34" name="Google Shape;934;p57"/>
            <p:cNvSpPr/>
            <p:nvPr/>
          </p:nvSpPr>
          <p:spPr>
            <a:xfrm>
              <a:off x="2603992" y="2972513"/>
              <a:ext cx="2585512" cy="1303727"/>
            </a:xfrm>
            <a:custGeom>
              <a:avLst/>
              <a:gdLst/>
              <a:ahLst/>
              <a:cxnLst/>
              <a:rect l="l" t="t" r="r" b="b"/>
              <a:pathLst>
                <a:path w="38412" h="19369" extrusionOk="0">
                  <a:moveTo>
                    <a:pt x="12844" y="1662"/>
                  </a:moveTo>
                  <a:cubicBezTo>
                    <a:pt x="13608" y="1662"/>
                    <a:pt x="14368" y="1678"/>
                    <a:pt x="15115" y="1712"/>
                  </a:cubicBezTo>
                  <a:lnTo>
                    <a:pt x="15115" y="6912"/>
                  </a:lnTo>
                  <a:cubicBezTo>
                    <a:pt x="10286" y="6379"/>
                    <a:pt x="6533" y="6112"/>
                    <a:pt x="3880" y="6112"/>
                  </a:cubicBezTo>
                  <a:cubicBezTo>
                    <a:pt x="3454" y="6112"/>
                    <a:pt x="3055" y="6119"/>
                    <a:pt x="2685" y="6133"/>
                  </a:cubicBezTo>
                  <a:cubicBezTo>
                    <a:pt x="2815" y="5374"/>
                    <a:pt x="3554" y="2400"/>
                    <a:pt x="7256" y="1970"/>
                  </a:cubicBezTo>
                  <a:cubicBezTo>
                    <a:pt x="9027" y="1765"/>
                    <a:pt x="10945" y="1662"/>
                    <a:pt x="12844" y="1662"/>
                  </a:cubicBezTo>
                  <a:close/>
                  <a:moveTo>
                    <a:pt x="3633" y="7354"/>
                  </a:moveTo>
                  <a:cubicBezTo>
                    <a:pt x="3612" y="7354"/>
                    <a:pt x="3595" y="7371"/>
                    <a:pt x="3593" y="7392"/>
                  </a:cubicBezTo>
                  <a:lnTo>
                    <a:pt x="3571" y="8171"/>
                  </a:lnTo>
                  <a:cubicBezTo>
                    <a:pt x="3569" y="8192"/>
                    <a:pt x="3586" y="8209"/>
                    <a:pt x="3608" y="8211"/>
                  </a:cubicBezTo>
                  <a:lnTo>
                    <a:pt x="6231" y="8290"/>
                  </a:lnTo>
                  <a:cubicBezTo>
                    <a:pt x="6232" y="8290"/>
                    <a:pt x="6233" y="8290"/>
                    <a:pt x="6233" y="8290"/>
                  </a:cubicBezTo>
                  <a:cubicBezTo>
                    <a:pt x="6253" y="8290"/>
                    <a:pt x="6269" y="8273"/>
                    <a:pt x="6271" y="8253"/>
                  </a:cubicBezTo>
                  <a:lnTo>
                    <a:pt x="6293" y="7473"/>
                  </a:lnTo>
                  <a:cubicBezTo>
                    <a:pt x="6295" y="7453"/>
                    <a:pt x="6278" y="7435"/>
                    <a:pt x="6256" y="7435"/>
                  </a:cubicBezTo>
                  <a:lnTo>
                    <a:pt x="3633" y="7354"/>
                  </a:lnTo>
                  <a:close/>
                  <a:moveTo>
                    <a:pt x="16627" y="1803"/>
                  </a:moveTo>
                  <a:cubicBezTo>
                    <a:pt x="17923" y="1904"/>
                    <a:pt x="19152" y="2059"/>
                    <a:pt x="20251" y="2267"/>
                  </a:cubicBezTo>
                  <a:cubicBezTo>
                    <a:pt x="23908" y="2958"/>
                    <a:pt x="28800" y="5033"/>
                    <a:pt x="28800" y="5033"/>
                  </a:cubicBezTo>
                  <a:lnTo>
                    <a:pt x="28800" y="8711"/>
                  </a:lnTo>
                  <a:cubicBezTo>
                    <a:pt x="26588" y="8385"/>
                    <a:pt x="24144" y="8037"/>
                    <a:pt x="21643" y="7707"/>
                  </a:cubicBezTo>
                  <a:cubicBezTo>
                    <a:pt x="20131" y="7510"/>
                    <a:pt x="18694" y="7329"/>
                    <a:pt x="17331" y="7166"/>
                  </a:cubicBezTo>
                  <a:lnTo>
                    <a:pt x="16627" y="1803"/>
                  </a:lnTo>
                  <a:close/>
                  <a:moveTo>
                    <a:pt x="17378" y="8636"/>
                  </a:moveTo>
                  <a:cubicBezTo>
                    <a:pt x="17343" y="8636"/>
                    <a:pt x="17312" y="8661"/>
                    <a:pt x="17307" y="8698"/>
                  </a:cubicBezTo>
                  <a:lnTo>
                    <a:pt x="17218" y="9406"/>
                  </a:lnTo>
                  <a:cubicBezTo>
                    <a:pt x="17214" y="9446"/>
                    <a:pt x="17240" y="9481"/>
                    <a:pt x="17280" y="9486"/>
                  </a:cubicBezTo>
                  <a:lnTo>
                    <a:pt x="19819" y="9804"/>
                  </a:lnTo>
                  <a:cubicBezTo>
                    <a:pt x="19822" y="9804"/>
                    <a:pt x="19825" y="9804"/>
                    <a:pt x="19829" y="9804"/>
                  </a:cubicBezTo>
                  <a:cubicBezTo>
                    <a:pt x="19864" y="9804"/>
                    <a:pt x="19894" y="9778"/>
                    <a:pt x="19899" y="9741"/>
                  </a:cubicBezTo>
                  <a:lnTo>
                    <a:pt x="19987" y="9033"/>
                  </a:lnTo>
                  <a:cubicBezTo>
                    <a:pt x="19993" y="8994"/>
                    <a:pt x="19964" y="8958"/>
                    <a:pt x="19926" y="8954"/>
                  </a:cubicBezTo>
                  <a:lnTo>
                    <a:pt x="17386" y="8636"/>
                  </a:lnTo>
                  <a:cubicBezTo>
                    <a:pt x="17383" y="8636"/>
                    <a:pt x="17381" y="8636"/>
                    <a:pt x="17378" y="8636"/>
                  </a:cubicBezTo>
                  <a:close/>
                  <a:moveTo>
                    <a:pt x="31952" y="5488"/>
                  </a:moveTo>
                  <a:cubicBezTo>
                    <a:pt x="35794" y="7542"/>
                    <a:pt x="37750" y="9487"/>
                    <a:pt x="38064" y="9814"/>
                  </a:cubicBezTo>
                  <a:lnTo>
                    <a:pt x="38064" y="10164"/>
                  </a:lnTo>
                  <a:cubicBezTo>
                    <a:pt x="37391" y="10052"/>
                    <a:pt x="35098" y="9672"/>
                    <a:pt x="31952" y="9187"/>
                  </a:cubicBezTo>
                  <a:lnTo>
                    <a:pt x="31952" y="5488"/>
                  </a:lnTo>
                  <a:close/>
                  <a:moveTo>
                    <a:pt x="3840" y="6462"/>
                  </a:moveTo>
                  <a:cubicBezTo>
                    <a:pt x="7006" y="6462"/>
                    <a:pt x="11482" y="6849"/>
                    <a:pt x="16161" y="7385"/>
                  </a:cubicBezTo>
                  <a:lnTo>
                    <a:pt x="16148" y="18518"/>
                  </a:lnTo>
                  <a:cubicBezTo>
                    <a:pt x="11869" y="18160"/>
                    <a:pt x="6830" y="16744"/>
                    <a:pt x="3366" y="12595"/>
                  </a:cubicBezTo>
                  <a:cubicBezTo>
                    <a:pt x="1210" y="10013"/>
                    <a:pt x="547" y="7402"/>
                    <a:pt x="406" y="6732"/>
                  </a:cubicBezTo>
                  <a:cubicBezTo>
                    <a:pt x="1200" y="6544"/>
                    <a:pt x="2381" y="6462"/>
                    <a:pt x="3840" y="6462"/>
                  </a:cubicBezTo>
                  <a:close/>
                  <a:moveTo>
                    <a:pt x="16334" y="7405"/>
                  </a:moveTo>
                  <a:cubicBezTo>
                    <a:pt x="22586" y="8124"/>
                    <a:pt x="29176" y="9104"/>
                    <a:pt x="33469" y="9775"/>
                  </a:cubicBezTo>
                  <a:cubicBezTo>
                    <a:pt x="33686" y="15856"/>
                    <a:pt x="32253" y="18211"/>
                    <a:pt x="31623" y="18944"/>
                  </a:cubicBezTo>
                  <a:cubicBezTo>
                    <a:pt x="31482" y="19108"/>
                    <a:pt x="31277" y="19195"/>
                    <a:pt x="31060" y="19195"/>
                  </a:cubicBezTo>
                  <a:cubicBezTo>
                    <a:pt x="31051" y="19195"/>
                    <a:pt x="31043" y="19195"/>
                    <a:pt x="31035" y="19195"/>
                  </a:cubicBezTo>
                  <a:lnTo>
                    <a:pt x="18603" y="18618"/>
                  </a:lnTo>
                  <a:cubicBezTo>
                    <a:pt x="17879" y="18618"/>
                    <a:pt x="17115" y="18593"/>
                    <a:pt x="16322" y="18532"/>
                  </a:cubicBezTo>
                  <a:lnTo>
                    <a:pt x="16334" y="7405"/>
                  </a:lnTo>
                  <a:close/>
                  <a:moveTo>
                    <a:pt x="11164" y="1"/>
                  </a:moveTo>
                  <a:cubicBezTo>
                    <a:pt x="6889" y="1"/>
                    <a:pt x="3779" y="904"/>
                    <a:pt x="1889" y="2701"/>
                  </a:cubicBezTo>
                  <a:cubicBezTo>
                    <a:pt x="0" y="4499"/>
                    <a:pt x="109" y="6509"/>
                    <a:pt x="115" y="6594"/>
                  </a:cubicBezTo>
                  <a:lnTo>
                    <a:pt x="129" y="6801"/>
                  </a:lnTo>
                  <a:lnTo>
                    <a:pt x="238" y="6775"/>
                  </a:lnTo>
                  <a:cubicBezTo>
                    <a:pt x="386" y="7471"/>
                    <a:pt x="1060" y="10102"/>
                    <a:pt x="3226" y="12698"/>
                  </a:cubicBezTo>
                  <a:cubicBezTo>
                    <a:pt x="7427" y="17735"/>
                    <a:pt x="13906" y="18792"/>
                    <a:pt x="18599" y="18792"/>
                  </a:cubicBezTo>
                  <a:lnTo>
                    <a:pt x="31027" y="19367"/>
                  </a:lnTo>
                  <a:cubicBezTo>
                    <a:pt x="31042" y="19369"/>
                    <a:pt x="31057" y="19369"/>
                    <a:pt x="31071" y="19369"/>
                  </a:cubicBezTo>
                  <a:cubicBezTo>
                    <a:pt x="31337" y="19369"/>
                    <a:pt x="31584" y="19257"/>
                    <a:pt x="31754" y="19058"/>
                  </a:cubicBezTo>
                  <a:cubicBezTo>
                    <a:pt x="32397" y="18310"/>
                    <a:pt x="33856" y="15920"/>
                    <a:pt x="33644" y="9804"/>
                  </a:cubicBezTo>
                  <a:lnTo>
                    <a:pt x="33644" y="9804"/>
                  </a:lnTo>
                  <a:cubicBezTo>
                    <a:pt x="36376" y="10232"/>
                    <a:pt x="38134" y="10529"/>
                    <a:pt x="38208" y="10541"/>
                  </a:cubicBezTo>
                  <a:lnTo>
                    <a:pt x="38411" y="10575"/>
                  </a:lnTo>
                  <a:lnTo>
                    <a:pt x="38411" y="9678"/>
                  </a:lnTo>
                  <a:lnTo>
                    <a:pt x="38366" y="9628"/>
                  </a:lnTo>
                  <a:cubicBezTo>
                    <a:pt x="38297" y="9551"/>
                    <a:pt x="36626" y="7722"/>
                    <a:pt x="32979" y="5641"/>
                  </a:cubicBezTo>
                  <a:cubicBezTo>
                    <a:pt x="29621" y="3724"/>
                    <a:pt x="23891" y="1238"/>
                    <a:pt x="15659" y="283"/>
                  </a:cubicBezTo>
                  <a:cubicBezTo>
                    <a:pt x="14041" y="94"/>
                    <a:pt x="12542" y="1"/>
                    <a:pt x="111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35" name="Google Shape;935;p57"/>
            <p:cNvSpPr/>
            <p:nvPr/>
          </p:nvSpPr>
          <p:spPr>
            <a:xfrm>
              <a:off x="4512327" y="3458161"/>
              <a:ext cx="144245" cy="200920"/>
            </a:xfrm>
            <a:custGeom>
              <a:avLst/>
              <a:gdLst/>
              <a:ahLst/>
              <a:cxnLst/>
              <a:rect l="l" t="t" r="r" b="b"/>
              <a:pathLst>
                <a:path w="2143" h="2985" extrusionOk="0">
                  <a:moveTo>
                    <a:pt x="1" y="1"/>
                  </a:moveTo>
                  <a:lnTo>
                    <a:pt x="1" y="2658"/>
                  </a:lnTo>
                  <a:lnTo>
                    <a:pt x="145" y="2658"/>
                  </a:lnTo>
                  <a:cubicBezTo>
                    <a:pt x="318" y="2791"/>
                    <a:pt x="626" y="2984"/>
                    <a:pt x="962" y="2984"/>
                  </a:cubicBezTo>
                  <a:cubicBezTo>
                    <a:pt x="1152" y="2984"/>
                    <a:pt x="1350" y="2922"/>
                    <a:pt x="1539" y="2753"/>
                  </a:cubicBezTo>
                  <a:cubicBezTo>
                    <a:pt x="1574" y="2720"/>
                    <a:pt x="1605" y="2685"/>
                    <a:pt x="1633" y="2647"/>
                  </a:cubicBezTo>
                  <a:cubicBezTo>
                    <a:pt x="1669" y="2630"/>
                    <a:pt x="1693" y="2594"/>
                    <a:pt x="1694" y="2553"/>
                  </a:cubicBezTo>
                  <a:cubicBezTo>
                    <a:pt x="2142" y="1765"/>
                    <a:pt x="1694" y="1"/>
                    <a:pt x="1694" y="1"/>
                  </a:cubicBezTo>
                  <a:lnTo>
                    <a:pt x="1656" y="26"/>
                  </a:lnTo>
                  <a:cubicBezTo>
                    <a:pt x="1636" y="10"/>
                    <a:pt x="1612" y="1"/>
                    <a:pt x="158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36" name="Google Shape;936;p57"/>
            <p:cNvSpPr/>
            <p:nvPr/>
          </p:nvSpPr>
          <p:spPr>
            <a:xfrm>
              <a:off x="2634214" y="3190600"/>
              <a:ext cx="1275525" cy="281356"/>
            </a:xfrm>
            <a:custGeom>
              <a:avLst/>
              <a:gdLst/>
              <a:ahLst/>
              <a:cxnLst/>
              <a:rect l="l" t="t" r="r" b="b"/>
              <a:pathLst>
                <a:path w="18950" h="4180" extrusionOk="0">
                  <a:moveTo>
                    <a:pt x="1235" y="1"/>
                  </a:moveTo>
                  <a:cubicBezTo>
                    <a:pt x="1" y="1570"/>
                    <a:pt x="103" y="3109"/>
                    <a:pt x="103" y="3109"/>
                  </a:cubicBezTo>
                  <a:cubicBezTo>
                    <a:pt x="607" y="2982"/>
                    <a:pt x="1279" y="2899"/>
                    <a:pt x="2083" y="2855"/>
                  </a:cubicBezTo>
                  <a:lnTo>
                    <a:pt x="2083" y="1438"/>
                  </a:lnTo>
                  <a:cubicBezTo>
                    <a:pt x="2082" y="819"/>
                    <a:pt x="1739" y="281"/>
                    <a:pt x="1235" y="1"/>
                  </a:cubicBezTo>
                  <a:close/>
                  <a:moveTo>
                    <a:pt x="16376" y="72"/>
                  </a:moveTo>
                  <a:lnTo>
                    <a:pt x="16882" y="3926"/>
                  </a:lnTo>
                  <a:cubicBezTo>
                    <a:pt x="17553" y="4007"/>
                    <a:pt x="18242" y="4090"/>
                    <a:pt x="18950" y="4179"/>
                  </a:cubicBezTo>
                  <a:lnTo>
                    <a:pt x="18950" y="2705"/>
                  </a:lnTo>
                  <a:cubicBezTo>
                    <a:pt x="18950" y="1270"/>
                    <a:pt x="17804" y="104"/>
                    <a:pt x="16376" y="72"/>
                  </a:cubicBezTo>
                  <a:close/>
                </a:path>
              </a:pathLst>
            </a:custGeom>
            <a:gradFill>
              <a:gsLst>
                <a:gs pos="0">
                  <a:schemeClr val="lt1"/>
                </a:gs>
                <a:gs pos="100000">
                  <a:schemeClr val="accent3"/>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937" name="Google Shape;937;p57"/>
          <p:cNvSpPr/>
          <p:nvPr/>
        </p:nvSpPr>
        <p:spPr>
          <a:xfrm>
            <a:off x="2235299" y="4165138"/>
            <a:ext cx="6150921" cy="547002"/>
          </a:xfrm>
          <a:prstGeom prst="roundRect">
            <a:avLst>
              <a:gd name="adj" fmla="val 50000"/>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p>
        </p:txBody>
      </p:sp>
      <p:sp>
        <p:nvSpPr>
          <p:cNvPr id="942" name="Google Shape;942;p57"/>
          <p:cNvSpPr txBox="1">
            <a:spLocks noGrp="1"/>
          </p:cNvSpPr>
          <p:nvPr>
            <p:ph type="title"/>
          </p:nvPr>
        </p:nvSpPr>
        <p:spPr>
          <a:xfrm>
            <a:off x="651452" y="3027772"/>
            <a:ext cx="7717500" cy="896400"/>
          </a:xfrm>
          <a:prstGeom prst="rect">
            <a:avLst/>
          </a:prstGeom>
        </p:spPr>
        <p:txBody>
          <a:bodyPr spcFirstLastPara="1" wrap="square" lIns="91425" tIns="91425" rIns="91425" bIns="91425" anchor="ctr" anchorCtr="0">
            <a:noAutofit/>
          </a:bodyPr>
          <a:lstStyle/>
          <a:p>
            <a:pPr lvl="0"/>
            <a:r>
              <a:rPr lang="en-US" sz="4800" b="1" dirty="0">
                <a:solidFill>
                  <a:schemeClr val="bg1"/>
                </a:solidFill>
                <a:effectLst/>
                <a:latin typeface="Montserrat" panose="00000500000000000000" pitchFamily="2" charset="0"/>
              </a:rPr>
              <a:t>Literature Review</a:t>
            </a:r>
          </a:p>
        </p:txBody>
      </p:sp>
      <p:sp>
        <p:nvSpPr>
          <p:cNvPr id="938" name="Google Shape;938;p57"/>
          <p:cNvSpPr txBox="1">
            <a:spLocks noGrp="1"/>
          </p:cNvSpPr>
          <p:nvPr>
            <p:ph type="title" idx="2"/>
          </p:nvPr>
        </p:nvSpPr>
        <p:spPr>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chemeClr val="tx1"/>
                </a:solidFill>
              </a:rPr>
              <a:t>02</a:t>
            </a:r>
            <a:endParaRPr dirty="0">
              <a:solidFill>
                <a:schemeClr val="tx1"/>
              </a:solidFill>
            </a:endParaRPr>
          </a:p>
        </p:txBody>
      </p:sp>
      <p:sp>
        <p:nvSpPr>
          <p:cNvPr id="939" name="Google Shape;939;p57"/>
          <p:cNvSpPr txBox="1">
            <a:spLocks noGrp="1"/>
          </p:cNvSpPr>
          <p:nvPr>
            <p:ph type="subTitle" idx="1"/>
          </p:nvPr>
        </p:nvSpPr>
        <p:spPr>
          <a:xfrm>
            <a:off x="2832226" y="4287502"/>
            <a:ext cx="4957065" cy="296100"/>
          </a:xfrm>
          <a:prstGeom prst="rect">
            <a:avLst/>
          </a:prstGeom>
        </p:spPr>
        <p:txBody>
          <a:bodyPr spcFirstLastPara="1" wrap="square" lIns="91425" tIns="91425" rIns="91425" bIns="91425" anchor="ctr" anchorCtr="0">
            <a:noAutofit/>
          </a:bodyPr>
          <a:lstStyle/>
          <a:p>
            <a:pPr marL="0" lvl="0" indent="0"/>
            <a:r>
              <a:rPr lang="en-US" dirty="0">
                <a:solidFill>
                  <a:schemeClr val="bg1"/>
                </a:solidFill>
                <a:effectLst/>
              </a:rPr>
              <a:t>Exploring the Landscape of Electric Motor Drive Systems for EVs</a:t>
            </a:r>
            <a:endParaRPr sz="1400" dirty="0">
              <a:solidFill>
                <a:schemeClr val="bg1"/>
              </a:solidFill>
              <a:effectLst/>
              <a:latin typeface="SF Pro Text" panose="00000500000000000000" pitchFamily="2" charset="0"/>
              <a:ea typeface="SF Pro Text" panose="00000500000000000000" pitchFamily="2" charset="0"/>
            </a:endParaRPr>
          </a:p>
        </p:txBody>
      </p:sp>
      <p:sp>
        <p:nvSpPr>
          <p:cNvPr id="941" name="Google Shape;941;p57"/>
          <p:cNvSpPr/>
          <p:nvPr/>
        </p:nvSpPr>
        <p:spPr>
          <a:xfrm rot="-5400000">
            <a:off x="4468802" y="-103549"/>
            <a:ext cx="4226946" cy="930116"/>
          </a:xfrm>
          <a:custGeom>
            <a:avLst/>
            <a:gdLst/>
            <a:ahLst/>
            <a:cxnLst/>
            <a:rect l="l" t="t" r="r" b="b"/>
            <a:pathLst>
              <a:path w="53074" h="11679" extrusionOk="0">
                <a:moveTo>
                  <a:pt x="4423" y="398"/>
                </a:moveTo>
                <a:cubicBezTo>
                  <a:pt x="4545" y="398"/>
                  <a:pt x="4645" y="497"/>
                  <a:pt x="4645" y="618"/>
                </a:cubicBezTo>
                <a:lnTo>
                  <a:pt x="4645" y="1647"/>
                </a:lnTo>
                <a:cubicBezTo>
                  <a:pt x="4645" y="1770"/>
                  <a:pt x="4545" y="1869"/>
                  <a:pt x="4423" y="1869"/>
                </a:cubicBezTo>
                <a:cubicBezTo>
                  <a:pt x="4300" y="1869"/>
                  <a:pt x="4200" y="1770"/>
                  <a:pt x="4200" y="1647"/>
                </a:cubicBezTo>
                <a:lnTo>
                  <a:pt x="4200" y="618"/>
                </a:lnTo>
                <a:cubicBezTo>
                  <a:pt x="4200" y="497"/>
                  <a:pt x="4300" y="398"/>
                  <a:pt x="4423" y="398"/>
                </a:cubicBezTo>
                <a:close/>
                <a:moveTo>
                  <a:pt x="1463" y="446"/>
                </a:moveTo>
                <a:cubicBezTo>
                  <a:pt x="1585" y="446"/>
                  <a:pt x="1684" y="546"/>
                  <a:pt x="1684" y="668"/>
                </a:cubicBezTo>
                <a:lnTo>
                  <a:pt x="1684" y="1697"/>
                </a:lnTo>
                <a:cubicBezTo>
                  <a:pt x="1684" y="1820"/>
                  <a:pt x="1585" y="1919"/>
                  <a:pt x="1463" y="1919"/>
                </a:cubicBezTo>
                <a:cubicBezTo>
                  <a:pt x="1339" y="1919"/>
                  <a:pt x="1240" y="1820"/>
                  <a:pt x="1240" y="1697"/>
                </a:cubicBezTo>
                <a:lnTo>
                  <a:pt x="1240" y="668"/>
                </a:lnTo>
                <a:cubicBezTo>
                  <a:pt x="1240" y="546"/>
                  <a:pt x="1339" y="446"/>
                  <a:pt x="1463" y="446"/>
                </a:cubicBezTo>
                <a:close/>
                <a:moveTo>
                  <a:pt x="4249" y="1"/>
                </a:moveTo>
                <a:cubicBezTo>
                  <a:pt x="3923" y="1"/>
                  <a:pt x="3658" y="265"/>
                  <a:pt x="3658" y="591"/>
                </a:cubicBezTo>
                <a:lnTo>
                  <a:pt x="3658" y="3202"/>
                </a:lnTo>
                <a:lnTo>
                  <a:pt x="1981" y="3202"/>
                </a:lnTo>
                <a:lnTo>
                  <a:pt x="1981" y="673"/>
                </a:lnTo>
                <a:cubicBezTo>
                  <a:pt x="1981" y="510"/>
                  <a:pt x="1914" y="364"/>
                  <a:pt x="1808" y="257"/>
                </a:cubicBezTo>
                <a:cubicBezTo>
                  <a:pt x="1701" y="149"/>
                  <a:pt x="1552" y="81"/>
                  <a:pt x="1390" y="81"/>
                </a:cubicBezTo>
                <a:cubicBezTo>
                  <a:pt x="1065" y="81"/>
                  <a:pt x="799" y="348"/>
                  <a:pt x="799" y="672"/>
                </a:cubicBezTo>
                <a:lnTo>
                  <a:pt x="799" y="3202"/>
                </a:lnTo>
                <a:lnTo>
                  <a:pt x="734" y="3202"/>
                </a:lnTo>
                <a:cubicBezTo>
                  <a:pt x="330" y="3202"/>
                  <a:pt x="0" y="3533"/>
                  <a:pt x="0" y="3939"/>
                </a:cubicBezTo>
                <a:lnTo>
                  <a:pt x="0" y="7273"/>
                </a:lnTo>
                <a:cubicBezTo>
                  <a:pt x="0" y="7677"/>
                  <a:pt x="330" y="8008"/>
                  <a:pt x="734" y="8008"/>
                </a:cubicBezTo>
                <a:lnTo>
                  <a:pt x="1369" y="8008"/>
                </a:lnTo>
                <a:lnTo>
                  <a:pt x="1369" y="8946"/>
                </a:lnTo>
                <a:lnTo>
                  <a:pt x="2522" y="8946"/>
                </a:lnTo>
                <a:lnTo>
                  <a:pt x="2522" y="9290"/>
                </a:lnTo>
                <a:cubicBezTo>
                  <a:pt x="2522" y="10607"/>
                  <a:pt x="3593" y="11679"/>
                  <a:pt x="4911" y="11679"/>
                </a:cubicBezTo>
                <a:lnTo>
                  <a:pt x="50099" y="11679"/>
                </a:lnTo>
                <a:cubicBezTo>
                  <a:pt x="51739" y="11679"/>
                  <a:pt x="53073" y="10344"/>
                  <a:pt x="53073" y="8705"/>
                </a:cubicBezTo>
                <a:lnTo>
                  <a:pt x="53073" y="3031"/>
                </a:lnTo>
                <a:lnTo>
                  <a:pt x="52282" y="3031"/>
                </a:lnTo>
                <a:lnTo>
                  <a:pt x="52282" y="8705"/>
                </a:lnTo>
                <a:cubicBezTo>
                  <a:pt x="52282" y="9908"/>
                  <a:pt x="51302" y="10887"/>
                  <a:pt x="50099" y="10887"/>
                </a:cubicBezTo>
                <a:lnTo>
                  <a:pt x="4911" y="10887"/>
                </a:lnTo>
                <a:cubicBezTo>
                  <a:pt x="4030" y="10887"/>
                  <a:pt x="3313" y="10171"/>
                  <a:pt x="3313" y="9290"/>
                </a:cubicBezTo>
                <a:lnTo>
                  <a:pt x="3313" y="8948"/>
                </a:lnTo>
                <a:lnTo>
                  <a:pt x="4463" y="8948"/>
                </a:lnTo>
                <a:lnTo>
                  <a:pt x="4463" y="8009"/>
                </a:lnTo>
                <a:lnTo>
                  <a:pt x="4864" y="8009"/>
                </a:lnTo>
                <a:cubicBezTo>
                  <a:pt x="5270" y="8009"/>
                  <a:pt x="5600" y="7677"/>
                  <a:pt x="5600" y="7273"/>
                </a:cubicBezTo>
                <a:lnTo>
                  <a:pt x="5600" y="3939"/>
                </a:lnTo>
                <a:cubicBezTo>
                  <a:pt x="5600" y="3533"/>
                  <a:pt x="5270" y="3202"/>
                  <a:pt x="4864" y="3202"/>
                </a:cubicBezTo>
                <a:lnTo>
                  <a:pt x="4840" y="3202"/>
                </a:lnTo>
                <a:lnTo>
                  <a:pt x="4840" y="591"/>
                </a:lnTo>
                <a:cubicBezTo>
                  <a:pt x="4840" y="428"/>
                  <a:pt x="4774" y="281"/>
                  <a:pt x="4666" y="173"/>
                </a:cubicBezTo>
                <a:cubicBezTo>
                  <a:pt x="4560" y="66"/>
                  <a:pt x="4412" y="1"/>
                  <a:pt x="4249" y="1"/>
                </a:cubicBezTo>
                <a:close/>
              </a:path>
            </a:pathLst>
          </a:custGeom>
          <a:gradFill>
            <a:gsLst>
              <a:gs pos="0">
                <a:schemeClr val="lt1"/>
              </a:gs>
              <a:gs pos="100000">
                <a:schemeClr val="dk2"/>
              </a:gs>
            </a:gsLst>
            <a:lin ang="5400012"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p>
        </p:txBody>
      </p:sp>
      <p:sp>
        <p:nvSpPr>
          <p:cNvPr id="943" name="Google Shape;943;p57"/>
          <p:cNvSpPr/>
          <p:nvPr/>
        </p:nvSpPr>
        <p:spPr>
          <a:xfrm>
            <a:off x="2864675" y="1391948"/>
            <a:ext cx="1029023" cy="243877"/>
          </a:xfrm>
          <a:custGeom>
            <a:avLst/>
            <a:gdLst/>
            <a:ahLst/>
            <a:cxnLst/>
            <a:rect l="l" t="t" r="r" b="b"/>
            <a:pathLst>
              <a:path w="30587" h="7248" extrusionOk="0">
                <a:moveTo>
                  <a:pt x="15926" y="0"/>
                </a:moveTo>
                <a:cubicBezTo>
                  <a:pt x="13961" y="0"/>
                  <a:pt x="12266" y="6080"/>
                  <a:pt x="12266" y="6080"/>
                </a:cubicBezTo>
                <a:cubicBezTo>
                  <a:pt x="12266" y="6080"/>
                  <a:pt x="12617" y="3734"/>
                  <a:pt x="10866" y="3624"/>
                </a:cubicBezTo>
                <a:cubicBezTo>
                  <a:pt x="10828" y="3621"/>
                  <a:pt x="10789" y="3620"/>
                  <a:pt x="10751" y="3620"/>
                </a:cubicBezTo>
                <a:cubicBezTo>
                  <a:pt x="9060" y="3620"/>
                  <a:pt x="7833" y="5963"/>
                  <a:pt x="7833" y="5963"/>
                </a:cubicBezTo>
                <a:lnTo>
                  <a:pt x="1" y="7248"/>
                </a:lnTo>
                <a:lnTo>
                  <a:pt x="30587" y="7248"/>
                </a:lnTo>
                <a:cubicBezTo>
                  <a:pt x="30587" y="7248"/>
                  <a:pt x="23118" y="6780"/>
                  <a:pt x="22652" y="6080"/>
                </a:cubicBezTo>
                <a:cubicBezTo>
                  <a:pt x="22185" y="5381"/>
                  <a:pt x="21404" y="2579"/>
                  <a:pt x="19519" y="2346"/>
                </a:cubicBezTo>
                <a:cubicBezTo>
                  <a:pt x="19441" y="2336"/>
                  <a:pt x="19365" y="2332"/>
                  <a:pt x="19291" y="2332"/>
                </a:cubicBezTo>
                <a:cubicBezTo>
                  <a:pt x="18256" y="2332"/>
                  <a:pt x="17651" y="3241"/>
                  <a:pt x="17336" y="3955"/>
                </a:cubicBezTo>
                <a:lnTo>
                  <a:pt x="17336" y="3955"/>
                </a:lnTo>
                <a:cubicBezTo>
                  <a:pt x="17642" y="2843"/>
                  <a:pt x="17903" y="933"/>
                  <a:pt x="16414" y="130"/>
                </a:cubicBezTo>
                <a:cubicBezTo>
                  <a:pt x="16250" y="41"/>
                  <a:pt x="16087" y="0"/>
                  <a:pt x="1592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44" name="Google Shape;944;p57"/>
          <p:cNvSpPr/>
          <p:nvPr/>
        </p:nvSpPr>
        <p:spPr>
          <a:xfrm flipH="1">
            <a:off x="7376417" y="1421177"/>
            <a:ext cx="1356610" cy="321503"/>
          </a:xfrm>
          <a:custGeom>
            <a:avLst/>
            <a:gdLst/>
            <a:ahLst/>
            <a:cxnLst/>
            <a:rect l="l" t="t" r="r" b="b"/>
            <a:pathLst>
              <a:path w="30587" h="7248" extrusionOk="0">
                <a:moveTo>
                  <a:pt x="15926" y="0"/>
                </a:moveTo>
                <a:cubicBezTo>
                  <a:pt x="13961" y="0"/>
                  <a:pt x="12266" y="6080"/>
                  <a:pt x="12266" y="6080"/>
                </a:cubicBezTo>
                <a:cubicBezTo>
                  <a:pt x="12266" y="6080"/>
                  <a:pt x="12617" y="3734"/>
                  <a:pt x="10866" y="3624"/>
                </a:cubicBezTo>
                <a:cubicBezTo>
                  <a:pt x="10828" y="3621"/>
                  <a:pt x="10789" y="3620"/>
                  <a:pt x="10751" y="3620"/>
                </a:cubicBezTo>
                <a:cubicBezTo>
                  <a:pt x="9060" y="3620"/>
                  <a:pt x="7833" y="5963"/>
                  <a:pt x="7833" y="5963"/>
                </a:cubicBezTo>
                <a:lnTo>
                  <a:pt x="1" y="7248"/>
                </a:lnTo>
                <a:lnTo>
                  <a:pt x="30587" y="7248"/>
                </a:lnTo>
                <a:cubicBezTo>
                  <a:pt x="30587" y="7248"/>
                  <a:pt x="23118" y="6780"/>
                  <a:pt x="22652" y="6080"/>
                </a:cubicBezTo>
                <a:cubicBezTo>
                  <a:pt x="22185" y="5381"/>
                  <a:pt x="21404" y="2579"/>
                  <a:pt x="19519" y="2346"/>
                </a:cubicBezTo>
                <a:cubicBezTo>
                  <a:pt x="19441" y="2336"/>
                  <a:pt x="19365" y="2332"/>
                  <a:pt x="19291" y="2332"/>
                </a:cubicBezTo>
                <a:cubicBezTo>
                  <a:pt x="18256" y="2332"/>
                  <a:pt x="17651" y="3241"/>
                  <a:pt x="17336" y="3955"/>
                </a:cubicBezTo>
                <a:lnTo>
                  <a:pt x="17336" y="3955"/>
                </a:lnTo>
                <a:cubicBezTo>
                  <a:pt x="17642" y="2843"/>
                  <a:pt x="17903" y="933"/>
                  <a:pt x="16414" y="130"/>
                </a:cubicBezTo>
                <a:cubicBezTo>
                  <a:pt x="16250" y="41"/>
                  <a:pt x="16087" y="0"/>
                  <a:pt x="1592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38591024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783D93-8B52-4D33-A8B7-451C49B52A93}"/>
              </a:ext>
            </a:extLst>
          </p:cNvPr>
          <p:cNvSpPr>
            <a:spLocks noGrp="1"/>
          </p:cNvSpPr>
          <p:nvPr>
            <p:ph type="title"/>
          </p:nvPr>
        </p:nvSpPr>
        <p:spPr>
          <a:xfrm>
            <a:off x="713250" y="204851"/>
            <a:ext cx="7717500" cy="576000"/>
          </a:xfrm>
        </p:spPr>
        <p:txBody>
          <a:bodyPr/>
          <a:lstStyle/>
          <a:p>
            <a:r>
              <a:rPr lang="en-US" dirty="0">
                <a:solidFill>
                  <a:schemeClr val="tx1"/>
                </a:solidFill>
              </a:rPr>
              <a:t>Research Analysis</a:t>
            </a:r>
            <a:endParaRPr lang="en-IN" dirty="0">
              <a:solidFill>
                <a:schemeClr val="tx1"/>
              </a:solidFill>
            </a:endParaRPr>
          </a:p>
        </p:txBody>
      </p:sp>
      <p:graphicFrame>
        <p:nvGraphicFramePr>
          <p:cNvPr id="3" name="Diagram 2">
            <a:extLst>
              <a:ext uri="{FF2B5EF4-FFF2-40B4-BE49-F238E27FC236}">
                <a16:creationId xmlns:a16="http://schemas.microsoft.com/office/drawing/2014/main" id="{39763BF0-B38B-4210-BCBD-E716209E2456}"/>
              </a:ext>
            </a:extLst>
          </p:cNvPr>
          <p:cNvGraphicFramePr/>
          <p:nvPr>
            <p:extLst>
              <p:ext uri="{D42A27DB-BD31-4B8C-83A1-F6EECF244321}">
                <p14:modId xmlns:p14="http://schemas.microsoft.com/office/powerpoint/2010/main" val="395605364"/>
              </p:ext>
            </p:extLst>
          </p:nvPr>
        </p:nvGraphicFramePr>
        <p:xfrm>
          <a:off x="357809" y="874643"/>
          <a:ext cx="8517834" cy="406400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38529397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Diagram 2">
            <a:extLst>
              <a:ext uri="{FF2B5EF4-FFF2-40B4-BE49-F238E27FC236}">
                <a16:creationId xmlns:a16="http://schemas.microsoft.com/office/drawing/2014/main" id="{39763BF0-B38B-4210-BCBD-E716209E2456}"/>
              </a:ext>
            </a:extLst>
          </p:cNvPr>
          <p:cNvGraphicFramePr/>
          <p:nvPr>
            <p:extLst>
              <p:ext uri="{D42A27DB-BD31-4B8C-83A1-F6EECF244321}">
                <p14:modId xmlns:p14="http://schemas.microsoft.com/office/powerpoint/2010/main" val="939426431"/>
              </p:ext>
            </p:extLst>
          </p:nvPr>
        </p:nvGraphicFramePr>
        <p:xfrm>
          <a:off x="313083" y="539747"/>
          <a:ext cx="8517834" cy="406400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60338196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Diagram 2">
            <a:extLst>
              <a:ext uri="{FF2B5EF4-FFF2-40B4-BE49-F238E27FC236}">
                <a16:creationId xmlns:a16="http://schemas.microsoft.com/office/drawing/2014/main" id="{39763BF0-B38B-4210-BCBD-E716209E2456}"/>
              </a:ext>
            </a:extLst>
          </p:cNvPr>
          <p:cNvGraphicFramePr/>
          <p:nvPr>
            <p:extLst>
              <p:ext uri="{D42A27DB-BD31-4B8C-83A1-F6EECF244321}">
                <p14:modId xmlns:p14="http://schemas.microsoft.com/office/powerpoint/2010/main" val="406361691"/>
              </p:ext>
            </p:extLst>
          </p:nvPr>
        </p:nvGraphicFramePr>
        <p:xfrm>
          <a:off x="313083" y="539747"/>
          <a:ext cx="8517834" cy="406400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02737210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674"/>
        <p:cNvGrpSpPr/>
        <p:nvPr/>
      </p:nvGrpSpPr>
      <p:grpSpPr>
        <a:xfrm>
          <a:off x="0" y="0"/>
          <a:ext cx="0" cy="0"/>
          <a:chOff x="0" y="0"/>
          <a:chExt cx="0" cy="0"/>
        </a:xfrm>
      </p:grpSpPr>
      <p:sp>
        <p:nvSpPr>
          <p:cNvPr id="675" name="Google Shape;675;p50"/>
          <p:cNvSpPr/>
          <p:nvPr/>
        </p:nvSpPr>
        <p:spPr>
          <a:xfrm flipH="1">
            <a:off x="2352875" y="1306275"/>
            <a:ext cx="6261300" cy="2464500"/>
          </a:xfrm>
          <a:prstGeom prst="round2DiagRect">
            <a:avLst>
              <a:gd name="adj1" fmla="val 16667"/>
              <a:gd name="adj2" fmla="val 0"/>
            </a:avLst>
          </a:prstGeom>
          <a:solidFill>
            <a:schemeClr val="tx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p>
        </p:txBody>
      </p:sp>
      <p:grpSp>
        <p:nvGrpSpPr>
          <p:cNvPr id="676" name="Google Shape;676;p50"/>
          <p:cNvGrpSpPr/>
          <p:nvPr/>
        </p:nvGrpSpPr>
        <p:grpSpPr>
          <a:xfrm flipH="1">
            <a:off x="-1079700" y="1577485"/>
            <a:ext cx="5069280" cy="3675698"/>
            <a:chOff x="4352672" y="1794325"/>
            <a:chExt cx="4618934" cy="3349155"/>
          </a:xfrm>
        </p:grpSpPr>
        <p:sp>
          <p:nvSpPr>
            <p:cNvPr id="677" name="Google Shape;677;p50"/>
            <p:cNvSpPr/>
            <p:nvPr/>
          </p:nvSpPr>
          <p:spPr>
            <a:xfrm>
              <a:off x="4352672" y="2230153"/>
              <a:ext cx="4618934" cy="2913327"/>
            </a:xfrm>
            <a:custGeom>
              <a:avLst/>
              <a:gdLst/>
              <a:ahLst/>
              <a:cxnLst/>
              <a:rect l="l" t="t" r="r" b="b"/>
              <a:pathLst>
                <a:path w="74532" h="47010" extrusionOk="0">
                  <a:moveTo>
                    <a:pt x="54653" y="0"/>
                  </a:moveTo>
                  <a:cubicBezTo>
                    <a:pt x="53200" y="0"/>
                    <a:pt x="51847" y="308"/>
                    <a:pt x="50723" y="888"/>
                  </a:cubicBezTo>
                  <a:cubicBezTo>
                    <a:pt x="43140" y="4799"/>
                    <a:pt x="42201" y="11965"/>
                    <a:pt x="35079" y="12941"/>
                  </a:cubicBezTo>
                  <a:cubicBezTo>
                    <a:pt x="34640" y="13001"/>
                    <a:pt x="34220" y="13029"/>
                    <a:pt x="33817" y="13029"/>
                  </a:cubicBezTo>
                  <a:cubicBezTo>
                    <a:pt x="28008" y="13029"/>
                    <a:pt x="25638" y="7193"/>
                    <a:pt x="17704" y="7193"/>
                  </a:cubicBezTo>
                  <a:cubicBezTo>
                    <a:pt x="17261" y="7193"/>
                    <a:pt x="16800" y="7212"/>
                    <a:pt x="16321" y="7250"/>
                  </a:cubicBezTo>
                  <a:cubicBezTo>
                    <a:pt x="7445" y="7962"/>
                    <a:pt x="5255" y="19804"/>
                    <a:pt x="6743" y="26511"/>
                  </a:cubicBezTo>
                  <a:cubicBezTo>
                    <a:pt x="8230" y="33220"/>
                    <a:pt x="2193" y="31857"/>
                    <a:pt x="962" y="37812"/>
                  </a:cubicBezTo>
                  <a:cubicBezTo>
                    <a:pt x="1" y="42459"/>
                    <a:pt x="6264" y="47009"/>
                    <a:pt x="6264" y="47009"/>
                  </a:cubicBezTo>
                  <a:lnTo>
                    <a:pt x="65131" y="47009"/>
                  </a:lnTo>
                  <a:cubicBezTo>
                    <a:pt x="65131" y="47009"/>
                    <a:pt x="74486" y="44516"/>
                    <a:pt x="74509" y="34367"/>
                  </a:cubicBezTo>
                  <a:cubicBezTo>
                    <a:pt x="74532" y="24219"/>
                    <a:pt x="70861" y="24838"/>
                    <a:pt x="68203" y="13020"/>
                  </a:cubicBezTo>
                  <a:cubicBezTo>
                    <a:pt x="66134" y="3817"/>
                    <a:pt x="59769" y="0"/>
                    <a:pt x="5465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78" name="Google Shape;678;p50"/>
            <p:cNvSpPr/>
            <p:nvPr/>
          </p:nvSpPr>
          <p:spPr>
            <a:xfrm>
              <a:off x="4454125" y="2726100"/>
              <a:ext cx="4463197" cy="2417337"/>
            </a:xfrm>
            <a:custGeom>
              <a:avLst/>
              <a:gdLst/>
              <a:ahLst/>
              <a:cxnLst/>
              <a:rect l="l" t="t" r="r" b="b"/>
              <a:pathLst>
                <a:path w="72019" h="37217" extrusionOk="0">
                  <a:moveTo>
                    <a:pt x="53179" y="0"/>
                  </a:moveTo>
                  <a:cubicBezTo>
                    <a:pt x="52371" y="0"/>
                    <a:pt x="51548" y="99"/>
                    <a:pt x="50717" y="290"/>
                  </a:cubicBezTo>
                  <a:cubicBezTo>
                    <a:pt x="45513" y="1483"/>
                    <a:pt x="42522" y="9504"/>
                    <a:pt x="35118" y="10338"/>
                  </a:cubicBezTo>
                  <a:cubicBezTo>
                    <a:pt x="34572" y="10399"/>
                    <a:pt x="34055" y="10427"/>
                    <a:pt x="33564" y="10427"/>
                  </a:cubicBezTo>
                  <a:cubicBezTo>
                    <a:pt x="29031" y="10427"/>
                    <a:pt x="26654" y="8070"/>
                    <a:pt x="23116" y="8070"/>
                  </a:cubicBezTo>
                  <a:cubicBezTo>
                    <a:pt x="21839" y="8070"/>
                    <a:pt x="20411" y="8377"/>
                    <a:pt x="18675" y="9213"/>
                  </a:cubicBezTo>
                  <a:cubicBezTo>
                    <a:pt x="13322" y="11794"/>
                    <a:pt x="12285" y="15179"/>
                    <a:pt x="12210" y="21131"/>
                  </a:cubicBezTo>
                  <a:cubicBezTo>
                    <a:pt x="12134" y="27068"/>
                    <a:pt x="3842" y="23291"/>
                    <a:pt x="1786" y="27647"/>
                  </a:cubicBezTo>
                  <a:cubicBezTo>
                    <a:pt x="0" y="31427"/>
                    <a:pt x="4754" y="37216"/>
                    <a:pt x="4754" y="37216"/>
                  </a:cubicBezTo>
                  <a:lnTo>
                    <a:pt x="65942" y="37216"/>
                  </a:lnTo>
                  <a:cubicBezTo>
                    <a:pt x="65942" y="37216"/>
                    <a:pt x="71970" y="35247"/>
                    <a:pt x="71994" y="26577"/>
                  </a:cubicBezTo>
                  <a:cubicBezTo>
                    <a:pt x="72018" y="17906"/>
                    <a:pt x="67337" y="22180"/>
                    <a:pt x="64575" y="12084"/>
                  </a:cubicBezTo>
                  <a:cubicBezTo>
                    <a:pt x="62214" y="3452"/>
                    <a:pt x="57946" y="0"/>
                    <a:pt x="5317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79" name="Google Shape;679;p50"/>
            <p:cNvSpPr/>
            <p:nvPr/>
          </p:nvSpPr>
          <p:spPr>
            <a:xfrm flipH="1">
              <a:off x="6278872" y="2492593"/>
              <a:ext cx="461959" cy="1046066"/>
            </a:xfrm>
            <a:custGeom>
              <a:avLst/>
              <a:gdLst/>
              <a:ahLst/>
              <a:cxnLst/>
              <a:rect l="l" t="t" r="r" b="b"/>
              <a:pathLst>
                <a:path w="8585" h="19440" extrusionOk="0">
                  <a:moveTo>
                    <a:pt x="5830" y="59"/>
                  </a:moveTo>
                  <a:cubicBezTo>
                    <a:pt x="5704" y="59"/>
                    <a:pt x="4975" y="2480"/>
                    <a:pt x="4834" y="2729"/>
                  </a:cubicBezTo>
                  <a:cubicBezTo>
                    <a:pt x="4692" y="2980"/>
                    <a:pt x="4821" y="3624"/>
                    <a:pt x="4880" y="3833"/>
                  </a:cubicBezTo>
                  <a:cubicBezTo>
                    <a:pt x="4920" y="3976"/>
                    <a:pt x="4859" y="4238"/>
                    <a:pt x="4818" y="4389"/>
                  </a:cubicBezTo>
                  <a:cubicBezTo>
                    <a:pt x="4783" y="4389"/>
                    <a:pt x="4747" y="4390"/>
                    <a:pt x="4712" y="4396"/>
                  </a:cubicBezTo>
                  <a:cubicBezTo>
                    <a:pt x="4377" y="4448"/>
                    <a:pt x="4145" y="4758"/>
                    <a:pt x="4188" y="5093"/>
                  </a:cubicBezTo>
                  <a:cubicBezTo>
                    <a:pt x="3396" y="5357"/>
                    <a:pt x="56" y="6484"/>
                    <a:pt x="1" y="6645"/>
                  </a:cubicBezTo>
                  <a:cubicBezTo>
                    <a:pt x="1" y="6645"/>
                    <a:pt x="3053" y="6208"/>
                    <a:pt x="3291" y="5982"/>
                  </a:cubicBezTo>
                  <a:cubicBezTo>
                    <a:pt x="3530" y="5756"/>
                    <a:pt x="3942" y="5378"/>
                    <a:pt x="3942" y="5378"/>
                  </a:cubicBezTo>
                  <a:lnTo>
                    <a:pt x="4287" y="5361"/>
                  </a:lnTo>
                  <a:cubicBezTo>
                    <a:pt x="4380" y="5501"/>
                    <a:pt x="4527" y="5599"/>
                    <a:pt x="4692" y="5630"/>
                  </a:cubicBezTo>
                  <a:cubicBezTo>
                    <a:pt x="4555" y="7462"/>
                    <a:pt x="4507" y="19439"/>
                    <a:pt x="4507" y="19439"/>
                  </a:cubicBezTo>
                  <a:lnTo>
                    <a:pt x="5584" y="19439"/>
                  </a:lnTo>
                  <a:lnTo>
                    <a:pt x="5053" y="5590"/>
                  </a:lnTo>
                  <a:cubicBezTo>
                    <a:pt x="5091" y="5573"/>
                    <a:pt x="5128" y="5554"/>
                    <a:pt x="5162" y="5531"/>
                  </a:cubicBezTo>
                  <a:cubicBezTo>
                    <a:pt x="5505" y="5841"/>
                    <a:pt x="8313" y="8376"/>
                    <a:pt x="8510" y="8376"/>
                  </a:cubicBezTo>
                  <a:cubicBezTo>
                    <a:pt x="8515" y="8376"/>
                    <a:pt x="8518" y="8374"/>
                    <a:pt x="8520" y="8371"/>
                  </a:cubicBezTo>
                  <a:cubicBezTo>
                    <a:pt x="8585" y="8224"/>
                    <a:pt x="6872" y="6092"/>
                    <a:pt x="6616" y="5997"/>
                  </a:cubicBezTo>
                  <a:cubicBezTo>
                    <a:pt x="6362" y="5903"/>
                    <a:pt x="5915" y="5532"/>
                    <a:pt x="5733" y="5469"/>
                  </a:cubicBezTo>
                  <a:cubicBezTo>
                    <a:pt x="5645" y="5439"/>
                    <a:pt x="5498" y="5363"/>
                    <a:pt x="5368" y="5291"/>
                  </a:cubicBezTo>
                  <a:cubicBezTo>
                    <a:pt x="5423" y="5180"/>
                    <a:pt x="5446" y="5052"/>
                    <a:pt x="5426" y="4919"/>
                  </a:cubicBezTo>
                  <a:cubicBezTo>
                    <a:pt x="5390" y="4689"/>
                    <a:pt x="5232" y="4506"/>
                    <a:pt x="5029" y="4430"/>
                  </a:cubicBezTo>
                  <a:cubicBezTo>
                    <a:pt x="5208" y="3647"/>
                    <a:pt x="5867" y="768"/>
                    <a:pt x="5949" y="411"/>
                  </a:cubicBezTo>
                  <a:cubicBezTo>
                    <a:pt x="6042" y="0"/>
                    <a:pt x="5949" y="103"/>
                    <a:pt x="5833" y="59"/>
                  </a:cubicBezTo>
                  <a:cubicBezTo>
                    <a:pt x="5832" y="59"/>
                    <a:pt x="5831" y="59"/>
                    <a:pt x="5830" y="59"/>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baseline="-25000" dirty="0"/>
            </a:p>
          </p:txBody>
        </p:sp>
        <p:sp>
          <p:nvSpPr>
            <p:cNvPr id="680" name="Google Shape;680;p50"/>
            <p:cNvSpPr/>
            <p:nvPr/>
          </p:nvSpPr>
          <p:spPr>
            <a:xfrm flipH="1">
              <a:off x="5184462" y="2791272"/>
              <a:ext cx="454425" cy="937155"/>
            </a:xfrm>
            <a:custGeom>
              <a:avLst/>
              <a:gdLst/>
              <a:ahLst/>
              <a:cxnLst/>
              <a:rect l="l" t="t" r="r" b="b"/>
              <a:pathLst>
                <a:path w="8445" h="17416" extrusionOk="0">
                  <a:moveTo>
                    <a:pt x="85" y="0"/>
                  </a:moveTo>
                  <a:cubicBezTo>
                    <a:pt x="80" y="0"/>
                    <a:pt x="77" y="2"/>
                    <a:pt x="76" y="5"/>
                  </a:cubicBezTo>
                  <a:cubicBezTo>
                    <a:pt x="1" y="145"/>
                    <a:pt x="1551" y="2398"/>
                    <a:pt x="1799" y="2511"/>
                  </a:cubicBezTo>
                  <a:cubicBezTo>
                    <a:pt x="2046" y="2624"/>
                    <a:pt x="2465" y="3027"/>
                    <a:pt x="2641" y="3103"/>
                  </a:cubicBezTo>
                  <a:cubicBezTo>
                    <a:pt x="2726" y="3140"/>
                    <a:pt x="2867" y="3227"/>
                    <a:pt x="2992" y="3308"/>
                  </a:cubicBezTo>
                  <a:cubicBezTo>
                    <a:pt x="2928" y="3415"/>
                    <a:pt x="2897" y="3541"/>
                    <a:pt x="2907" y="3674"/>
                  </a:cubicBezTo>
                  <a:cubicBezTo>
                    <a:pt x="2925" y="3907"/>
                    <a:pt x="3069" y="4100"/>
                    <a:pt x="3267" y="4193"/>
                  </a:cubicBezTo>
                  <a:cubicBezTo>
                    <a:pt x="3030" y="4960"/>
                    <a:pt x="2159" y="7783"/>
                    <a:pt x="2053" y="8131"/>
                  </a:cubicBezTo>
                  <a:cubicBezTo>
                    <a:pt x="1929" y="8534"/>
                    <a:pt x="2029" y="8439"/>
                    <a:pt x="2141" y="8491"/>
                  </a:cubicBezTo>
                  <a:cubicBezTo>
                    <a:pt x="2142" y="8492"/>
                    <a:pt x="2143" y="8492"/>
                    <a:pt x="2145" y="8492"/>
                  </a:cubicBezTo>
                  <a:cubicBezTo>
                    <a:pt x="2263" y="8492"/>
                    <a:pt x="3052" y="6463"/>
                    <a:pt x="3290" y="5984"/>
                  </a:cubicBezTo>
                  <a:lnTo>
                    <a:pt x="3290" y="5984"/>
                  </a:lnTo>
                  <a:cubicBezTo>
                    <a:pt x="3212" y="10046"/>
                    <a:pt x="3181" y="17416"/>
                    <a:pt x="3181" y="17416"/>
                  </a:cubicBezTo>
                  <a:lnTo>
                    <a:pt x="4258" y="17416"/>
                  </a:lnTo>
                  <a:lnTo>
                    <a:pt x="3752" y="4210"/>
                  </a:lnTo>
                  <a:cubicBezTo>
                    <a:pt x="4001" y="4116"/>
                    <a:pt x="4169" y="3871"/>
                    <a:pt x="4155" y="3594"/>
                  </a:cubicBezTo>
                  <a:cubicBezTo>
                    <a:pt x="4964" y="3387"/>
                    <a:pt x="8377" y="2511"/>
                    <a:pt x="8445" y="2355"/>
                  </a:cubicBezTo>
                  <a:lnTo>
                    <a:pt x="8445" y="2355"/>
                  </a:lnTo>
                  <a:cubicBezTo>
                    <a:pt x="8445" y="2355"/>
                    <a:pt x="5368" y="2565"/>
                    <a:pt x="5113" y="2772"/>
                  </a:cubicBezTo>
                  <a:cubicBezTo>
                    <a:pt x="4858" y="2980"/>
                    <a:pt x="4421" y="3326"/>
                    <a:pt x="4421" y="3326"/>
                  </a:cubicBezTo>
                  <a:lnTo>
                    <a:pt x="4074" y="3318"/>
                  </a:lnTo>
                  <a:cubicBezTo>
                    <a:pt x="3966" y="3127"/>
                    <a:pt x="3761" y="2999"/>
                    <a:pt x="3530" y="2999"/>
                  </a:cubicBezTo>
                  <a:cubicBezTo>
                    <a:pt x="3514" y="2999"/>
                    <a:pt x="3497" y="3000"/>
                    <a:pt x="3481" y="3001"/>
                  </a:cubicBezTo>
                  <a:cubicBezTo>
                    <a:pt x="3385" y="3010"/>
                    <a:pt x="3294" y="3038"/>
                    <a:pt x="3215" y="3085"/>
                  </a:cubicBezTo>
                  <a:cubicBezTo>
                    <a:pt x="2895" y="2748"/>
                    <a:pt x="269" y="0"/>
                    <a:pt x="8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81" name="Google Shape;681;p50"/>
            <p:cNvSpPr/>
            <p:nvPr/>
          </p:nvSpPr>
          <p:spPr>
            <a:xfrm flipH="1">
              <a:off x="7560844" y="2002576"/>
              <a:ext cx="334705" cy="788678"/>
            </a:xfrm>
            <a:custGeom>
              <a:avLst/>
              <a:gdLst/>
              <a:ahLst/>
              <a:cxnLst/>
              <a:rect l="l" t="t" r="r" b="b"/>
              <a:pathLst>
                <a:path w="8172" h="19256" extrusionOk="0">
                  <a:moveTo>
                    <a:pt x="1590" y="1"/>
                  </a:moveTo>
                  <a:cubicBezTo>
                    <a:pt x="1557" y="1"/>
                    <a:pt x="1522" y="33"/>
                    <a:pt x="1469" y="44"/>
                  </a:cubicBezTo>
                  <a:cubicBezTo>
                    <a:pt x="1348" y="69"/>
                    <a:pt x="2032" y="2547"/>
                    <a:pt x="2045" y="2835"/>
                  </a:cubicBezTo>
                  <a:cubicBezTo>
                    <a:pt x="2059" y="3124"/>
                    <a:pt x="2511" y="3600"/>
                    <a:pt x="2672" y="3746"/>
                  </a:cubicBezTo>
                  <a:cubicBezTo>
                    <a:pt x="2783" y="3845"/>
                    <a:pt x="2870" y="4099"/>
                    <a:pt x="2915" y="4249"/>
                  </a:cubicBezTo>
                  <a:cubicBezTo>
                    <a:pt x="2886" y="4267"/>
                    <a:pt x="2857" y="4287"/>
                    <a:pt x="2831" y="4311"/>
                  </a:cubicBezTo>
                  <a:cubicBezTo>
                    <a:pt x="2573" y="4533"/>
                    <a:pt x="2542" y="4919"/>
                    <a:pt x="2756" y="5180"/>
                  </a:cubicBezTo>
                  <a:cubicBezTo>
                    <a:pt x="2228" y="5825"/>
                    <a:pt x="1" y="8558"/>
                    <a:pt x="40" y="8724"/>
                  </a:cubicBezTo>
                  <a:cubicBezTo>
                    <a:pt x="40" y="8724"/>
                    <a:pt x="2391" y="6728"/>
                    <a:pt x="2473" y="6410"/>
                  </a:cubicBezTo>
                  <a:cubicBezTo>
                    <a:pt x="2555" y="6091"/>
                    <a:pt x="2701" y="5553"/>
                    <a:pt x="2701" y="5553"/>
                  </a:cubicBezTo>
                  <a:lnTo>
                    <a:pt x="2985" y="5354"/>
                  </a:lnTo>
                  <a:cubicBezTo>
                    <a:pt x="3020" y="5370"/>
                    <a:pt x="3057" y="5382"/>
                    <a:pt x="3095" y="5392"/>
                  </a:cubicBezTo>
                  <a:cubicBezTo>
                    <a:pt x="2955" y="7032"/>
                    <a:pt x="2905" y="19255"/>
                    <a:pt x="2905" y="19255"/>
                  </a:cubicBezTo>
                  <a:lnTo>
                    <a:pt x="3983" y="19255"/>
                  </a:lnTo>
                  <a:lnTo>
                    <a:pt x="3450" y="5372"/>
                  </a:lnTo>
                  <a:cubicBezTo>
                    <a:pt x="3520" y="5347"/>
                    <a:pt x="3590" y="5309"/>
                    <a:pt x="3650" y="5257"/>
                  </a:cubicBezTo>
                  <a:cubicBezTo>
                    <a:pt x="3724" y="5193"/>
                    <a:pt x="3778" y="5115"/>
                    <a:pt x="3814" y="5032"/>
                  </a:cubicBezTo>
                  <a:cubicBezTo>
                    <a:pt x="4237" y="5106"/>
                    <a:pt x="7461" y="5668"/>
                    <a:pt x="8070" y="5668"/>
                  </a:cubicBezTo>
                  <a:cubicBezTo>
                    <a:pt x="8136" y="5668"/>
                    <a:pt x="8171" y="5661"/>
                    <a:pt x="8169" y="5647"/>
                  </a:cubicBezTo>
                  <a:cubicBezTo>
                    <a:pt x="8147" y="5493"/>
                    <a:pt x="5714" y="4649"/>
                    <a:pt x="5326" y="4649"/>
                  </a:cubicBezTo>
                  <a:cubicBezTo>
                    <a:pt x="5314" y="4649"/>
                    <a:pt x="5304" y="4650"/>
                    <a:pt x="5296" y="4652"/>
                  </a:cubicBezTo>
                  <a:cubicBezTo>
                    <a:pt x="5216" y="4668"/>
                    <a:pt x="5110" y="4673"/>
                    <a:pt x="4995" y="4673"/>
                  </a:cubicBezTo>
                  <a:cubicBezTo>
                    <a:pt x="4817" y="4673"/>
                    <a:pt x="4618" y="4661"/>
                    <a:pt x="4464" y="4661"/>
                  </a:cubicBezTo>
                  <a:cubicBezTo>
                    <a:pt x="4381" y="4661"/>
                    <a:pt x="4312" y="4665"/>
                    <a:pt x="4265" y="4676"/>
                  </a:cubicBezTo>
                  <a:cubicBezTo>
                    <a:pt x="4176" y="4697"/>
                    <a:pt x="4009" y="4710"/>
                    <a:pt x="3862" y="4718"/>
                  </a:cubicBezTo>
                  <a:cubicBezTo>
                    <a:pt x="3850" y="4595"/>
                    <a:pt x="3800" y="4475"/>
                    <a:pt x="3713" y="4373"/>
                  </a:cubicBezTo>
                  <a:cubicBezTo>
                    <a:pt x="3590" y="4231"/>
                    <a:pt x="3416" y="4158"/>
                    <a:pt x="3242" y="4158"/>
                  </a:cubicBezTo>
                  <a:cubicBezTo>
                    <a:pt x="3200" y="4158"/>
                    <a:pt x="3158" y="4162"/>
                    <a:pt x="3116" y="4171"/>
                  </a:cubicBezTo>
                  <a:cubicBezTo>
                    <a:pt x="2850" y="3412"/>
                    <a:pt x="1875" y="623"/>
                    <a:pt x="1754" y="280"/>
                  </a:cubicBezTo>
                  <a:cubicBezTo>
                    <a:pt x="1675" y="55"/>
                    <a:pt x="1633" y="1"/>
                    <a:pt x="159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82" name="Google Shape;682;p50"/>
            <p:cNvSpPr/>
            <p:nvPr/>
          </p:nvSpPr>
          <p:spPr>
            <a:xfrm flipH="1">
              <a:off x="6831495" y="1794325"/>
              <a:ext cx="638671" cy="1424458"/>
            </a:xfrm>
            <a:custGeom>
              <a:avLst/>
              <a:gdLst/>
              <a:ahLst/>
              <a:cxnLst/>
              <a:rect l="l" t="t" r="r" b="b"/>
              <a:pathLst>
                <a:path w="11869" h="26472" extrusionOk="0">
                  <a:moveTo>
                    <a:pt x="3136" y="0"/>
                  </a:moveTo>
                  <a:cubicBezTo>
                    <a:pt x="3136" y="1"/>
                    <a:pt x="3529" y="4229"/>
                    <a:pt x="3824" y="4574"/>
                  </a:cubicBezTo>
                  <a:cubicBezTo>
                    <a:pt x="4120" y="4918"/>
                    <a:pt x="4610" y="5509"/>
                    <a:pt x="4610" y="5509"/>
                  </a:cubicBezTo>
                  <a:lnTo>
                    <a:pt x="4610" y="5985"/>
                  </a:lnTo>
                  <a:cubicBezTo>
                    <a:pt x="4333" y="6152"/>
                    <a:pt x="4161" y="6470"/>
                    <a:pt x="4196" y="6813"/>
                  </a:cubicBezTo>
                  <a:cubicBezTo>
                    <a:pt x="4210" y="6946"/>
                    <a:pt x="4254" y="7069"/>
                    <a:pt x="4319" y="7177"/>
                  </a:cubicBezTo>
                  <a:cubicBezTo>
                    <a:pt x="3857" y="7640"/>
                    <a:pt x="1" y="11513"/>
                    <a:pt x="185" y="11605"/>
                  </a:cubicBezTo>
                  <a:cubicBezTo>
                    <a:pt x="189" y="11607"/>
                    <a:pt x="195" y="11608"/>
                    <a:pt x="202" y="11608"/>
                  </a:cubicBezTo>
                  <a:cubicBezTo>
                    <a:pt x="514" y="11608"/>
                    <a:pt x="3433" y="9483"/>
                    <a:pt x="3578" y="9147"/>
                  </a:cubicBezTo>
                  <a:cubicBezTo>
                    <a:pt x="3725" y="8802"/>
                    <a:pt x="4267" y="8213"/>
                    <a:pt x="4364" y="7967"/>
                  </a:cubicBezTo>
                  <a:cubicBezTo>
                    <a:pt x="4412" y="7848"/>
                    <a:pt x="4527" y="7651"/>
                    <a:pt x="4634" y="7478"/>
                  </a:cubicBezTo>
                  <a:cubicBezTo>
                    <a:pt x="4689" y="7507"/>
                    <a:pt x="4746" y="7531"/>
                    <a:pt x="4807" y="7550"/>
                  </a:cubicBezTo>
                  <a:cubicBezTo>
                    <a:pt x="4623" y="10384"/>
                    <a:pt x="4558" y="26472"/>
                    <a:pt x="4558" y="26472"/>
                  </a:cubicBezTo>
                  <a:lnTo>
                    <a:pt x="6042" y="26472"/>
                  </a:lnTo>
                  <a:lnTo>
                    <a:pt x="5316" y="7545"/>
                  </a:lnTo>
                  <a:cubicBezTo>
                    <a:pt x="5556" y="7469"/>
                    <a:pt x="5745" y="7292"/>
                    <a:pt x="5843" y="7068"/>
                  </a:cubicBezTo>
                  <a:cubicBezTo>
                    <a:pt x="6909" y="7367"/>
                    <a:pt x="10825" y="8470"/>
                    <a:pt x="11309" y="8606"/>
                  </a:cubicBezTo>
                  <a:cubicBezTo>
                    <a:pt x="11485" y="8655"/>
                    <a:pt x="11593" y="8676"/>
                    <a:pt x="11659" y="8676"/>
                  </a:cubicBezTo>
                  <a:cubicBezTo>
                    <a:pt x="11804" y="8676"/>
                    <a:pt x="11755" y="8579"/>
                    <a:pt x="11801" y="8471"/>
                  </a:cubicBezTo>
                  <a:cubicBezTo>
                    <a:pt x="11868" y="8314"/>
                    <a:pt x="8533" y="7127"/>
                    <a:pt x="8196" y="6915"/>
                  </a:cubicBezTo>
                  <a:cubicBezTo>
                    <a:pt x="8060" y="6829"/>
                    <a:pt x="7832" y="6800"/>
                    <a:pt x="7590" y="6800"/>
                  </a:cubicBezTo>
                  <a:cubicBezTo>
                    <a:pt x="7234" y="6800"/>
                    <a:pt x="6847" y="6863"/>
                    <a:pt x="6674" y="6904"/>
                  </a:cubicBezTo>
                  <a:cubicBezTo>
                    <a:pt x="6639" y="6912"/>
                    <a:pt x="6600" y="6915"/>
                    <a:pt x="6557" y="6915"/>
                  </a:cubicBezTo>
                  <a:cubicBezTo>
                    <a:pt x="6355" y="6915"/>
                    <a:pt x="6083" y="6837"/>
                    <a:pt x="5913" y="6781"/>
                  </a:cubicBezTo>
                  <a:cubicBezTo>
                    <a:pt x="5916" y="6733"/>
                    <a:pt x="5915" y="6685"/>
                    <a:pt x="5911" y="6635"/>
                  </a:cubicBezTo>
                  <a:cubicBezTo>
                    <a:pt x="5865" y="6192"/>
                    <a:pt x="5490" y="5862"/>
                    <a:pt x="5054" y="5862"/>
                  </a:cubicBezTo>
                  <a:cubicBezTo>
                    <a:pt x="5032" y="5862"/>
                    <a:pt x="5010" y="5863"/>
                    <a:pt x="4988" y="5865"/>
                  </a:cubicBezTo>
                  <a:cubicBezTo>
                    <a:pt x="4678" y="4760"/>
                    <a:pt x="3352" y="88"/>
                    <a:pt x="313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683" name="Google Shape;683;p50"/>
          <p:cNvSpPr txBox="1">
            <a:spLocks noGrp="1"/>
          </p:cNvSpPr>
          <p:nvPr>
            <p:ph type="title"/>
          </p:nvPr>
        </p:nvSpPr>
        <p:spPr>
          <a:xfrm flipH="1">
            <a:off x="2293620" y="1412188"/>
            <a:ext cx="6541200" cy="2294400"/>
          </a:xfrm>
          <a:prstGeom prst="rect">
            <a:avLst/>
          </a:prstGeom>
        </p:spPr>
        <p:txBody>
          <a:bodyPr spcFirstLastPara="1" wrap="square" lIns="91425" tIns="91425" rIns="91425" bIns="91425" anchor="ctr" anchorCtr="0">
            <a:noAutofit/>
          </a:bodyPr>
          <a:lstStyle/>
          <a:p>
            <a:pPr algn="ctr"/>
            <a:r>
              <a:rPr lang="en-US" sz="4800" dirty="0">
                <a:solidFill>
                  <a:schemeClr val="bg1"/>
                </a:solidFill>
                <a:effectLst/>
                <a:latin typeface="Montserrat" panose="00000500000000000000" pitchFamily="2" charset="0"/>
              </a:rPr>
              <a:t>Research Gaps and Objectives</a:t>
            </a:r>
            <a:endParaRPr lang="en-IN" sz="4800" dirty="0">
              <a:solidFill>
                <a:schemeClr val="bg1"/>
              </a:solidFill>
              <a:effectLst/>
              <a:latin typeface="Montserrat" panose="00000500000000000000" pitchFamily="2" charset="0"/>
            </a:endParaRPr>
          </a:p>
        </p:txBody>
      </p:sp>
      <p:grpSp>
        <p:nvGrpSpPr>
          <p:cNvPr id="684" name="Google Shape;684;p50"/>
          <p:cNvGrpSpPr/>
          <p:nvPr/>
        </p:nvGrpSpPr>
        <p:grpSpPr>
          <a:xfrm>
            <a:off x="168576" y="3073867"/>
            <a:ext cx="4327705" cy="2027387"/>
            <a:chOff x="713225" y="2253700"/>
            <a:chExt cx="5046298" cy="2364025"/>
          </a:xfrm>
        </p:grpSpPr>
        <p:sp>
          <p:nvSpPr>
            <p:cNvPr id="685" name="Google Shape;685;p50"/>
            <p:cNvSpPr/>
            <p:nvPr/>
          </p:nvSpPr>
          <p:spPr>
            <a:xfrm>
              <a:off x="847107" y="2253700"/>
              <a:ext cx="259413" cy="2346494"/>
            </a:xfrm>
            <a:custGeom>
              <a:avLst/>
              <a:gdLst/>
              <a:ahLst/>
              <a:cxnLst/>
              <a:rect l="l" t="t" r="r" b="b"/>
              <a:pathLst>
                <a:path w="3854" h="34861" extrusionOk="0">
                  <a:moveTo>
                    <a:pt x="0" y="0"/>
                  </a:moveTo>
                  <a:lnTo>
                    <a:pt x="0" y="34860"/>
                  </a:lnTo>
                  <a:lnTo>
                    <a:pt x="3853" y="34860"/>
                  </a:lnTo>
                  <a:lnTo>
                    <a:pt x="385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86" name="Google Shape;686;p50"/>
            <p:cNvSpPr/>
            <p:nvPr/>
          </p:nvSpPr>
          <p:spPr>
            <a:xfrm>
              <a:off x="1106456" y="2253700"/>
              <a:ext cx="658628" cy="2346494"/>
            </a:xfrm>
            <a:custGeom>
              <a:avLst/>
              <a:gdLst/>
              <a:ahLst/>
              <a:cxnLst/>
              <a:rect l="l" t="t" r="r" b="b"/>
              <a:pathLst>
                <a:path w="9785" h="34861" extrusionOk="0">
                  <a:moveTo>
                    <a:pt x="0" y="0"/>
                  </a:moveTo>
                  <a:lnTo>
                    <a:pt x="0" y="34860"/>
                  </a:lnTo>
                  <a:lnTo>
                    <a:pt x="9784" y="34860"/>
                  </a:lnTo>
                  <a:lnTo>
                    <a:pt x="9784" y="0"/>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87" name="Google Shape;687;p50"/>
            <p:cNvSpPr/>
            <p:nvPr/>
          </p:nvSpPr>
          <p:spPr>
            <a:xfrm>
              <a:off x="1164074" y="2999235"/>
              <a:ext cx="543326" cy="571462"/>
            </a:xfrm>
            <a:custGeom>
              <a:avLst/>
              <a:gdLst/>
              <a:ahLst/>
              <a:cxnLst/>
              <a:rect l="l" t="t" r="r" b="b"/>
              <a:pathLst>
                <a:path w="8072" h="8490" extrusionOk="0">
                  <a:moveTo>
                    <a:pt x="3734" y="1730"/>
                  </a:moveTo>
                  <a:lnTo>
                    <a:pt x="3734" y="2014"/>
                  </a:lnTo>
                  <a:lnTo>
                    <a:pt x="4339" y="2014"/>
                  </a:lnTo>
                  <a:lnTo>
                    <a:pt x="4339" y="1730"/>
                  </a:lnTo>
                  <a:close/>
                  <a:moveTo>
                    <a:pt x="3549" y="2742"/>
                  </a:moveTo>
                  <a:lnTo>
                    <a:pt x="3549" y="3088"/>
                  </a:lnTo>
                  <a:lnTo>
                    <a:pt x="4524" y="3088"/>
                  </a:lnTo>
                  <a:lnTo>
                    <a:pt x="4524" y="2742"/>
                  </a:lnTo>
                  <a:close/>
                  <a:moveTo>
                    <a:pt x="3549" y="3237"/>
                  </a:moveTo>
                  <a:lnTo>
                    <a:pt x="3549" y="3583"/>
                  </a:lnTo>
                  <a:lnTo>
                    <a:pt x="4524" y="3583"/>
                  </a:lnTo>
                  <a:lnTo>
                    <a:pt x="4524" y="3237"/>
                  </a:lnTo>
                  <a:close/>
                  <a:moveTo>
                    <a:pt x="3549" y="3730"/>
                  </a:moveTo>
                  <a:lnTo>
                    <a:pt x="3549" y="4076"/>
                  </a:lnTo>
                  <a:lnTo>
                    <a:pt x="4524" y="4076"/>
                  </a:lnTo>
                  <a:lnTo>
                    <a:pt x="4524" y="3730"/>
                  </a:lnTo>
                  <a:close/>
                  <a:moveTo>
                    <a:pt x="3549" y="4225"/>
                  </a:moveTo>
                  <a:lnTo>
                    <a:pt x="3549" y="4571"/>
                  </a:lnTo>
                  <a:lnTo>
                    <a:pt x="4524" y="4571"/>
                  </a:lnTo>
                  <a:lnTo>
                    <a:pt x="4524" y="4225"/>
                  </a:lnTo>
                  <a:close/>
                  <a:moveTo>
                    <a:pt x="4716" y="2335"/>
                  </a:moveTo>
                  <a:lnTo>
                    <a:pt x="4716" y="4681"/>
                  </a:lnTo>
                  <a:lnTo>
                    <a:pt x="3358" y="4681"/>
                  </a:lnTo>
                  <a:lnTo>
                    <a:pt x="3358" y="2335"/>
                  </a:lnTo>
                  <a:close/>
                  <a:moveTo>
                    <a:pt x="3184" y="2161"/>
                  </a:moveTo>
                  <a:lnTo>
                    <a:pt x="3184" y="4855"/>
                  </a:lnTo>
                  <a:lnTo>
                    <a:pt x="4890" y="4855"/>
                  </a:lnTo>
                  <a:lnTo>
                    <a:pt x="4890" y="2161"/>
                  </a:lnTo>
                  <a:close/>
                  <a:moveTo>
                    <a:pt x="7006" y="964"/>
                  </a:moveTo>
                  <a:cubicBezTo>
                    <a:pt x="7022" y="964"/>
                    <a:pt x="7034" y="977"/>
                    <a:pt x="7034" y="992"/>
                  </a:cubicBezTo>
                  <a:lnTo>
                    <a:pt x="7034" y="5505"/>
                  </a:lnTo>
                  <a:cubicBezTo>
                    <a:pt x="7034" y="5522"/>
                    <a:pt x="7022" y="5535"/>
                    <a:pt x="7006" y="5535"/>
                  </a:cubicBezTo>
                  <a:lnTo>
                    <a:pt x="1068" y="5535"/>
                  </a:lnTo>
                  <a:cubicBezTo>
                    <a:pt x="1053" y="5535"/>
                    <a:pt x="1038" y="5521"/>
                    <a:pt x="1038" y="5505"/>
                  </a:cubicBezTo>
                  <a:lnTo>
                    <a:pt x="1038" y="992"/>
                  </a:lnTo>
                  <a:cubicBezTo>
                    <a:pt x="1038" y="977"/>
                    <a:pt x="1053" y="964"/>
                    <a:pt x="1068" y="964"/>
                  </a:cubicBezTo>
                  <a:close/>
                  <a:moveTo>
                    <a:pt x="1683" y="6020"/>
                  </a:moveTo>
                  <a:lnTo>
                    <a:pt x="1683" y="6691"/>
                  </a:lnTo>
                  <a:lnTo>
                    <a:pt x="1038" y="6691"/>
                  </a:lnTo>
                  <a:lnTo>
                    <a:pt x="1038" y="6020"/>
                  </a:lnTo>
                  <a:close/>
                  <a:moveTo>
                    <a:pt x="2753" y="6020"/>
                  </a:moveTo>
                  <a:lnTo>
                    <a:pt x="2753" y="6691"/>
                  </a:lnTo>
                  <a:lnTo>
                    <a:pt x="2110" y="6691"/>
                  </a:lnTo>
                  <a:lnTo>
                    <a:pt x="2110" y="6020"/>
                  </a:lnTo>
                  <a:close/>
                  <a:moveTo>
                    <a:pt x="3823" y="6020"/>
                  </a:moveTo>
                  <a:lnTo>
                    <a:pt x="3823" y="6691"/>
                  </a:lnTo>
                  <a:lnTo>
                    <a:pt x="3180" y="6691"/>
                  </a:lnTo>
                  <a:lnTo>
                    <a:pt x="3180" y="6020"/>
                  </a:lnTo>
                  <a:close/>
                  <a:moveTo>
                    <a:pt x="4894" y="6020"/>
                  </a:moveTo>
                  <a:lnTo>
                    <a:pt x="4894" y="6691"/>
                  </a:lnTo>
                  <a:lnTo>
                    <a:pt x="4250" y="6691"/>
                  </a:lnTo>
                  <a:lnTo>
                    <a:pt x="4250" y="6020"/>
                  </a:lnTo>
                  <a:close/>
                  <a:moveTo>
                    <a:pt x="5964" y="6020"/>
                  </a:moveTo>
                  <a:lnTo>
                    <a:pt x="5964" y="6691"/>
                  </a:lnTo>
                  <a:lnTo>
                    <a:pt x="5320" y="6691"/>
                  </a:lnTo>
                  <a:lnTo>
                    <a:pt x="5320" y="6020"/>
                  </a:lnTo>
                  <a:close/>
                  <a:moveTo>
                    <a:pt x="7034" y="6020"/>
                  </a:moveTo>
                  <a:lnTo>
                    <a:pt x="7034" y="6691"/>
                  </a:lnTo>
                  <a:lnTo>
                    <a:pt x="6390" y="6691"/>
                  </a:lnTo>
                  <a:lnTo>
                    <a:pt x="6390" y="6020"/>
                  </a:lnTo>
                  <a:close/>
                  <a:moveTo>
                    <a:pt x="1683" y="7178"/>
                  </a:moveTo>
                  <a:lnTo>
                    <a:pt x="1683" y="7848"/>
                  </a:lnTo>
                  <a:lnTo>
                    <a:pt x="1038" y="7848"/>
                  </a:lnTo>
                  <a:lnTo>
                    <a:pt x="1038" y="7178"/>
                  </a:lnTo>
                  <a:close/>
                  <a:moveTo>
                    <a:pt x="2753" y="7178"/>
                  </a:moveTo>
                  <a:lnTo>
                    <a:pt x="2753" y="7848"/>
                  </a:lnTo>
                  <a:lnTo>
                    <a:pt x="2110" y="7848"/>
                  </a:lnTo>
                  <a:lnTo>
                    <a:pt x="2110" y="7178"/>
                  </a:lnTo>
                  <a:close/>
                  <a:moveTo>
                    <a:pt x="3823" y="7178"/>
                  </a:moveTo>
                  <a:lnTo>
                    <a:pt x="3823" y="7848"/>
                  </a:lnTo>
                  <a:lnTo>
                    <a:pt x="3180" y="7848"/>
                  </a:lnTo>
                  <a:lnTo>
                    <a:pt x="3180" y="7178"/>
                  </a:lnTo>
                  <a:close/>
                  <a:moveTo>
                    <a:pt x="4894" y="7178"/>
                  </a:moveTo>
                  <a:lnTo>
                    <a:pt x="4894" y="7848"/>
                  </a:lnTo>
                  <a:lnTo>
                    <a:pt x="4250" y="7848"/>
                  </a:lnTo>
                  <a:lnTo>
                    <a:pt x="4250" y="7178"/>
                  </a:lnTo>
                  <a:close/>
                  <a:moveTo>
                    <a:pt x="5964" y="7178"/>
                  </a:moveTo>
                  <a:lnTo>
                    <a:pt x="5964" y="7848"/>
                  </a:lnTo>
                  <a:lnTo>
                    <a:pt x="5320" y="7848"/>
                  </a:lnTo>
                  <a:lnTo>
                    <a:pt x="5320" y="7178"/>
                  </a:lnTo>
                  <a:close/>
                  <a:moveTo>
                    <a:pt x="7034" y="7178"/>
                  </a:moveTo>
                  <a:lnTo>
                    <a:pt x="7034" y="7848"/>
                  </a:lnTo>
                  <a:lnTo>
                    <a:pt x="6390" y="7848"/>
                  </a:lnTo>
                  <a:lnTo>
                    <a:pt x="6390" y="7178"/>
                  </a:lnTo>
                  <a:close/>
                  <a:moveTo>
                    <a:pt x="1" y="0"/>
                  </a:moveTo>
                  <a:lnTo>
                    <a:pt x="1" y="8489"/>
                  </a:lnTo>
                  <a:lnTo>
                    <a:pt x="8072" y="8489"/>
                  </a:lnTo>
                  <a:lnTo>
                    <a:pt x="807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88" name="Google Shape;688;p50"/>
            <p:cNvSpPr/>
            <p:nvPr/>
          </p:nvSpPr>
          <p:spPr>
            <a:xfrm>
              <a:off x="1094811" y="2253700"/>
              <a:ext cx="434015" cy="2346494"/>
            </a:xfrm>
            <a:custGeom>
              <a:avLst/>
              <a:gdLst/>
              <a:ahLst/>
              <a:cxnLst/>
              <a:rect l="l" t="t" r="r" b="b"/>
              <a:pathLst>
                <a:path w="6448" h="34861" extrusionOk="0">
                  <a:moveTo>
                    <a:pt x="4575" y="2618"/>
                  </a:moveTo>
                  <a:lnTo>
                    <a:pt x="3683" y="5900"/>
                  </a:lnTo>
                  <a:lnTo>
                    <a:pt x="4900" y="5900"/>
                  </a:lnTo>
                  <a:lnTo>
                    <a:pt x="4369" y="8844"/>
                  </a:lnTo>
                  <a:lnTo>
                    <a:pt x="6448" y="4840"/>
                  </a:lnTo>
                  <a:lnTo>
                    <a:pt x="5000" y="4840"/>
                  </a:lnTo>
                  <a:lnTo>
                    <a:pt x="6110" y="2618"/>
                  </a:lnTo>
                  <a:close/>
                  <a:moveTo>
                    <a:pt x="173" y="0"/>
                  </a:moveTo>
                  <a:cubicBezTo>
                    <a:pt x="135" y="1452"/>
                    <a:pt x="118" y="2905"/>
                    <a:pt x="89" y="4358"/>
                  </a:cubicBezTo>
                  <a:lnTo>
                    <a:pt x="41" y="8714"/>
                  </a:lnTo>
                  <a:cubicBezTo>
                    <a:pt x="12" y="11620"/>
                    <a:pt x="15" y="14525"/>
                    <a:pt x="1" y="17430"/>
                  </a:cubicBezTo>
                  <a:cubicBezTo>
                    <a:pt x="14" y="20334"/>
                    <a:pt x="12" y="23240"/>
                    <a:pt x="41" y="26145"/>
                  </a:cubicBezTo>
                  <a:lnTo>
                    <a:pt x="89" y="30503"/>
                  </a:lnTo>
                  <a:cubicBezTo>
                    <a:pt x="117" y="31954"/>
                    <a:pt x="134" y="33407"/>
                    <a:pt x="173" y="34860"/>
                  </a:cubicBezTo>
                  <a:cubicBezTo>
                    <a:pt x="213" y="33407"/>
                    <a:pt x="230" y="31954"/>
                    <a:pt x="260" y="30503"/>
                  </a:cubicBezTo>
                  <a:lnTo>
                    <a:pt x="308" y="26145"/>
                  </a:lnTo>
                  <a:cubicBezTo>
                    <a:pt x="335" y="23240"/>
                    <a:pt x="333" y="20334"/>
                    <a:pt x="347" y="17430"/>
                  </a:cubicBezTo>
                  <a:cubicBezTo>
                    <a:pt x="333" y="14525"/>
                    <a:pt x="336" y="11620"/>
                    <a:pt x="306" y="8714"/>
                  </a:cubicBezTo>
                  <a:lnTo>
                    <a:pt x="258" y="4358"/>
                  </a:lnTo>
                  <a:cubicBezTo>
                    <a:pt x="230" y="2905"/>
                    <a:pt x="213" y="1452"/>
                    <a:pt x="173"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89" name="Google Shape;689;p50"/>
            <p:cNvSpPr/>
            <p:nvPr/>
          </p:nvSpPr>
          <p:spPr>
            <a:xfrm>
              <a:off x="1327640" y="3682104"/>
              <a:ext cx="1099509" cy="898319"/>
            </a:xfrm>
            <a:custGeom>
              <a:avLst/>
              <a:gdLst/>
              <a:ahLst/>
              <a:cxnLst/>
              <a:rect l="l" t="t" r="r" b="b"/>
              <a:pathLst>
                <a:path w="16335" h="13346" extrusionOk="0">
                  <a:moveTo>
                    <a:pt x="1" y="1"/>
                  </a:moveTo>
                  <a:lnTo>
                    <a:pt x="1" y="2323"/>
                  </a:lnTo>
                  <a:lnTo>
                    <a:pt x="1171" y="2323"/>
                  </a:lnTo>
                  <a:lnTo>
                    <a:pt x="1171" y="9354"/>
                  </a:lnTo>
                  <a:cubicBezTo>
                    <a:pt x="1171" y="11555"/>
                    <a:pt x="2962" y="13345"/>
                    <a:pt x="5163" y="13345"/>
                  </a:cubicBezTo>
                  <a:cubicBezTo>
                    <a:pt x="7363" y="13345"/>
                    <a:pt x="9153" y="11555"/>
                    <a:pt x="9153" y="9354"/>
                  </a:cubicBezTo>
                  <a:lnTo>
                    <a:pt x="9153" y="2828"/>
                  </a:lnTo>
                  <a:cubicBezTo>
                    <a:pt x="9153" y="2149"/>
                    <a:pt x="9706" y="1597"/>
                    <a:pt x="10384" y="1597"/>
                  </a:cubicBezTo>
                  <a:lnTo>
                    <a:pt x="16335" y="1597"/>
                  </a:lnTo>
                  <a:lnTo>
                    <a:pt x="16335" y="727"/>
                  </a:lnTo>
                  <a:lnTo>
                    <a:pt x="10385" y="727"/>
                  </a:lnTo>
                  <a:cubicBezTo>
                    <a:pt x="9226" y="727"/>
                    <a:pt x="8285" y="1670"/>
                    <a:pt x="8285" y="2828"/>
                  </a:cubicBezTo>
                  <a:lnTo>
                    <a:pt x="8285" y="9354"/>
                  </a:lnTo>
                  <a:cubicBezTo>
                    <a:pt x="8285" y="11075"/>
                    <a:pt x="6884" y="12476"/>
                    <a:pt x="5163" y="12476"/>
                  </a:cubicBezTo>
                  <a:cubicBezTo>
                    <a:pt x="3441" y="12476"/>
                    <a:pt x="2040" y="11075"/>
                    <a:pt x="2040" y="9354"/>
                  </a:cubicBezTo>
                  <a:lnTo>
                    <a:pt x="2040" y="2323"/>
                  </a:lnTo>
                  <a:lnTo>
                    <a:pt x="3212" y="2323"/>
                  </a:lnTo>
                  <a:lnTo>
                    <a:pt x="321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90" name="Google Shape;690;p50"/>
            <p:cNvSpPr/>
            <p:nvPr/>
          </p:nvSpPr>
          <p:spPr>
            <a:xfrm>
              <a:off x="2121170" y="3810197"/>
              <a:ext cx="3504562" cy="587616"/>
            </a:xfrm>
            <a:custGeom>
              <a:avLst/>
              <a:gdLst/>
              <a:ahLst/>
              <a:cxnLst/>
              <a:rect l="l" t="t" r="r" b="b"/>
              <a:pathLst>
                <a:path w="52066" h="8730" extrusionOk="0">
                  <a:moveTo>
                    <a:pt x="6209" y="0"/>
                  </a:moveTo>
                  <a:lnTo>
                    <a:pt x="346" y="1647"/>
                  </a:lnTo>
                  <a:lnTo>
                    <a:pt x="0" y="7363"/>
                  </a:lnTo>
                  <a:lnTo>
                    <a:pt x="52065" y="8730"/>
                  </a:lnTo>
                  <a:lnTo>
                    <a:pt x="52065" y="8730"/>
                  </a:lnTo>
                  <a:lnTo>
                    <a:pt x="51603" y="5008"/>
                  </a:lnTo>
                  <a:lnTo>
                    <a:pt x="50455" y="2768"/>
                  </a:lnTo>
                  <a:lnTo>
                    <a:pt x="4541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91" name="Google Shape;691;p50"/>
            <p:cNvSpPr/>
            <p:nvPr/>
          </p:nvSpPr>
          <p:spPr>
            <a:xfrm>
              <a:off x="2006943" y="2909510"/>
              <a:ext cx="3620941" cy="1488291"/>
            </a:xfrm>
            <a:custGeom>
              <a:avLst/>
              <a:gdLst/>
              <a:ahLst/>
              <a:cxnLst/>
              <a:rect l="l" t="t" r="r" b="b"/>
              <a:pathLst>
                <a:path w="53795" h="22111" extrusionOk="0">
                  <a:moveTo>
                    <a:pt x="21710" y="2597"/>
                  </a:moveTo>
                  <a:cubicBezTo>
                    <a:pt x="24367" y="2597"/>
                    <a:pt x="26988" y="2799"/>
                    <a:pt x="29121" y="3203"/>
                  </a:cubicBezTo>
                  <a:cubicBezTo>
                    <a:pt x="32778" y="3894"/>
                    <a:pt x="37670" y="5969"/>
                    <a:pt x="37670" y="5969"/>
                  </a:cubicBezTo>
                  <a:lnTo>
                    <a:pt x="37670" y="9822"/>
                  </a:lnTo>
                  <a:cubicBezTo>
                    <a:pt x="29775" y="8655"/>
                    <a:pt x="18850" y="7225"/>
                    <a:pt x="12725" y="7225"/>
                  </a:cubicBezTo>
                  <a:cubicBezTo>
                    <a:pt x="12303" y="7225"/>
                    <a:pt x="11904" y="7231"/>
                    <a:pt x="11531" y="7246"/>
                  </a:cubicBezTo>
                  <a:cubicBezTo>
                    <a:pt x="11531" y="7246"/>
                    <a:pt x="11877" y="3400"/>
                    <a:pt x="16126" y="2906"/>
                  </a:cubicBezTo>
                  <a:cubicBezTo>
                    <a:pt x="17896" y="2700"/>
                    <a:pt x="19812" y="2597"/>
                    <a:pt x="21710" y="2597"/>
                  </a:cubicBezTo>
                  <a:close/>
                  <a:moveTo>
                    <a:pt x="40822" y="6211"/>
                  </a:moveTo>
                  <a:cubicBezTo>
                    <a:pt x="45140" y="8502"/>
                    <a:pt x="47108" y="10680"/>
                    <a:pt x="47108" y="10680"/>
                  </a:cubicBezTo>
                  <a:lnTo>
                    <a:pt x="47108" y="11306"/>
                  </a:lnTo>
                  <a:cubicBezTo>
                    <a:pt x="47108" y="11306"/>
                    <a:pt x="44585" y="10878"/>
                    <a:pt x="40822" y="10299"/>
                  </a:cubicBezTo>
                  <a:lnTo>
                    <a:pt x="40822" y="6211"/>
                  </a:lnTo>
                  <a:close/>
                  <a:moveTo>
                    <a:pt x="19761" y="1"/>
                  </a:moveTo>
                  <a:cubicBezTo>
                    <a:pt x="12345" y="1"/>
                    <a:pt x="7248" y="1720"/>
                    <a:pt x="7248" y="1720"/>
                  </a:cubicBezTo>
                  <a:cubicBezTo>
                    <a:pt x="1516" y="6464"/>
                    <a:pt x="2768" y="13052"/>
                    <a:pt x="2768" y="13052"/>
                  </a:cubicBezTo>
                  <a:cubicBezTo>
                    <a:pt x="1" y="16280"/>
                    <a:pt x="1697" y="20744"/>
                    <a:pt x="1697" y="20744"/>
                  </a:cubicBezTo>
                  <a:lnTo>
                    <a:pt x="2065" y="20754"/>
                  </a:lnTo>
                  <a:cubicBezTo>
                    <a:pt x="2046" y="20579"/>
                    <a:pt x="2038" y="20402"/>
                    <a:pt x="2038" y="20224"/>
                  </a:cubicBezTo>
                  <a:cubicBezTo>
                    <a:pt x="2038" y="17331"/>
                    <a:pt x="4383" y="14986"/>
                    <a:pt x="7276" y="14986"/>
                  </a:cubicBezTo>
                  <a:cubicBezTo>
                    <a:pt x="10168" y="14986"/>
                    <a:pt x="12513" y="17331"/>
                    <a:pt x="12513" y="20224"/>
                  </a:cubicBezTo>
                  <a:cubicBezTo>
                    <a:pt x="12513" y="20497"/>
                    <a:pt x="12492" y="20765"/>
                    <a:pt x="12452" y="21027"/>
                  </a:cubicBezTo>
                  <a:lnTo>
                    <a:pt x="42944" y="21827"/>
                  </a:lnTo>
                  <a:cubicBezTo>
                    <a:pt x="42782" y="21322"/>
                    <a:pt x="42693" y="20784"/>
                    <a:pt x="42693" y="20224"/>
                  </a:cubicBezTo>
                  <a:cubicBezTo>
                    <a:pt x="42693" y="17331"/>
                    <a:pt x="45038" y="14986"/>
                    <a:pt x="47932" y="14986"/>
                  </a:cubicBezTo>
                  <a:cubicBezTo>
                    <a:pt x="50824" y="14986"/>
                    <a:pt x="53169" y="17331"/>
                    <a:pt x="53169" y="20224"/>
                  </a:cubicBezTo>
                  <a:cubicBezTo>
                    <a:pt x="53169" y="20880"/>
                    <a:pt x="53047" y="21507"/>
                    <a:pt x="52827" y="22087"/>
                  </a:cubicBezTo>
                  <a:lnTo>
                    <a:pt x="53762" y="22111"/>
                  </a:lnTo>
                  <a:cubicBezTo>
                    <a:pt x="53762" y="22111"/>
                    <a:pt x="53728" y="20859"/>
                    <a:pt x="53762" y="18652"/>
                  </a:cubicBezTo>
                  <a:cubicBezTo>
                    <a:pt x="53795" y="16446"/>
                    <a:pt x="53136" y="16478"/>
                    <a:pt x="51159" y="13777"/>
                  </a:cubicBezTo>
                  <a:cubicBezTo>
                    <a:pt x="49183" y="11076"/>
                    <a:pt x="48162" y="10153"/>
                    <a:pt x="48162" y="10153"/>
                  </a:cubicBezTo>
                  <a:cubicBezTo>
                    <a:pt x="38313" y="1975"/>
                    <a:pt x="27707" y="1"/>
                    <a:pt x="19761" y="1"/>
                  </a:cubicBezTo>
                  <a:close/>
                </a:path>
              </a:pathLst>
            </a:custGeom>
            <a:gradFill>
              <a:gsLst>
                <a:gs pos="0">
                  <a:schemeClr val="accen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92" name="Google Shape;692;p50"/>
            <p:cNvSpPr/>
            <p:nvPr/>
          </p:nvSpPr>
          <p:spPr>
            <a:xfrm>
              <a:off x="4769859" y="3604966"/>
              <a:ext cx="23626" cy="3769"/>
            </a:xfrm>
            <a:custGeom>
              <a:avLst/>
              <a:gdLst/>
              <a:ahLst/>
              <a:cxnLst/>
              <a:rect l="l" t="t" r="r" b="b"/>
              <a:pathLst>
                <a:path w="351" h="56" extrusionOk="0">
                  <a:moveTo>
                    <a:pt x="1" y="1"/>
                  </a:moveTo>
                  <a:lnTo>
                    <a:pt x="1" y="1"/>
                  </a:lnTo>
                  <a:cubicBezTo>
                    <a:pt x="119" y="19"/>
                    <a:pt x="235" y="37"/>
                    <a:pt x="350" y="56"/>
                  </a:cubicBezTo>
                  <a:cubicBezTo>
                    <a:pt x="236" y="37"/>
                    <a:pt x="119" y="19"/>
                    <a:pt x="1" y="1"/>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93" name="Google Shape;693;p50"/>
            <p:cNvSpPr/>
            <p:nvPr/>
          </p:nvSpPr>
          <p:spPr>
            <a:xfrm>
              <a:off x="5175273" y="3670055"/>
              <a:ext cx="2558" cy="538"/>
            </a:xfrm>
            <a:custGeom>
              <a:avLst/>
              <a:gdLst/>
              <a:ahLst/>
              <a:cxnLst/>
              <a:rect l="l" t="t" r="r" b="b"/>
              <a:pathLst>
                <a:path w="38" h="8" extrusionOk="0">
                  <a:moveTo>
                    <a:pt x="38" y="7"/>
                  </a:moveTo>
                  <a:cubicBezTo>
                    <a:pt x="38" y="7"/>
                    <a:pt x="23" y="5"/>
                    <a:pt x="1" y="0"/>
                  </a:cubicBezTo>
                  <a:cubicBezTo>
                    <a:pt x="23" y="5"/>
                    <a:pt x="38" y="7"/>
                    <a:pt x="38" y="7"/>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94" name="Google Shape;694;p50"/>
            <p:cNvSpPr/>
            <p:nvPr/>
          </p:nvSpPr>
          <p:spPr>
            <a:xfrm>
              <a:off x="5176283" y="3626774"/>
              <a:ext cx="875" cy="875"/>
            </a:xfrm>
            <a:custGeom>
              <a:avLst/>
              <a:gdLst/>
              <a:ahLst/>
              <a:cxnLst/>
              <a:rect l="l" t="t" r="r" b="b"/>
              <a:pathLst>
                <a:path w="13" h="13" extrusionOk="0">
                  <a:moveTo>
                    <a:pt x="0" y="0"/>
                  </a:moveTo>
                  <a:lnTo>
                    <a:pt x="0" y="0"/>
                  </a:lnTo>
                  <a:cubicBezTo>
                    <a:pt x="6" y="6"/>
                    <a:pt x="8" y="10"/>
                    <a:pt x="13" y="13"/>
                  </a:cubicBezTo>
                  <a:cubicBezTo>
                    <a:pt x="8" y="9"/>
                    <a:pt x="6" y="6"/>
                    <a:pt x="0" y="0"/>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95" name="Google Shape;695;p50"/>
            <p:cNvSpPr/>
            <p:nvPr/>
          </p:nvSpPr>
          <p:spPr>
            <a:xfrm>
              <a:off x="4905490" y="3626169"/>
              <a:ext cx="45973" cy="7404"/>
            </a:xfrm>
            <a:custGeom>
              <a:avLst/>
              <a:gdLst/>
              <a:ahLst/>
              <a:cxnLst/>
              <a:rect l="l" t="t" r="r" b="b"/>
              <a:pathLst>
                <a:path w="683" h="110" extrusionOk="0">
                  <a:moveTo>
                    <a:pt x="683" y="110"/>
                  </a:moveTo>
                  <a:cubicBezTo>
                    <a:pt x="464" y="74"/>
                    <a:pt x="236" y="39"/>
                    <a:pt x="0" y="1"/>
                  </a:cubicBezTo>
                  <a:cubicBezTo>
                    <a:pt x="236" y="39"/>
                    <a:pt x="464" y="74"/>
                    <a:pt x="683" y="110"/>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96" name="Google Shape;696;p50"/>
            <p:cNvSpPr/>
            <p:nvPr/>
          </p:nvSpPr>
          <p:spPr>
            <a:xfrm>
              <a:off x="4855344" y="3618293"/>
              <a:ext cx="21001" cy="3365"/>
            </a:xfrm>
            <a:custGeom>
              <a:avLst/>
              <a:gdLst/>
              <a:ahLst/>
              <a:cxnLst/>
              <a:rect l="l" t="t" r="r" b="b"/>
              <a:pathLst>
                <a:path w="312" h="50" extrusionOk="0">
                  <a:moveTo>
                    <a:pt x="311" y="50"/>
                  </a:moveTo>
                  <a:cubicBezTo>
                    <a:pt x="210" y="34"/>
                    <a:pt x="106" y="17"/>
                    <a:pt x="0" y="0"/>
                  </a:cubicBezTo>
                  <a:cubicBezTo>
                    <a:pt x="106" y="17"/>
                    <a:pt x="210" y="34"/>
                    <a:pt x="311" y="50"/>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97" name="Google Shape;697;p50"/>
            <p:cNvSpPr/>
            <p:nvPr/>
          </p:nvSpPr>
          <p:spPr>
            <a:xfrm>
              <a:off x="4880383" y="3622265"/>
              <a:ext cx="20799" cy="3298"/>
            </a:xfrm>
            <a:custGeom>
              <a:avLst/>
              <a:gdLst/>
              <a:ahLst/>
              <a:cxnLst/>
              <a:rect l="l" t="t" r="r" b="b"/>
              <a:pathLst>
                <a:path w="309" h="49" extrusionOk="0">
                  <a:moveTo>
                    <a:pt x="308" y="49"/>
                  </a:moveTo>
                  <a:cubicBezTo>
                    <a:pt x="206" y="33"/>
                    <a:pt x="105" y="16"/>
                    <a:pt x="0" y="1"/>
                  </a:cubicBezTo>
                  <a:cubicBezTo>
                    <a:pt x="105" y="16"/>
                    <a:pt x="206" y="33"/>
                    <a:pt x="308" y="49"/>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98" name="Google Shape;698;p50"/>
            <p:cNvSpPr/>
            <p:nvPr/>
          </p:nvSpPr>
          <p:spPr>
            <a:xfrm>
              <a:off x="5168138" y="3618361"/>
              <a:ext cx="3231" cy="3231"/>
            </a:xfrm>
            <a:custGeom>
              <a:avLst/>
              <a:gdLst/>
              <a:ahLst/>
              <a:cxnLst/>
              <a:rect l="l" t="t" r="r" b="b"/>
              <a:pathLst>
                <a:path w="48" h="48" extrusionOk="0">
                  <a:moveTo>
                    <a:pt x="1" y="1"/>
                  </a:moveTo>
                  <a:cubicBezTo>
                    <a:pt x="18" y="18"/>
                    <a:pt x="33" y="33"/>
                    <a:pt x="47" y="48"/>
                  </a:cubicBezTo>
                  <a:cubicBezTo>
                    <a:pt x="33" y="33"/>
                    <a:pt x="18" y="18"/>
                    <a:pt x="1" y="1"/>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99" name="Google Shape;699;p50"/>
            <p:cNvSpPr/>
            <p:nvPr/>
          </p:nvSpPr>
          <p:spPr>
            <a:xfrm>
              <a:off x="4955031" y="3634111"/>
              <a:ext cx="18174" cy="2962"/>
            </a:xfrm>
            <a:custGeom>
              <a:avLst/>
              <a:gdLst/>
              <a:ahLst/>
              <a:cxnLst/>
              <a:rect l="l" t="t" r="r" b="b"/>
              <a:pathLst>
                <a:path w="270" h="44" extrusionOk="0">
                  <a:moveTo>
                    <a:pt x="269" y="44"/>
                  </a:moveTo>
                  <a:cubicBezTo>
                    <a:pt x="182" y="30"/>
                    <a:pt x="91" y="14"/>
                    <a:pt x="1" y="0"/>
                  </a:cubicBezTo>
                  <a:cubicBezTo>
                    <a:pt x="91" y="14"/>
                    <a:pt x="182" y="30"/>
                    <a:pt x="269" y="44"/>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00" name="Google Shape;700;p50"/>
            <p:cNvSpPr/>
            <p:nvPr/>
          </p:nvSpPr>
          <p:spPr>
            <a:xfrm>
              <a:off x="4754781" y="3327510"/>
              <a:ext cx="26587" cy="14472"/>
            </a:xfrm>
            <a:custGeom>
              <a:avLst/>
              <a:gdLst/>
              <a:ahLst/>
              <a:cxnLst/>
              <a:rect l="l" t="t" r="r" b="b"/>
              <a:pathLst>
                <a:path w="395" h="215" extrusionOk="0">
                  <a:moveTo>
                    <a:pt x="0" y="1"/>
                  </a:moveTo>
                  <a:cubicBezTo>
                    <a:pt x="135" y="72"/>
                    <a:pt x="266" y="144"/>
                    <a:pt x="395" y="214"/>
                  </a:cubicBezTo>
                  <a:cubicBezTo>
                    <a:pt x="266" y="144"/>
                    <a:pt x="135" y="72"/>
                    <a:pt x="0" y="1"/>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01" name="Google Shape;701;p50"/>
            <p:cNvSpPr/>
            <p:nvPr/>
          </p:nvSpPr>
          <p:spPr>
            <a:xfrm>
              <a:off x="5174331" y="3624755"/>
              <a:ext cx="1683" cy="1750"/>
            </a:xfrm>
            <a:custGeom>
              <a:avLst/>
              <a:gdLst/>
              <a:ahLst/>
              <a:cxnLst/>
              <a:rect l="l" t="t" r="r" b="b"/>
              <a:pathLst>
                <a:path w="25" h="26" extrusionOk="0">
                  <a:moveTo>
                    <a:pt x="1" y="1"/>
                  </a:moveTo>
                  <a:cubicBezTo>
                    <a:pt x="11" y="10"/>
                    <a:pt x="18" y="19"/>
                    <a:pt x="25" y="26"/>
                  </a:cubicBezTo>
                  <a:cubicBezTo>
                    <a:pt x="18" y="19"/>
                    <a:pt x="11" y="10"/>
                    <a:pt x="1" y="1"/>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02" name="Google Shape;702;p50"/>
            <p:cNvSpPr/>
            <p:nvPr/>
          </p:nvSpPr>
          <p:spPr>
            <a:xfrm>
              <a:off x="4781571" y="3341982"/>
              <a:ext cx="376869" cy="266750"/>
            </a:xfrm>
            <a:custGeom>
              <a:avLst/>
              <a:gdLst/>
              <a:ahLst/>
              <a:cxnLst/>
              <a:rect l="l" t="t" r="r" b="b"/>
              <a:pathLst>
                <a:path w="5599" h="3963" extrusionOk="0">
                  <a:moveTo>
                    <a:pt x="1" y="1"/>
                  </a:moveTo>
                  <a:cubicBezTo>
                    <a:pt x="3128" y="1712"/>
                    <a:pt x="4940" y="3322"/>
                    <a:pt x="5598" y="3963"/>
                  </a:cubicBezTo>
                  <a:cubicBezTo>
                    <a:pt x="4940" y="3322"/>
                    <a:pt x="3126" y="1711"/>
                    <a:pt x="1" y="1"/>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03" name="Google Shape;703;p50"/>
            <p:cNvSpPr/>
            <p:nvPr/>
          </p:nvSpPr>
          <p:spPr>
            <a:xfrm>
              <a:off x="5163763" y="3613985"/>
              <a:ext cx="3971" cy="3971"/>
            </a:xfrm>
            <a:custGeom>
              <a:avLst/>
              <a:gdLst/>
              <a:ahLst/>
              <a:cxnLst/>
              <a:rect l="l" t="t" r="r" b="b"/>
              <a:pathLst>
                <a:path w="59" h="59" extrusionOk="0">
                  <a:moveTo>
                    <a:pt x="59" y="59"/>
                  </a:moveTo>
                  <a:cubicBezTo>
                    <a:pt x="42" y="40"/>
                    <a:pt x="22" y="22"/>
                    <a:pt x="1" y="1"/>
                  </a:cubicBezTo>
                  <a:cubicBezTo>
                    <a:pt x="22" y="22"/>
                    <a:pt x="42" y="40"/>
                    <a:pt x="59" y="59"/>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04" name="Google Shape;704;p50"/>
            <p:cNvSpPr/>
            <p:nvPr/>
          </p:nvSpPr>
          <p:spPr>
            <a:xfrm>
              <a:off x="5158580" y="3608870"/>
              <a:ext cx="4981" cy="4914"/>
            </a:xfrm>
            <a:custGeom>
              <a:avLst/>
              <a:gdLst/>
              <a:ahLst/>
              <a:cxnLst/>
              <a:rect l="l" t="t" r="r" b="b"/>
              <a:pathLst>
                <a:path w="74" h="73" extrusionOk="0">
                  <a:moveTo>
                    <a:pt x="0" y="1"/>
                  </a:moveTo>
                  <a:cubicBezTo>
                    <a:pt x="27" y="26"/>
                    <a:pt x="51" y="50"/>
                    <a:pt x="74" y="73"/>
                  </a:cubicBezTo>
                  <a:cubicBezTo>
                    <a:pt x="51" y="50"/>
                    <a:pt x="27" y="26"/>
                    <a:pt x="0" y="1"/>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05" name="Google Shape;705;p50"/>
            <p:cNvSpPr/>
            <p:nvPr/>
          </p:nvSpPr>
          <p:spPr>
            <a:xfrm>
              <a:off x="5171705" y="3621928"/>
              <a:ext cx="2356" cy="2423"/>
            </a:xfrm>
            <a:custGeom>
              <a:avLst/>
              <a:gdLst/>
              <a:ahLst/>
              <a:cxnLst/>
              <a:rect l="l" t="t" r="r" b="b"/>
              <a:pathLst>
                <a:path w="35" h="36" extrusionOk="0">
                  <a:moveTo>
                    <a:pt x="0" y="0"/>
                  </a:moveTo>
                  <a:cubicBezTo>
                    <a:pt x="13" y="14"/>
                    <a:pt x="24" y="26"/>
                    <a:pt x="34" y="35"/>
                  </a:cubicBezTo>
                  <a:cubicBezTo>
                    <a:pt x="24" y="26"/>
                    <a:pt x="13" y="14"/>
                    <a:pt x="0" y="0"/>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06" name="Google Shape;706;p50"/>
            <p:cNvSpPr/>
            <p:nvPr/>
          </p:nvSpPr>
          <p:spPr>
            <a:xfrm>
              <a:off x="5141550" y="3664401"/>
              <a:ext cx="7943" cy="1414"/>
            </a:xfrm>
            <a:custGeom>
              <a:avLst/>
              <a:gdLst/>
              <a:ahLst/>
              <a:cxnLst/>
              <a:rect l="l" t="t" r="r" b="b"/>
              <a:pathLst>
                <a:path w="118" h="21" extrusionOk="0">
                  <a:moveTo>
                    <a:pt x="117" y="21"/>
                  </a:moveTo>
                  <a:cubicBezTo>
                    <a:pt x="81" y="15"/>
                    <a:pt x="42" y="8"/>
                    <a:pt x="0" y="1"/>
                  </a:cubicBezTo>
                  <a:cubicBezTo>
                    <a:pt x="42" y="8"/>
                    <a:pt x="81" y="15"/>
                    <a:pt x="117" y="21"/>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07" name="Google Shape;707;p50"/>
            <p:cNvSpPr/>
            <p:nvPr/>
          </p:nvSpPr>
          <p:spPr>
            <a:xfrm>
              <a:off x="5152387" y="3666219"/>
              <a:ext cx="3567" cy="673"/>
            </a:xfrm>
            <a:custGeom>
              <a:avLst/>
              <a:gdLst/>
              <a:ahLst/>
              <a:cxnLst/>
              <a:rect l="l" t="t" r="r" b="b"/>
              <a:pathLst>
                <a:path w="53" h="10" extrusionOk="0">
                  <a:moveTo>
                    <a:pt x="53" y="9"/>
                  </a:moveTo>
                  <a:cubicBezTo>
                    <a:pt x="36" y="6"/>
                    <a:pt x="19" y="4"/>
                    <a:pt x="0" y="1"/>
                  </a:cubicBezTo>
                  <a:cubicBezTo>
                    <a:pt x="19" y="4"/>
                    <a:pt x="36" y="6"/>
                    <a:pt x="53" y="9"/>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08" name="Google Shape;708;p50"/>
            <p:cNvSpPr/>
            <p:nvPr/>
          </p:nvSpPr>
          <p:spPr>
            <a:xfrm>
              <a:off x="4977513" y="3637679"/>
              <a:ext cx="18981" cy="3164"/>
            </a:xfrm>
            <a:custGeom>
              <a:avLst/>
              <a:gdLst/>
              <a:ahLst/>
              <a:cxnLst/>
              <a:rect l="l" t="t" r="r" b="b"/>
              <a:pathLst>
                <a:path w="282" h="47" extrusionOk="0">
                  <a:moveTo>
                    <a:pt x="282" y="46"/>
                  </a:moveTo>
                  <a:cubicBezTo>
                    <a:pt x="190" y="30"/>
                    <a:pt x="96" y="16"/>
                    <a:pt x="0" y="1"/>
                  </a:cubicBezTo>
                  <a:cubicBezTo>
                    <a:pt x="96" y="16"/>
                    <a:pt x="190" y="30"/>
                    <a:pt x="282" y="46"/>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09" name="Google Shape;709;p50"/>
            <p:cNvSpPr/>
            <p:nvPr/>
          </p:nvSpPr>
          <p:spPr>
            <a:xfrm>
              <a:off x="5167869" y="3668776"/>
              <a:ext cx="2625" cy="606"/>
            </a:xfrm>
            <a:custGeom>
              <a:avLst/>
              <a:gdLst/>
              <a:ahLst/>
              <a:cxnLst/>
              <a:rect l="l" t="t" r="r" b="b"/>
              <a:pathLst>
                <a:path w="39" h="9" extrusionOk="0">
                  <a:moveTo>
                    <a:pt x="39" y="8"/>
                  </a:moveTo>
                  <a:cubicBezTo>
                    <a:pt x="27" y="7"/>
                    <a:pt x="13" y="4"/>
                    <a:pt x="1" y="1"/>
                  </a:cubicBezTo>
                  <a:cubicBezTo>
                    <a:pt x="13" y="4"/>
                    <a:pt x="27" y="7"/>
                    <a:pt x="39" y="8"/>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10" name="Google Shape;710;p50"/>
            <p:cNvSpPr/>
            <p:nvPr/>
          </p:nvSpPr>
          <p:spPr>
            <a:xfrm>
              <a:off x="5172984" y="3669651"/>
              <a:ext cx="538" cy="202"/>
            </a:xfrm>
            <a:custGeom>
              <a:avLst/>
              <a:gdLst/>
              <a:ahLst/>
              <a:cxnLst/>
              <a:rect l="l" t="t" r="r" b="b"/>
              <a:pathLst>
                <a:path w="8" h="3" extrusionOk="0">
                  <a:moveTo>
                    <a:pt x="8" y="2"/>
                  </a:moveTo>
                  <a:cubicBezTo>
                    <a:pt x="5" y="2"/>
                    <a:pt x="2" y="2"/>
                    <a:pt x="1" y="1"/>
                  </a:cubicBezTo>
                  <a:cubicBezTo>
                    <a:pt x="2" y="2"/>
                    <a:pt x="5" y="2"/>
                    <a:pt x="8" y="2"/>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11" name="Google Shape;711;p50"/>
            <p:cNvSpPr/>
            <p:nvPr/>
          </p:nvSpPr>
          <p:spPr>
            <a:xfrm>
              <a:off x="5119472" y="3660834"/>
              <a:ext cx="9558" cy="1548"/>
            </a:xfrm>
            <a:custGeom>
              <a:avLst/>
              <a:gdLst/>
              <a:ahLst/>
              <a:cxnLst/>
              <a:rect l="l" t="t" r="r" b="b"/>
              <a:pathLst>
                <a:path w="142" h="23" extrusionOk="0">
                  <a:moveTo>
                    <a:pt x="141" y="23"/>
                  </a:moveTo>
                  <a:cubicBezTo>
                    <a:pt x="96" y="16"/>
                    <a:pt x="50" y="7"/>
                    <a:pt x="0" y="0"/>
                  </a:cubicBezTo>
                  <a:cubicBezTo>
                    <a:pt x="50" y="7"/>
                    <a:pt x="96" y="16"/>
                    <a:pt x="141" y="23"/>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12" name="Google Shape;712;p50"/>
            <p:cNvSpPr/>
            <p:nvPr/>
          </p:nvSpPr>
          <p:spPr>
            <a:xfrm>
              <a:off x="5160465" y="3667565"/>
              <a:ext cx="67" cy="67"/>
            </a:xfrm>
            <a:custGeom>
              <a:avLst/>
              <a:gdLst/>
              <a:ahLst/>
              <a:cxnLst/>
              <a:rect l="l" t="t" r="r" b="b"/>
              <a:pathLst>
                <a:path w="1" h="1" extrusionOk="0">
                  <a:moveTo>
                    <a:pt x="0" y="1"/>
                  </a:moveTo>
                  <a:cubicBezTo>
                    <a:pt x="0" y="1"/>
                    <a:pt x="0" y="1"/>
                    <a:pt x="0" y="1"/>
                  </a:cubicBezTo>
                  <a:cubicBezTo>
                    <a:pt x="0" y="1"/>
                    <a:pt x="0" y="1"/>
                    <a:pt x="0" y="1"/>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13" name="Google Shape;713;p50"/>
            <p:cNvSpPr/>
            <p:nvPr/>
          </p:nvSpPr>
          <p:spPr>
            <a:xfrm>
              <a:off x="5130107" y="3662516"/>
              <a:ext cx="10635" cy="1885"/>
            </a:xfrm>
            <a:custGeom>
              <a:avLst/>
              <a:gdLst/>
              <a:ahLst/>
              <a:cxnLst/>
              <a:rect l="l" t="t" r="r" b="b"/>
              <a:pathLst>
                <a:path w="158" h="28" extrusionOk="0">
                  <a:moveTo>
                    <a:pt x="157" y="28"/>
                  </a:moveTo>
                  <a:cubicBezTo>
                    <a:pt x="108" y="19"/>
                    <a:pt x="56" y="11"/>
                    <a:pt x="0" y="1"/>
                  </a:cubicBezTo>
                  <a:cubicBezTo>
                    <a:pt x="56" y="11"/>
                    <a:pt x="108" y="19"/>
                    <a:pt x="157" y="28"/>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14" name="Google Shape;714;p50"/>
            <p:cNvSpPr/>
            <p:nvPr/>
          </p:nvSpPr>
          <p:spPr>
            <a:xfrm>
              <a:off x="5019717" y="3644477"/>
              <a:ext cx="16828" cy="2827"/>
            </a:xfrm>
            <a:custGeom>
              <a:avLst/>
              <a:gdLst/>
              <a:ahLst/>
              <a:cxnLst/>
              <a:rect l="l" t="t" r="r" b="b"/>
              <a:pathLst>
                <a:path w="250" h="42" extrusionOk="0">
                  <a:moveTo>
                    <a:pt x="250" y="41"/>
                  </a:moveTo>
                  <a:cubicBezTo>
                    <a:pt x="169" y="28"/>
                    <a:pt x="86" y="14"/>
                    <a:pt x="1" y="0"/>
                  </a:cubicBezTo>
                  <a:cubicBezTo>
                    <a:pt x="86" y="14"/>
                    <a:pt x="169" y="28"/>
                    <a:pt x="250" y="41"/>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15" name="Google Shape;715;p50"/>
            <p:cNvSpPr/>
            <p:nvPr/>
          </p:nvSpPr>
          <p:spPr>
            <a:xfrm>
              <a:off x="4997572" y="3640910"/>
              <a:ext cx="19856" cy="3231"/>
            </a:xfrm>
            <a:custGeom>
              <a:avLst/>
              <a:gdLst/>
              <a:ahLst/>
              <a:cxnLst/>
              <a:rect l="l" t="t" r="r" b="b"/>
              <a:pathLst>
                <a:path w="295" h="48" extrusionOk="0">
                  <a:moveTo>
                    <a:pt x="294" y="47"/>
                  </a:moveTo>
                  <a:cubicBezTo>
                    <a:pt x="200" y="32"/>
                    <a:pt x="101" y="16"/>
                    <a:pt x="0" y="1"/>
                  </a:cubicBezTo>
                  <a:cubicBezTo>
                    <a:pt x="101" y="16"/>
                    <a:pt x="200" y="32"/>
                    <a:pt x="294" y="47"/>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16" name="Google Shape;716;p50"/>
            <p:cNvSpPr/>
            <p:nvPr/>
          </p:nvSpPr>
          <p:spPr>
            <a:xfrm>
              <a:off x="5039507" y="3647708"/>
              <a:ext cx="14741" cy="2423"/>
            </a:xfrm>
            <a:custGeom>
              <a:avLst/>
              <a:gdLst/>
              <a:ahLst/>
              <a:cxnLst/>
              <a:rect l="l" t="t" r="r" b="b"/>
              <a:pathLst>
                <a:path w="219" h="36" extrusionOk="0">
                  <a:moveTo>
                    <a:pt x="219" y="36"/>
                  </a:moveTo>
                  <a:cubicBezTo>
                    <a:pt x="148" y="24"/>
                    <a:pt x="74" y="13"/>
                    <a:pt x="1" y="0"/>
                  </a:cubicBezTo>
                  <a:cubicBezTo>
                    <a:pt x="74" y="13"/>
                    <a:pt x="148" y="24"/>
                    <a:pt x="219" y="36"/>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17" name="Google Shape;717;p50"/>
            <p:cNvSpPr/>
            <p:nvPr/>
          </p:nvSpPr>
          <p:spPr>
            <a:xfrm>
              <a:off x="5105673" y="3658545"/>
              <a:ext cx="9154" cy="1548"/>
            </a:xfrm>
            <a:custGeom>
              <a:avLst/>
              <a:gdLst/>
              <a:ahLst/>
              <a:cxnLst/>
              <a:rect l="l" t="t" r="r" b="b"/>
              <a:pathLst>
                <a:path w="136" h="23" extrusionOk="0">
                  <a:moveTo>
                    <a:pt x="136" y="23"/>
                  </a:moveTo>
                  <a:cubicBezTo>
                    <a:pt x="92" y="14"/>
                    <a:pt x="47" y="7"/>
                    <a:pt x="0" y="0"/>
                  </a:cubicBezTo>
                  <a:cubicBezTo>
                    <a:pt x="47" y="7"/>
                    <a:pt x="92" y="14"/>
                    <a:pt x="136" y="23"/>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18" name="Google Shape;718;p50"/>
            <p:cNvSpPr/>
            <p:nvPr/>
          </p:nvSpPr>
          <p:spPr>
            <a:xfrm>
              <a:off x="5091538" y="3656189"/>
              <a:ext cx="11779" cy="1952"/>
            </a:xfrm>
            <a:custGeom>
              <a:avLst/>
              <a:gdLst/>
              <a:ahLst/>
              <a:cxnLst/>
              <a:rect l="l" t="t" r="r" b="b"/>
              <a:pathLst>
                <a:path w="175" h="29" extrusionOk="0">
                  <a:moveTo>
                    <a:pt x="175" y="28"/>
                  </a:moveTo>
                  <a:cubicBezTo>
                    <a:pt x="118" y="20"/>
                    <a:pt x="60" y="10"/>
                    <a:pt x="1" y="0"/>
                  </a:cubicBezTo>
                  <a:cubicBezTo>
                    <a:pt x="60" y="10"/>
                    <a:pt x="118" y="20"/>
                    <a:pt x="175" y="28"/>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19" name="Google Shape;719;p50"/>
            <p:cNvSpPr/>
            <p:nvPr/>
          </p:nvSpPr>
          <p:spPr>
            <a:xfrm>
              <a:off x="5057209" y="3650535"/>
              <a:ext cx="13664" cy="2356"/>
            </a:xfrm>
            <a:custGeom>
              <a:avLst/>
              <a:gdLst/>
              <a:ahLst/>
              <a:cxnLst/>
              <a:rect l="l" t="t" r="r" b="b"/>
              <a:pathLst>
                <a:path w="203" h="35" extrusionOk="0">
                  <a:moveTo>
                    <a:pt x="203" y="35"/>
                  </a:moveTo>
                  <a:cubicBezTo>
                    <a:pt x="138" y="23"/>
                    <a:pt x="70" y="12"/>
                    <a:pt x="1" y="1"/>
                  </a:cubicBezTo>
                  <a:cubicBezTo>
                    <a:pt x="70" y="12"/>
                    <a:pt x="138" y="23"/>
                    <a:pt x="203" y="35"/>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20" name="Google Shape;720;p50"/>
            <p:cNvSpPr/>
            <p:nvPr/>
          </p:nvSpPr>
          <p:spPr>
            <a:xfrm>
              <a:off x="5073903" y="3653295"/>
              <a:ext cx="14674" cy="2423"/>
            </a:xfrm>
            <a:custGeom>
              <a:avLst/>
              <a:gdLst/>
              <a:ahLst/>
              <a:cxnLst/>
              <a:rect l="l" t="t" r="r" b="b"/>
              <a:pathLst>
                <a:path w="218" h="36" extrusionOk="0">
                  <a:moveTo>
                    <a:pt x="218" y="36"/>
                  </a:moveTo>
                  <a:cubicBezTo>
                    <a:pt x="149" y="25"/>
                    <a:pt x="75" y="13"/>
                    <a:pt x="0" y="1"/>
                  </a:cubicBezTo>
                  <a:cubicBezTo>
                    <a:pt x="75" y="13"/>
                    <a:pt x="149" y="25"/>
                    <a:pt x="218" y="36"/>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21" name="Google Shape;721;p50"/>
            <p:cNvSpPr/>
            <p:nvPr/>
          </p:nvSpPr>
          <p:spPr>
            <a:xfrm>
              <a:off x="5270787" y="3615130"/>
              <a:ext cx="341935" cy="444179"/>
            </a:xfrm>
            <a:custGeom>
              <a:avLst/>
              <a:gdLst/>
              <a:ahLst/>
              <a:cxnLst/>
              <a:rect l="l" t="t" r="r" b="b"/>
              <a:pathLst>
                <a:path w="5080" h="6599" extrusionOk="0">
                  <a:moveTo>
                    <a:pt x="1" y="1"/>
                  </a:moveTo>
                  <a:lnTo>
                    <a:pt x="1" y="1"/>
                  </a:lnTo>
                  <a:cubicBezTo>
                    <a:pt x="446" y="469"/>
                    <a:pt x="1341" y="1478"/>
                    <a:pt x="2670" y="3294"/>
                  </a:cubicBezTo>
                  <a:cubicBezTo>
                    <a:pt x="4027" y="5147"/>
                    <a:pt x="4762" y="5714"/>
                    <a:pt x="5080" y="6599"/>
                  </a:cubicBezTo>
                  <a:cubicBezTo>
                    <a:pt x="4524" y="1899"/>
                    <a:pt x="1" y="1"/>
                    <a:pt x="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22" name="Google Shape;722;p50"/>
            <p:cNvSpPr/>
            <p:nvPr/>
          </p:nvSpPr>
          <p:spPr>
            <a:xfrm>
              <a:off x="4915452" y="4026466"/>
              <a:ext cx="629820" cy="573818"/>
            </a:xfrm>
            <a:custGeom>
              <a:avLst/>
              <a:gdLst/>
              <a:ahLst/>
              <a:cxnLst/>
              <a:rect l="l" t="t" r="r" b="b"/>
              <a:pathLst>
                <a:path w="9357" h="8525" extrusionOk="0">
                  <a:moveTo>
                    <a:pt x="4678" y="1"/>
                  </a:moveTo>
                  <a:cubicBezTo>
                    <a:pt x="3588" y="1"/>
                    <a:pt x="2497" y="416"/>
                    <a:pt x="1664" y="1248"/>
                  </a:cubicBezTo>
                  <a:cubicBezTo>
                    <a:pt x="1" y="2913"/>
                    <a:pt x="1" y="5612"/>
                    <a:pt x="1664" y="7275"/>
                  </a:cubicBezTo>
                  <a:cubicBezTo>
                    <a:pt x="2497" y="8108"/>
                    <a:pt x="3588" y="8524"/>
                    <a:pt x="4678" y="8524"/>
                  </a:cubicBezTo>
                  <a:cubicBezTo>
                    <a:pt x="5769" y="8524"/>
                    <a:pt x="6860" y="8108"/>
                    <a:pt x="7691" y="7275"/>
                  </a:cubicBezTo>
                  <a:cubicBezTo>
                    <a:pt x="9356" y="5612"/>
                    <a:pt x="9356" y="2913"/>
                    <a:pt x="7691" y="1248"/>
                  </a:cubicBezTo>
                  <a:cubicBezTo>
                    <a:pt x="6860" y="416"/>
                    <a:pt x="5769" y="1"/>
                    <a:pt x="4678" y="1"/>
                  </a:cubicBezTo>
                  <a:close/>
                </a:path>
              </a:pathLst>
            </a:custGeom>
            <a:gradFill>
              <a:gsLst>
                <a:gs pos="0">
                  <a:schemeClr val="lt1"/>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23" name="Google Shape;723;p50"/>
            <p:cNvSpPr/>
            <p:nvPr/>
          </p:nvSpPr>
          <p:spPr>
            <a:xfrm>
              <a:off x="5015342" y="4098152"/>
              <a:ext cx="430313" cy="430246"/>
            </a:xfrm>
            <a:custGeom>
              <a:avLst/>
              <a:gdLst/>
              <a:ahLst/>
              <a:cxnLst/>
              <a:rect l="l" t="t" r="r" b="b"/>
              <a:pathLst>
                <a:path w="6393" h="6392" extrusionOk="0">
                  <a:moveTo>
                    <a:pt x="2703" y="214"/>
                  </a:moveTo>
                  <a:lnTo>
                    <a:pt x="2703" y="1977"/>
                  </a:lnTo>
                  <a:lnTo>
                    <a:pt x="1455" y="729"/>
                  </a:lnTo>
                  <a:cubicBezTo>
                    <a:pt x="1820" y="470"/>
                    <a:pt x="2244" y="291"/>
                    <a:pt x="2703" y="214"/>
                  </a:cubicBezTo>
                  <a:close/>
                  <a:moveTo>
                    <a:pt x="3691" y="214"/>
                  </a:moveTo>
                  <a:cubicBezTo>
                    <a:pt x="4151" y="291"/>
                    <a:pt x="4575" y="470"/>
                    <a:pt x="4939" y="729"/>
                  </a:cubicBezTo>
                  <a:lnTo>
                    <a:pt x="3691" y="1977"/>
                  </a:lnTo>
                  <a:lnTo>
                    <a:pt x="3691" y="214"/>
                  </a:lnTo>
                  <a:close/>
                  <a:moveTo>
                    <a:pt x="751" y="1423"/>
                  </a:moveTo>
                  <a:lnTo>
                    <a:pt x="2005" y="2675"/>
                  </a:lnTo>
                  <a:lnTo>
                    <a:pt x="220" y="2675"/>
                  </a:lnTo>
                  <a:cubicBezTo>
                    <a:pt x="300" y="2213"/>
                    <a:pt x="487" y="1788"/>
                    <a:pt x="751" y="1423"/>
                  </a:cubicBezTo>
                  <a:close/>
                  <a:moveTo>
                    <a:pt x="5642" y="1423"/>
                  </a:moveTo>
                  <a:cubicBezTo>
                    <a:pt x="5908" y="1788"/>
                    <a:pt x="6093" y="2213"/>
                    <a:pt x="6173" y="2675"/>
                  </a:cubicBezTo>
                  <a:lnTo>
                    <a:pt x="4390" y="2675"/>
                  </a:lnTo>
                  <a:lnTo>
                    <a:pt x="5642" y="1423"/>
                  </a:lnTo>
                  <a:close/>
                  <a:moveTo>
                    <a:pt x="3197" y="2812"/>
                  </a:moveTo>
                  <a:cubicBezTo>
                    <a:pt x="2985" y="2812"/>
                    <a:pt x="2814" y="2985"/>
                    <a:pt x="2814" y="3197"/>
                  </a:cubicBezTo>
                  <a:cubicBezTo>
                    <a:pt x="2814" y="3407"/>
                    <a:pt x="2985" y="3580"/>
                    <a:pt x="3197" y="3580"/>
                  </a:cubicBezTo>
                  <a:cubicBezTo>
                    <a:pt x="3409" y="3580"/>
                    <a:pt x="3581" y="3407"/>
                    <a:pt x="3581" y="3197"/>
                  </a:cubicBezTo>
                  <a:cubicBezTo>
                    <a:pt x="3581" y="2985"/>
                    <a:pt x="3409" y="2812"/>
                    <a:pt x="3197" y="2812"/>
                  </a:cubicBezTo>
                  <a:close/>
                  <a:moveTo>
                    <a:pt x="3197" y="2258"/>
                  </a:moveTo>
                  <a:cubicBezTo>
                    <a:pt x="3714" y="2258"/>
                    <a:pt x="4135" y="2678"/>
                    <a:pt x="4135" y="3197"/>
                  </a:cubicBezTo>
                  <a:cubicBezTo>
                    <a:pt x="4135" y="3714"/>
                    <a:pt x="3714" y="4134"/>
                    <a:pt x="3197" y="4134"/>
                  </a:cubicBezTo>
                  <a:cubicBezTo>
                    <a:pt x="2679" y="4134"/>
                    <a:pt x="2258" y="3714"/>
                    <a:pt x="2258" y="3197"/>
                  </a:cubicBezTo>
                  <a:cubicBezTo>
                    <a:pt x="2258" y="2678"/>
                    <a:pt x="2679" y="2258"/>
                    <a:pt x="3197" y="2258"/>
                  </a:cubicBezTo>
                  <a:close/>
                  <a:moveTo>
                    <a:pt x="2004" y="3663"/>
                  </a:moveTo>
                  <a:lnTo>
                    <a:pt x="729" y="4938"/>
                  </a:lnTo>
                  <a:cubicBezTo>
                    <a:pt x="466" y="4566"/>
                    <a:pt x="285" y="4132"/>
                    <a:pt x="211" y="3663"/>
                  </a:cubicBezTo>
                  <a:close/>
                  <a:moveTo>
                    <a:pt x="6183" y="3663"/>
                  </a:moveTo>
                  <a:cubicBezTo>
                    <a:pt x="6110" y="4132"/>
                    <a:pt x="5929" y="4566"/>
                    <a:pt x="5665" y="4938"/>
                  </a:cubicBezTo>
                  <a:lnTo>
                    <a:pt x="4390" y="3663"/>
                  </a:lnTo>
                  <a:close/>
                  <a:moveTo>
                    <a:pt x="2703" y="4363"/>
                  </a:moveTo>
                  <a:lnTo>
                    <a:pt x="2703" y="6178"/>
                  </a:lnTo>
                  <a:cubicBezTo>
                    <a:pt x="2231" y="6100"/>
                    <a:pt x="1796" y="5912"/>
                    <a:pt x="1424" y="5642"/>
                  </a:cubicBezTo>
                  <a:lnTo>
                    <a:pt x="2703" y="4363"/>
                  </a:lnTo>
                  <a:close/>
                  <a:moveTo>
                    <a:pt x="3691" y="4363"/>
                  </a:moveTo>
                  <a:lnTo>
                    <a:pt x="4971" y="5642"/>
                  </a:lnTo>
                  <a:cubicBezTo>
                    <a:pt x="4599" y="5912"/>
                    <a:pt x="4163" y="6100"/>
                    <a:pt x="3691" y="6178"/>
                  </a:cubicBezTo>
                  <a:lnTo>
                    <a:pt x="3691" y="4363"/>
                  </a:lnTo>
                  <a:close/>
                  <a:moveTo>
                    <a:pt x="3197" y="1"/>
                  </a:moveTo>
                  <a:cubicBezTo>
                    <a:pt x="1435" y="1"/>
                    <a:pt x="1" y="1434"/>
                    <a:pt x="1" y="3197"/>
                  </a:cubicBezTo>
                  <a:cubicBezTo>
                    <a:pt x="1" y="4958"/>
                    <a:pt x="1435" y="6391"/>
                    <a:pt x="3197" y="6391"/>
                  </a:cubicBezTo>
                  <a:cubicBezTo>
                    <a:pt x="4959" y="6391"/>
                    <a:pt x="6393" y="4958"/>
                    <a:pt x="6393" y="3197"/>
                  </a:cubicBezTo>
                  <a:cubicBezTo>
                    <a:pt x="6393" y="1434"/>
                    <a:pt x="4959" y="1"/>
                    <a:pt x="3197" y="1"/>
                  </a:cubicBezTo>
                  <a:close/>
                </a:path>
              </a:pathLst>
            </a:custGeom>
            <a:solidFill>
              <a:srgbClr val="DFDFD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24" name="Google Shape;724;p50"/>
            <p:cNvSpPr/>
            <p:nvPr/>
          </p:nvSpPr>
          <p:spPr>
            <a:xfrm>
              <a:off x="2177442" y="4026399"/>
              <a:ext cx="629820" cy="573818"/>
            </a:xfrm>
            <a:custGeom>
              <a:avLst/>
              <a:gdLst/>
              <a:ahLst/>
              <a:cxnLst/>
              <a:rect l="l" t="t" r="r" b="b"/>
              <a:pathLst>
                <a:path w="9357" h="8525" extrusionOk="0">
                  <a:moveTo>
                    <a:pt x="4679" y="0"/>
                  </a:moveTo>
                  <a:cubicBezTo>
                    <a:pt x="3588" y="0"/>
                    <a:pt x="2498" y="417"/>
                    <a:pt x="1666" y="1249"/>
                  </a:cubicBezTo>
                  <a:cubicBezTo>
                    <a:pt x="1" y="2913"/>
                    <a:pt x="1" y="5611"/>
                    <a:pt x="1666" y="7276"/>
                  </a:cubicBezTo>
                  <a:cubicBezTo>
                    <a:pt x="2498" y="8108"/>
                    <a:pt x="3588" y="8524"/>
                    <a:pt x="4679" y="8524"/>
                  </a:cubicBezTo>
                  <a:cubicBezTo>
                    <a:pt x="5770" y="8524"/>
                    <a:pt x="6860" y="8108"/>
                    <a:pt x="7693" y="7276"/>
                  </a:cubicBezTo>
                  <a:cubicBezTo>
                    <a:pt x="9357" y="5611"/>
                    <a:pt x="9357" y="2913"/>
                    <a:pt x="7693" y="1249"/>
                  </a:cubicBezTo>
                  <a:cubicBezTo>
                    <a:pt x="6860" y="417"/>
                    <a:pt x="5770" y="0"/>
                    <a:pt x="4679" y="0"/>
                  </a:cubicBezTo>
                  <a:close/>
                </a:path>
              </a:pathLst>
            </a:custGeom>
            <a:gradFill>
              <a:gsLst>
                <a:gs pos="0">
                  <a:schemeClr val="lt1"/>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25" name="Google Shape;725;p50"/>
            <p:cNvSpPr/>
            <p:nvPr/>
          </p:nvSpPr>
          <p:spPr>
            <a:xfrm>
              <a:off x="2277331" y="4098152"/>
              <a:ext cx="430313" cy="430246"/>
            </a:xfrm>
            <a:custGeom>
              <a:avLst/>
              <a:gdLst/>
              <a:ahLst/>
              <a:cxnLst/>
              <a:rect l="l" t="t" r="r" b="b"/>
              <a:pathLst>
                <a:path w="6393" h="6392" extrusionOk="0">
                  <a:moveTo>
                    <a:pt x="2704" y="214"/>
                  </a:moveTo>
                  <a:lnTo>
                    <a:pt x="2704" y="1977"/>
                  </a:lnTo>
                  <a:lnTo>
                    <a:pt x="1455" y="729"/>
                  </a:lnTo>
                  <a:cubicBezTo>
                    <a:pt x="1820" y="470"/>
                    <a:pt x="2244" y="291"/>
                    <a:pt x="2704" y="214"/>
                  </a:cubicBezTo>
                  <a:close/>
                  <a:moveTo>
                    <a:pt x="3692" y="214"/>
                  </a:moveTo>
                  <a:cubicBezTo>
                    <a:pt x="4151" y="291"/>
                    <a:pt x="4575" y="470"/>
                    <a:pt x="4940" y="729"/>
                  </a:cubicBezTo>
                  <a:lnTo>
                    <a:pt x="3692" y="1977"/>
                  </a:lnTo>
                  <a:lnTo>
                    <a:pt x="3692" y="214"/>
                  </a:lnTo>
                  <a:close/>
                  <a:moveTo>
                    <a:pt x="752" y="1423"/>
                  </a:moveTo>
                  <a:lnTo>
                    <a:pt x="2005" y="2675"/>
                  </a:lnTo>
                  <a:lnTo>
                    <a:pt x="220" y="2675"/>
                  </a:lnTo>
                  <a:cubicBezTo>
                    <a:pt x="301" y="2213"/>
                    <a:pt x="487" y="1788"/>
                    <a:pt x="752" y="1423"/>
                  </a:cubicBezTo>
                  <a:close/>
                  <a:moveTo>
                    <a:pt x="5642" y="1423"/>
                  </a:moveTo>
                  <a:cubicBezTo>
                    <a:pt x="5908" y="1788"/>
                    <a:pt x="6094" y="2213"/>
                    <a:pt x="6175" y="2675"/>
                  </a:cubicBezTo>
                  <a:lnTo>
                    <a:pt x="4390" y="2675"/>
                  </a:lnTo>
                  <a:lnTo>
                    <a:pt x="5642" y="1423"/>
                  </a:lnTo>
                  <a:close/>
                  <a:moveTo>
                    <a:pt x="3197" y="2812"/>
                  </a:moveTo>
                  <a:cubicBezTo>
                    <a:pt x="2986" y="2812"/>
                    <a:pt x="2814" y="2985"/>
                    <a:pt x="2814" y="3197"/>
                  </a:cubicBezTo>
                  <a:cubicBezTo>
                    <a:pt x="2814" y="3407"/>
                    <a:pt x="2986" y="3580"/>
                    <a:pt x="3197" y="3580"/>
                  </a:cubicBezTo>
                  <a:cubicBezTo>
                    <a:pt x="3409" y="3580"/>
                    <a:pt x="3581" y="3407"/>
                    <a:pt x="3581" y="3197"/>
                  </a:cubicBezTo>
                  <a:cubicBezTo>
                    <a:pt x="3581" y="2985"/>
                    <a:pt x="3409" y="2812"/>
                    <a:pt x="3197" y="2812"/>
                  </a:cubicBezTo>
                  <a:close/>
                  <a:moveTo>
                    <a:pt x="3197" y="2258"/>
                  </a:moveTo>
                  <a:cubicBezTo>
                    <a:pt x="3716" y="2258"/>
                    <a:pt x="4135" y="2678"/>
                    <a:pt x="4135" y="3197"/>
                  </a:cubicBezTo>
                  <a:cubicBezTo>
                    <a:pt x="4135" y="3714"/>
                    <a:pt x="3716" y="4134"/>
                    <a:pt x="3197" y="4134"/>
                  </a:cubicBezTo>
                  <a:cubicBezTo>
                    <a:pt x="2679" y="4134"/>
                    <a:pt x="2258" y="3714"/>
                    <a:pt x="2258" y="3197"/>
                  </a:cubicBezTo>
                  <a:cubicBezTo>
                    <a:pt x="2258" y="2678"/>
                    <a:pt x="2679" y="2258"/>
                    <a:pt x="3197" y="2258"/>
                  </a:cubicBezTo>
                  <a:close/>
                  <a:moveTo>
                    <a:pt x="2005" y="3663"/>
                  </a:moveTo>
                  <a:lnTo>
                    <a:pt x="730" y="4938"/>
                  </a:lnTo>
                  <a:cubicBezTo>
                    <a:pt x="466" y="4566"/>
                    <a:pt x="285" y="4132"/>
                    <a:pt x="212" y="3663"/>
                  </a:cubicBezTo>
                  <a:close/>
                  <a:moveTo>
                    <a:pt x="6183" y="3663"/>
                  </a:moveTo>
                  <a:cubicBezTo>
                    <a:pt x="6110" y="4132"/>
                    <a:pt x="5929" y="4566"/>
                    <a:pt x="5665" y="4938"/>
                  </a:cubicBezTo>
                  <a:lnTo>
                    <a:pt x="4390" y="3663"/>
                  </a:lnTo>
                  <a:close/>
                  <a:moveTo>
                    <a:pt x="2704" y="4363"/>
                  </a:moveTo>
                  <a:lnTo>
                    <a:pt x="2704" y="6178"/>
                  </a:lnTo>
                  <a:cubicBezTo>
                    <a:pt x="2231" y="6100"/>
                    <a:pt x="1796" y="5912"/>
                    <a:pt x="1424" y="5642"/>
                  </a:cubicBezTo>
                  <a:lnTo>
                    <a:pt x="2704" y="4363"/>
                  </a:lnTo>
                  <a:close/>
                  <a:moveTo>
                    <a:pt x="3692" y="4363"/>
                  </a:moveTo>
                  <a:lnTo>
                    <a:pt x="4971" y="5642"/>
                  </a:lnTo>
                  <a:cubicBezTo>
                    <a:pt x="4599" y="5912"/>
                    <a:pt x="4164" y="6100"/>
                    <a:pt x="3692" y="6178"/>
                  </a:cubicBezTo>
                  <a:lnTo>
                    <a:pt x="3692" y="4363"/>
                  </a:lnTo>
                  <a:close/>
                  <a:moveTo>
                    <a:pt x="3197" y="1"/>
                  </a:moveTo>
                  <a:cubicBezTo>
                    <a:pt x="1436" y="1"/>
                    <a:pt x="1" y="1434"/>
                    <a:pt x="1" y="3197"/>
                  </a:cubicBezTo>
                  <a:cubicBezTo>
                    <a:pt x="1" y="4958"/>
                    <a:pt x="1436" y="6391"/>
                    <a:pt x="3197" y="6391"/>
                  </a:cubicBezTo>
                  <a:cubicBezTo>
                    <a:pt x="4959" y="6391"/>
                    <a:pt x="6393" y="4958"/>
                    <a:pt x="6393" y="3197"/>
                  </a:cubicBezTo>
                  <a:cubicBezTo>
                    <a:pt x="6393" y="1434"/>
                    <a:pt x="4959" y="1"/>
                    <a:pt x="3197" y="1"/>
                  </a:cubicBezTo>
                  <a:close/>
                </a:path>
              </a:pathLst>
            </a:custGeom>
            <a:solidFill>
              <a:srgbClr val="DFDFD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26" name="Google Shape;726;p50"/>
            <p:cNvSpPr/>
            <p:nvPr/>
          </p:nvSpPr>
          <p:spPr>
            <a:xfrm>
              <a:off x="2220925" y="3040295"/>
              <a:ext cx="268567" cy="395110"/>
            </a:xfrm>
            <a:custGeom>
              <a:avLst/>
              <a:gdLst/>
              <a:ahLst/>
              <a:cxnLst/>
              <a:rect l="l" t="t" r="r" b="b"/>
              <a:pathLst>
                <a:path w="3990" h="5870" extrusionOk="0">
                  <a:moveTo>
                    <a:pt x="3811" y="1"/>
                  </a:moveTo>
                  <a:cubicBezTo>
                    <a:pt x="1670" y="1864"/>
                    <a:pt x="558" y="3984"/>
                    <a:pt x="1" y="5869"/>
                  </a:cubicBezTo>
                  <a:lnTo>
                    <a:pt x="624" y="5573"/>
                  </a:lnTo>
                  <a:cubicBezTo>
                    <a:pt x="1188" y="5304"/>
                    <a:pt x="1674" y="4898"/>
                    <a:pt x="2040" y="4392"/>
                  </a:cubicBezTo>
                  <a:lnTo>
                    <a:pt x="3164" y="2836"/>
                  </a:lnTo>
                  <a:cubicBezTo>
                    <a:pt x="3755" y="2018"/>
                    <a:pt x="3990" y="994"/>
                    <a:pt x="381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27" name="Google Shape;727;p50"/>
            <p:cNvSpPr/>
            <p:nvPr/>
          </p:nvSpPr>
          <p:spPr>
            <a:xfrm>
              <a:off x="713225" y="4582521"/>
              <a:ext cx="5046298" cy="35203"/>
            </a:xfrm>
            <a:custGeom>
              <a:avLst/>
              <a:gdLst/>
              <a:ahLst/>
              <a:cxnLst/>
              <a:rect l="l" t="t" r="r" b="b"/>
              <a:pathLst>
                <a:path w="74971" h="523" extrusionOk="0">
                  <a:moveTo>
                    <a:pt x="262" y="1"/>
                  </a:moveTo>
                  <a:cubicBezTo>
                    <a:pt x="118" y="1"/>
                    <a:pt x="0" y="118"/>
                    <a:pt x="0" y="262"/>
                  </a:cubicBezTo>
                  <a:cubicBezTo>
                    <a:pt x="0" y="407"/>
                    <a:pt x="118" y="522"/>
                    <a:pt x="262" y="522"/>
                  </a:cubicBezTo>
                  <a:lnTo>
                    <a:pt x="74709" y="522"/>
                  </a:lnTo>
                  <a:cubicBezTo>
                    <a:pt x="74854" y="522"/>
                    <a:pt x="74971" y="407"/>
                    <a:pt x="74971" y="262"/>
                  </a:cubicBezTo>
                  <a:cubicBezTo>
                    <a:pt x="74971" y="118"/>
                    <a:pt x="74854" y="1"/>
                    <a:pt x="7470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28" name="Google Shape;728;p50"/>
            <p:cNvSpPr/>
            <p:nvPr/>
          </p:nvSpPr>
          <p:spPr>
            <a:xfrm>
              <a:off x="2605136" y="3533885"/>
              <a:ext cx="2346965" cy="844808"/>
            </a:xfrm>
            <a:custGeom>
              <a:avLst/>
              <a:gdLst/>
              <a:ahLst/>
              <a:cxnLst/>
              <a:rect l="l" t="t" r="r" b="b"/>
              <a:pathLst>
                <a:path w="34868" h="12551" extrusionOk="0">
                  <a:moveTo>
                    <a:pt x="0" y="1"/>
                  </a:moveTo>
                  <a:cubicBezTo>
                    <a:pt x="6310" y="6464"/>
                    <a:pt x="5441" y="8785"/>
                    <a:pt x="5441" y="8785"/>
                  </a:cubicBezTo>
                  <a:lnTo>
                    <a:pt x="33794" y="10942"/>
                  </a:lnTo>
                  <a:cubicBezTo>
                    <a:pt x="33249" y="8390"/>
                    <a:pt x="34868" y="3915"/>
                    <a:pt x="34868" y="3915"/>
                  </a:cubicBezTo>
                  <a:cubicBezTo>
                    <a:pt x="17659" y="1253"/>
                    <a:pt x="1" y="1"/>
                    <a:pt x="0" y="1"/>
                  </a:cubicBezTo>
                  <a:close/>
                  <a:moveTo>
                    <a:pt x="3405" y="9441"/>
                  </a:moveTo>
                  <a:lnTo>
                    <a:pt x="3405" y="9441"/>
                  </a:lnTo>
                  <a:cubicBezTo>
                    <a:pt x="3548" y="9919"/>
                    <a:pt x="3626" y="10424"/>
                    <a:pt x="3626" y="10948"/>
                  </a:cubicBezTo>
                  <a:cubicBezTo>
                    <a:pt x="3626" y="11221"/>
                    <a:pt x="3605" y="11488"/>
                    <a:pt x="3565" y="11751"/>
                  </a:cubicBezTo>
                  <a:lnTo>
                    <a:pt x="34058" y="12551"/>
                  </a:lnTo>
                  <a:cubicBezTo>
                    <a:pt x="33975" y="12295"/>
                    <a:pt x="33912" y="12031"/>
                    <a:pt x="33870" y="11758"/>
                  </a:cubicBezTo>
                  <a:cubicBezTo>
                    <a:pt x="25641" y="11618"/>
                    <a:pt x="17409" y="11441"/>
                    <a:pt x="9199" y="10866"/>
                  </a:cubicBezTo>
                  <a:cubicBezTo>
                    <a:pt x="8037" y="10785"/>
                    <a:pt x="6864" y="10685"/>
                    <a:pt x="5736" y="10384"/>
                  </a:cubicBezTo>
                  <a:cubicBezTo>
                    <a:pt x="4914" y="10163"/>
                    <a:pt x="4173" y="9795"/>
                    <a:pt x="3405" y="944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29" name="Google Shape;729;p50"/>
            <p:cNvSpPr/>
            <p:nvPr/>
          </p:nvSpPr>
          <p:spPr>
            <a:xfrm>
              <a:off x="2603992" y="2972513"/>
              <a:ext cx="2585512" cy="1303727"/>
            </a:xfrm>
            <a:custGeom>
              <a:avLst/>
              <a:gdLst/>
              <a:ahLst/>
              <a:cxnLst/>
              <a:rect l="l" t="t" r="r" b="b"/>
              <a:pathLst>
                <a:path w="38412" h="19369" extrusionOk="0">
                  <a:moveTo>
                    <a:pt x="12844" y="1662"/>
                  </a:moveTo>
                  <a:cubicBezTo>
                    <a:pt x="13608" y="1662"/>
                    <a:pt x="14368" y="1678"/>
                    <a:pt x="15115" y="1712"/>
                  </a:cubicBezTo>
                  <a:lnTo>
                    <a:pt x="15115" y="6912"/>
                  </a:lnTo>
                  <a:cubicBezTo>
                    <a:pt x="10286" y="6379"/>
                    <a:pt x="6533" y="6112"/>
                    <a:pt x="3880" y="6112"/>
                  </a:cubicBezTo>
                  <a:cubicBezTo>
                    <a:pt x="3454" y="6112"/>
                    <a:pt x="3055" y="6119"/>
                    <a:pt x="2685" y="6133"/>
                  </a:cubicBezTo>
                  <a:cubicBezTo>
                    <a:pt x="2815" y="5374"/>
                    <a:pt x="3554" y="2400"/>
                    <a:pt x="7256" y="1970"/>
                  </a:cubicBezTo>
                  <a:cubicBezTo>
                    <a:pt x="9027" y="1765"/>
                    <a:pt x="10945" y="1662"/>
                    <a:pt x="12844" y="1662"/>
                  </a:cubicBezTo>
                  <a:close/>
                  <a:moveTo>
                    <a:pt x="3633" y="7354"/>
                  </a:moveTo>
                  <a:cubicBezTo>
                    <a:pt x="3612" y="7354"/>
                    <a:pt x="3595" y="7371"/>
                    <a:pt x="3593" y="7392"/>
                  </a:cubicBezTo>
                  <a:lnTo>
                    <a:pt x="3571" y="8171"/>
                  </a:lnTo>
                  <a:cubicBezTo>
                    <a:pt x="3569" y="8192"/>
                    <a:pt x="3586" y="8209"/>
                    <a:pt x="3608" y="8211"/>
                  </a:cubicBezTo>
                  <a:lnTo>
                    <a:pt x="6231" y="8290"/>
                  </a:lnTo>
                  <a:cubicBezTo>
                    <a:pt x="6232" y="8290"/>
                    <a:pt x="6233" y="8290"/>
                    <a:pt x="6233" y="8290"/>
                  </a:cubicBezTo>
                  <a:cubicBezTo>
                    <a:pt x="6253" y="8290"/>
                    <a:pt x="6269" y="8273"/>
                    <a:pt x="6271" y="8253"/>
                  </a:cubicBezTo>
                  <a:lnTo>
                    <a:pt x="6293" y="7473"/>
                  </a:lnTo>
                  <a:cubicBezTo>
                    <a:pt x="6295" y="7453"/>
                    <a:pt x="6278" y="7435"/>
                    <a:pt x="6256" y="7435"/>
                  </a:cubicBezTo>
                  <a:lnTo>
                    <a:pt x="3633" y="7354"/>
                  </a:lnTo>
                  <a:close/>
                  <a:moveTo>
                    <a:pt x="16627" y="1803"/>
                  </a:moveTo>
                  <a:cubicBezTo>
                    <a:pt x="17923" y="1904"/>
                    <a:pt x="19152" y="2059"/>
                    <a:pt x="20251" y="2267"/>
                  </a:cubicBezTo>
                  <a:cubicBezTo>
                    <a:pt x="23908" y="2958"/>
                    <a:pt x="28800" y="5033"/>
                    <a:pt x="28800" y="5033"/>
                  </a:cubicBezTo>
                  <a:lnTo>
                    <a:pt x="28800" y="8711"/>
                  </a:lnTo>
                  <a:cubicBezTo>
                    <a:pt x="26588" y="8385"/>
                    <a:pt x="24144" y="8037"/>
                    <a:pt x="21643" y="7707"/>
                  </a:cubicBezTo>
                  <a:cubicBezTo>
                    <a:pt x="20131" y="7510"/>
                    <a:pt x="18694" y="7329"/>
                    <a:pt x="17331" y="7166"/>
                  </a:cubicBezTo>
                  <a:lnTo>
                    <a:pt x="16627" y="1803"/>
                  </a:lnTo>
                  <a:close/>
                  <a:moveTo>
                    <a:pt x="17378" y="8636"/>
                  </a:moveTo>
                  <a:cubicBezTo>
                    <a:pt x="17343" y="8636"/>
                    <a:pt x="17312" y="8661"/>
                    <a:pt x="17307" y="8698"/>
                  </a:cubicBezTo>
                  <a:lnTo>
                    <a:pt x="17218" y="9406"/>
                  </a:lnTo>
                  <a:cubicBezTo>
                    <a:pt x="17214" y="9446"/>
                    <a:pt x="17240" y="9481"/>
                    <a:pt x="17280" y="9486"/>
                  </a:cubicBezTo>
                  <a:lnTo>
                    <a:pt x="19819" y="9804"/>
                  </a:lnTo>
                  <a:cubicBezTo>
                    <a:pt x="19822" y="9804"/>
                    <a:pt x="19825" y="9804"/>
                    <a:pt x="19829" y="9804"/>
                  </a:cubicBezTo>
                  <a:cubicBezTo>
                    <a:pt x="19864" y="9804"/>
                    <a:pt x="19894" y="9778"/>
                    <a:pt x="19899" y="9741"/>
                  </a:cubicBezTo>
                  <a:lnTo>
                    <a:pt x="19987" y="9033"/>
                  </a:lnTo>
                  <a:cubicBezTo>
                    <a:pt x="19993" y="8994"/>
                    <a:pt x="19964" y="8958"/>
                    <a:pt x="19926" y="8954"/>
                  </a:cubicBezTo>
                  <a:lnTo>
                    <a:pt x="17386" y="8636"/>
                  </a:lnTo>
                  <a:cubicBezTo>
                    <a:pt x="17383" y="8636"/>
                    <a:pt x="17381" y="8636"/>
                    <a:pt x="17378" y="8636"/>
                  </a:cubicBezTo>
                  <a:close/>
                  <a:moveTo>
                    <a:pt x="31952" y="5488"/>
                  </a:moveTo>
                  <a:cubicBezTo>
                    <a:pt x="35794" y="7542"/>
                    <a:pt x="37750" y="9487"/>
                    <a:pt x="38064" y="9814"/>
                  </a:cubicBezTo>
                  <a:lnTo>
                    <a:pt x="38064" y="10164"/>
                  </a:lnTo>
                  <a:cubicBezTo>
                    <a:pt x="37391" y="10052"/>
                    <a:pt x="35098" y="9672"/>
                    <a:pt x="31952" y="9187"/>
                  </a:cubicBezTo>
                  <a:lnTo>
                    <a:pt x="31952" y="5488"/>
                  </a:lnTo>
                  <a:close/>
                  <a:moveTo>
                    <a:pt x="3840" y="6462"/>
                  </a:moveTo>
                  <a:cubicBezTo>
                    <a:pt x="7006" y="6462"/>
                    <a:pt x="11482" y="6849"/>
                    <a:pt x="16161" y="7385"/>
                  </a:cubicBezTo>
                  <a:lnTo>
                    <a:pt x="16148" y="18518"/>
                  </a:lnTo>
                  <a:cubicBezTo>
                    <a:pt x="11869" y="18160"/>
                    <a:pt x="6830" y="16744"/>
                    <a:pt x="3366" y="12595"/>
                  </a:cubicBezTo>
                  <a:cubicBezTo>
                    <a:pt x="1210" y="10013"/>
                    <a:pt x="547" y="7402"/>
                    <a:pt x="406" y="6732"/>
                  </a:cubicBezTo>
                  <a:cubicBezTo>
                    <a:pt x="1200" y="6544"/>
                    <a:pt x="2381" y="6462"/>
                    <a:pt x="3840" y="6462"/>
                  </a:cubicBezTo>
                  <a:close/>
                  <a:moveTo>
                    <a:pt x="16334" y="7405"/>
                  </a:moveTo>
                  <a:cubicBezTo>
                    <a:pt x="22586" y="8124"/>
                    <a:pt x="29176" y="9104"/>
                    <a:pt x="33469" y="9775"/>
                  </a:cubicBezTo>
                  <a:cubicBezTo>
                    <a:pt x="33686" y="15856"/>
                    <a:pt x="32253" y="18211"/>
                    <a:pt x="31623" y="18944"/>
                  </a:cubicBezTo>
                  <a:cubicBezTo>
                    <a:pt x="31482" y="19108"/>
                    <a:pt x="31277" y="19195"/>
                    <a:pt x="31060" y="19195"/>
                  </a:cubicBezTo>
                  <a:cubicBezTo>
                    <a:pt x="31051" y="19195"/>
                    <a:pt x="31043" y="19195"/>
                    <a:pt x="31035" y="19195"/>
                  </a:cubicBezTo>
                  <a:lnTo>
                    <a:pt x="18603" y="18618"/>
                  </a:lnTo>
                  <a:cubicBezTo>
                    <a:pt x="17879" y="18618"/>
                    <a:pt x="17115" y="18593"/>
                    <a:pt x="16322" y="18532"/>
                  </a:cubicBezTo>
                  <a:lnTo>
                    <a:pt x="16334" y="7405"/>
                  </a:lnTo>
                  <a:close/>
                  <a:moveTo>
                    <a:pt x="11164" y="1"/>
                  </a:moveTo>
                  <a:cubicBezTo>
                    <a:pt x="6889" y="1"/>
                    <a:pt x="3779" y="904"/>
                    <a:pt x="1889" y="2701"/>
                  </a:cubicBezTo>
                  <a:cubicBezTo>
                    <a:pt x="0" y="4499"/>
                    <a:pt x="109" y="6509"/>
                    <a:pt x="115" y="6594"/>
                  </a:cubicBezTo>
                  <a:lnTo>
                    <a:pt x="129" y="6801"/>
                  </a:lnTo>
                  <a:lnTo>
                    <a:pt x="238" y="6775"/>
                  </a:lnTo>
                  <a:cubicBezTo>
                    <a:pt x="386" y="7471"/>
                    <a:pt x="1060" y="10102"/>
                    <a:pt x="3226" y="12698"/>
                  </a:cubicBezTo>
                  <a:cubicBezTo>
                    <a:pt x="7427" y="17735"/>
                    <a:pt x="13906" y="18792"/>
                    <a:pt x="18599" y="18792"/>
                  </a:cubicBezTo>
                  <a:lnTo>
                    <a:pt x="31027" y="19367"/>
                  </a:lnTo>
                  <a:cubicBezTo>
                    <a:pt x="31042" y="19369"/>
                    <a:pt x="31057" y="19369"/>
                    <a:pt x="31071" y="19369"/>
                  </a:cubicBezTo>
                  <a:cubicBezTo>
                    <a:pt x="31337" y="19369"/>
                    <a:pt x="31584" y="19257"/>
                    <a:pt x="31754" y="19058"/>
                  </a:cubicBezTo>
                  <a:cubicBezTo>
                    <a:pt x="32397" y="18310"/>
                    <a:pt x="33856" y="15920"/>
                    <a:pt x="33644" y="9804"/>
                  </a:cubicBezTo>
                  <a:lnTo>
                    <a:pt x="33644" y="9804"/>
                  </a:lnTo>
                  <a:cubicBezTo>
                    <a:pt x="36376" y="10232"/>
                    <a:pt x="38134" y="10529"/>
                    <a:pt x="38208" y="10541"/>
                  </a:cubicBezTo>
                  <a:lnTo>
                    <a:pt x="38411" y="10575"/>
                  </a:lnTo>
                  <a:lnTo>
                    <a:pt x="38411" y="9678"/>
                  </a:lnTo>
                  <a:lnTo>
                    <a:pt x="38366" y="9628"/>
                  </a:lnTo>
                  <a:cubicBezTo>
                    <a:pt x="38297" y="9551"/>
                    <a:pt x="36626" y="7722"/>
                    <a:pt x="32979" y="5641"/>
                  </a:cubicBezTo>
                  <a:cubicBezTo>
                    <a:pt x="29621" y="3724"/>
                    <a:pt x="23891" y="1238"/>
                    <a:pt x="15659" y="283"/>
                  </a:cubicBezTo>
                  <a:cubicBezTo>
                    <a:pt x="14041" y="94"/>
                    <a:pt x="12542" y="1"/>
                    <a:pt x="111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30" name="Google Shape;730;p50"/>
            <p:cNvSpPr/>
            <p:nvPr/>
          </p:nvSpPr>
          <p:spPr>
            <a:xfrm>
              <a:off x="4512327" y="3458161"/>
              <a:ext cx="144245" cy="200920"/>
            </a:xfrm>
            <a:custGeom>
              <a:avLst/>
              <a:gdLst/>
              <a:ahLst/>
              <a:cxnLst/>
              <a:rect l="l" t="t" r="r" b="b"/>
              <a:pathLst>
                <a:path w="2143" h="2985" extrusionOk="0">
                  <a:moveTo>
                    <a:pt x="1" y="1"/>
                  </a:moveTo>
                  <a:lnTo>
                    <a:pt x="1" y="2658"/>
                  </a:lnTo>
                  <a:lnTo>
                    <a:pt x="145" y="2658"/>
                  </a:lnTo>
                  <a:cubicBezTo>
                    <a:pt x="318" y="2791"/>
                    <a:pt x="626" y="2984"/>
                    <a:pt x="962" y="2984"/>
                  </a:cubicBezTo>
                  <a:cubicBezTo>
                    <a:pt x="1152" y="2984"/>
                    <a:pt x="1350" y="2922"/>
                    <a:pt x="1539" y="2753"/>
                  </a:cubicBezTo>
                  <a:cubicBezTo>
                    <a:pt x="1574" y="2720"/>
                    <a:pt x="1605" y="2685"/>
                    <a:pt x="1633" y="2647"/>
                  </a:cubicBezTo>
                  <a:cubicBezTo>
                    <a:pt x="1669" y="2630"/>
                    <a:pt x="1693" y="2594"/>
                    <a:pt x="1694" y="2553"/>
                  </a:cubicBezTo>
                  <a:cubicBezTo>
                    <a:pt x="2142" y="1765"/>
                    <a:pt x="1694" y="1"/>
                    <a:pt x="1694" y="1"/>
                  </a:cubicBezTo>
                  <a:lnTo>
                    <a:pt x="1656" y="26"/>
                  </a:lnTo>
                  <a:cubicBezTo>
                    <a:pt x="1636" y="10"/>
                    <a:pt x="1612" y="1"/>
                    <a:pt x="158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31" name="Google Shape;731;p50"/>
            <p:cNvSpPr/>
            <p:nvPr/>
          </p:nvSpPr>
          <p:spPr>
            <a:xfrm>
              <a:off x="2634214" y="3190600"/>
              <a:ext cx="1275525" cy="281356"/>
            </a:xfrm>
            <a:custGeom>
              <a:avLst/>
              <a:gdLst/>
              <a:ahLst/>
              <a:cxnLst/>
              <a:rect l="l" t="t" r="r" b="b"/>
              <a:pathLst>
                <a:path w="18950" h="4180" extrusionOk="0">
                  <a:moveTo>
                    <a:pt x="1235" y="1"/>
                  </a:moveTo>
                  <a:cubicBezTo>
                    <a:pt x="1" y="1570"/>
                    <a:pt x="103" y="3109"/>
                    <a:pt x="103" y="3109"/>
                  </a:cubicBezTo>
                  <a:cubicBezTo>
                    <a:pt x="607" y="2982"/>
                    <a:pt x="1279" y="2899"/>
                    <a:pt x="2083" y="2855"/>
                  </a:cubicBezTo>
                  <a:lnTo>
                    <a:pt x="2083" y="1438"/>
                  </a:lnTo>
                  <a:cubicBezTo>
                    <a:pt x="2082" y="819"/>
                    <a:pt x="1739" y="281"/>
                    <a:pt x="1235" y="1"/>
                  </a:cubicBezTo>
                  <a:close/>
                  <a:moveTo>
                    <a:pt x="16376" y="72"/>
                  </a:moveTo>
                  <a:lnTo>
                    <a:pt x="16882" y="3926"/>
                  </a:lnTo>
                  <a:cubicBezTo>
                    <a:pt x="17553" y="4007"/>
                    <a:pt x="18242" y="4090"/>
                    <a:pt x="18950" y="4179"/>
                  </a:cubicBezTo>
                  <a:lnTo>
                    <a:pt x="18950" y="2705"/>
                  </a:lnTo>
                  <a:cubicBezTo>
                    <a:pt x="18950" y="1270"/>
                    <a:pt x="17804" y="104"/>
                    <a:pt x="16376" y="7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732" name="Google Shape;732;p50"/>
          <p:cNvSpPr/>
          <p:nvPr/>
        </p:nvSpPr>
        <p:spPr>
          <a:xfrm>
            <a:off x="253101" y="539500"/>
            <a:ext cx="1703925" cy="403750"/>
          </a:xfrm>
          <a:custGeom>
            <a:avLst/>
            <a:gdLst/>
            <a:ahLst/>
            <a:cxnLst/>
            <a:rect l="l" t="t" r="r" b="b"/>
            <a:pathLst>
              <a:path w="30587" h="7248" extrusionOk="0">
                <a:moveTo>
                  <a:pt x="15926" y="0"/>
                </a:moveTo>
                <a:cubicBezTo>
                  <a:pt x="13961" y="0"/>
                  <a:pt x="12266" y="6080"/>
                  <a:pt x="12266" y="6080"/>
                </a:cubicBezTo>
                <a:cubicBezTo>
                  <a:pt x="12266" y="6080"/>
                  <a:pt x="12617" y="3734"/>
                  <a:pt x="10866" y="3624"/>
                </a:cubicBezTo>
                <a:cubicBezTo>
                  <a:pt x="10828" y="3621"/>
                  <a:pt x="10789" y="3620"/>
                  <a:pt x="10751" y="3620"/>
                </a:cubicBezTo>
                <a:cubicBezTo>
                  <a:pt x="9060" y="3620"/>
                  <a:pt x="7833" y="5963"/>
                  <a:pt x="7833" y="5963"/>
                </a:cubicBezTo>
                <a:lnTo>
                  <a:pt x="1" y="7248"/>
                </a:lnTo>
                <a:lnTo>
                  <a:pt x="30587" y="7248"/>
                </a:lnTo>
                <a:cubicBezTo>
                  <a:pt x="30587" y="7248"/>
                  <a:pt x="23118" y="6780"/>
                  <a:pt x="22652" y="6080"/>
                </a:cubicBezTo>
                <a:cubicBezTo>
                  <a:pt x="22185" y="5381"/>
                  <a:pt x="21404" y="2579"/>
                  <a:pt x="19519" y="2346"/>
                </a:cubicBezTo>
                <a:cubicBezTo>
                  <a:pt x="19441" y="2336"/>
                  <a:pt x="19365" y="2332"/>
                  <a:pt x="19291" y="2332"/>
                </a:cubicBezTo>
                <a:cubicBezTo>
                  <a:pt x="18256" y="2332"/>
                  <a:pt x="17651" y="3241"/>
                  <a:pt x="17336" y="3955"/>
                </a:cubicBezTo>
                <a:lnTo>
                  <a:pt x="17336" y="3955"/>
                </a:lnTo>
                <a:cubicBezTo>
                  <a:pt x="17642" y="2843"/>
                  <a:pt x="17903" y="933"/>
                  <a:pt x="16414" y="130"/>
                </a:cubicBezTo>
                <a:cubicBezTo>
                  <a:pt x="16250" y="41"/>
                  <a:pt x="16087" y="0"/>
                  <a:pt x="1592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33" name="Google Shape;733;p50"/>
          <p:cNvSpPr/>
          <p:nvPr/>
        </p:nvSpPr>
        <p:spPr>
          <a:xfrm>
            <a:off x="6937875" y="4175525"/>
            <a:ext cx="1866036" cy="442200"/>
          </a:xfrm>
          <a:custGeom>
            <a:avLst/>
            <a:gdLst/>
            <a:ahLst/>
            <a:cxnLst/>
            <a:rect l="l" t="t" r="r" b="b"/>
            <a:pathLst>
              <a:path w="30587" h="7248" extrusionOk="0">
                <a:moveTo>
                  <a:pt x="15926" y="0"/>
                </a:moveTo>
                <a:cubicBezTo>
                  <a:pt x="13961" y="0"/>
                  <a:pt x="12266" y="6080"/>
                  <a:pt x="12266" y="6080"/>
                </a:cubicBezTo>
                <a:cubicBezTo>
                  <a:pt x="12266" y="6080"/>
                  <a:pt x="12617" y="3734"/>
                  <a:pt x="10866" y="3624"/>
                </a:cubicBezTo>
                <a:cubicBezTo>
                  <a:pt x="10828" y="3621"/>
                  <a:pt x="10789" y="3620"/>
                  <a:pt x="10751" y="3620"/>
                </a:cubicBezTo>
                <a:cubicBezTo>
                  <a:pt x="9060" y="3620"/>
                  <a:pt x="7833" y="5963"/>
                  <a:pt x="7833" y="5963"/>
                </a:cubicBezTo>
                <a:lnTo>
                  <a:pt x="1" y="7248"/>
                </a:lnTo>
                <a:lnTo>
                  <a:pt x="30587" y="7248"/>
                </a:lnTo>
                <a:cubicBezTo>
                  <a:pt x="30587" y="7248"/>
                  <a:pt x="23118" y="6780"/>
                  <a:pt x="22652" y="6080"/>
                </a:cubicBezTo>
                <a:cubicBezTo>
                  <a:pt x="22185" y="5381"/>
                  <a:pt x="21404" y="2579"/>
                  <a:pt x="19519" y="2346"/>
                </a:cubicBezTo>
                <a:cubicBezTo>
                  <a:pt x="19441" y="2336"/>
                  <a:pt x="19365" y="2332"/>
                  <a:pt x="19291" y="2332"/>
                </a:cubicBezTo>
                <a:cubicBezTo>
                  <a:pt x="18256" y="2332"/>
                  <a:pt x="17651" y="3241"/>
                  <a:pt x="17336" y="3955"/>
                </a:cubicBezTo>
                <a:lnTo>
                  <a:pt x="17336" y="3955"/>
                </a:lnTo>
                <a:cubicBezTo>
                  <a:pt x="17642" y="2843"/>
                  <a:pt x="17903" y="933"/>
                  <a:pt x="16414" y="130"/>
                </a:cubicBezTo>
                <a:cubicBezTo>
                  <a:pt x="16250" y="41"/>
                  <a:pt x="16087" y="0"/>
                  <a:pt x="1592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34" name="Google Shape;734;p50"/>
          <p:cNvSpPr/>
          <p:nvPr/>
        </p:nvSpPr>
        <p:spPr>
          <a:xfrm rot="10800000" flipH="1">
            <a:off x="6022732" y="548304"/>
            <a:ext cx="4080594" cy="897940"/>
          </a:xfrm>
          <a:custGeom>
            <a:avLst/>
            <a:gdLst/>
            <a:ahLst/>
            <a:cxnLst/>
            <a:rect l="l" t="t" r="r" b="b"/>
            <a:pathLst>
              <a:path w="53074" h="11679" extrusionOk="0">
                <a:moveTo>
                  <a:pt x="4423" y="398"/>
                </a:moveTo>
                <a:cubicBezTo>
                  <a:pt x="4545" y="398"/>
                  <a:pt x="4645" y="497"/>
                  <a:pt x="4645" y="618"/>
                </a:cubicBezTo>
                <a:lnTo>
                  <a:pt x="4645" y="1647"/>
                </a:lnTo>
                <a:cubicBezTo>
                  <a:pt x="4645" y="1770"/>
                  <a:pt x="4545" y="1869"/>
                  <a:pt x="4423" y="1869"/>
                </a:cubicBezTo>
                <a:cubicBezTo>
                  <a:pt x="4300" y="1869"/>
                  <a:pt x="4200" y="1770"/>
                  <a:pt x="4200" y="1647"/>
                </a:cubicBezTo>
                <a:lnTo>
                  <a:pt x="4200" y="618"/>
                </a:lnTo>
                <a:cubicBezTo>
                  <a:pt x="4200" y="497"/>
                  <a:pt x="4300" y="398"/>
                  <a:pt x="4423" y="398"/>
                </a:cubicBezTo>
                <a:close/>
                <a:moveTo>
                  <a:pt x="1463" y="446"/>
                </a:moveTo>
                <a:cubicBezTo>
                  <a:pt x="1585" y="446"/>
                  <a:pt x="1684" y="546"/>
                  <a:pt x="1684" y="668"/>
                </a:cubicBezTo>
                <a:lnTo>
                  <a:pt x="1684" y="1697"/>
                </a:lnTo>
                <a:cubicBezTo>
                  <a:pt x="1684" y="1820"/>
                  <a:pt x="1585" y="1919"/>
                  <a:pt x="1463" y="1919"/>
                </a:cubicBezTo>
                <a:cubicBezTo>
                  <a:pt x="1339" y="1919"/>
                  <a:pt x="1240" y="1820"/>
                  <a:pt x="1240" y="1697"/>
                </a:cubicBezTo>
                <a:lnTo>
                  <a:pt x="1240" y="668"/>
                </a:lnTo>
                <a:cubicBezTo>
                  <a:pt x="1240" y="546"/>
                  <a:pt x="1339" y="446"/>
                  <a:pt x="1463" y="446"/>
                </a:cubicBezTo>
                <a:close/>
                <a:moveTo>
                  <a:pt x="4249" y="1"/>
                </a:moveTo>
                <a:cubicBezTo>
                  <a:pt x="3923" y="1"/>
                  <a:pt x="3658" y="265"/>
                  <a:pt x="3658" y="591"/>
                </a:cubicBezTo>
                <a:lnTo>
                  <a:pt x="3658" y="3202"/>
                </a:lnTo>
                <a:lnTo>
                  <a:pt x="1981" y="3202"/>
                </a:lnTo>
                <a:lnTo>
                  <a:pt x="1981" y="673"/>
                </a:lnTo>
                <a:cubicBezTo>
                  <a:pt x="1981" y="510"/>
                  <a:pt x="1914" y="364"/>
                  <a:pt x="1808" y="257"/>
                </a:cubicBezTo>
                <a:cubicBezTo>
                  <a:pt x="1701" y="149"/>
                  <a:pt x="1552" y="81"/>
                  <a:pt x="1390" y="81"/>
                </a:cubicBezTo>
                <a:cubicBezTo>
                  <a:pt x="1065" y="81"/>
                  <a:pt x="799" y="348"/>
                  <a:pt x="799" y="672"/>
                </a:cubicBezTo>
                <a:lnTo>
                  <a:pt x="799" y="3202"/>
                </a:lnTo>
                <a:lnTo>
                  <a:pt x="734" y="3202"/>
                </a:lnTo>
                <a:cubicBezTo>
                  <a:pt x="330" y="3202"/>
                  <a:pt x="0" y="3533"/>
                  <a:pt x="0" y="3939"/>
                </a:cubicBezTo>
                <a:lnTo>
                  <a:pt x="0" y="7273"/>
                </a:lnTo>
                <a:cubicBezTo>
                  <a:pt x="0" y="7677"/>
                  <a:pt x="330" y="8008"/>
                  <a:pt x="734" y="8008"/>
                </a:cubicBezTo>
                <a:lnTo>
                  <a:pt x="1369" y="8008"/>
                </a:lnTo>
                <a:lnTo>
                  <a:pt x="1369" y="8946"/>
                </a:lnTo>
                <a:lnTo>
                  <a:pt x="2522" y="8946"/>
                </a:lnTo>
                <a:lnTo>
                  <a:pt x="2522" y="9290"/>
                </a:lnTo>
                <a:cubicBezTo>
                  <a:pt x="2522" y="10607"/>
                  <a:pt x="3593" y="11679"/>
                  <a:pt x="4911" y="11679"/>
                </a:cubicBezTo>
                <a:lnTo>
                  <a:pt x="50099" y="11679"/>
                </a:lnTo>
                <a:cubicBezTo>
                  <a:pt x="51739" y="11679"/>
                  <a:pt x="53073" y="10344"/>
                  <a:pt x="53073" y="8705"/>
                </a:cubicBezTo>
                <a:lnTo>
                  <a:pt x="53073" y="3031"/>
                </a:lnTo>
                <a:lnTo>
                  <a:pt x="52282" y="3031"/>
                </a:lnTo>
                <a:lnTo>
                  <a:pt x="52282" y="8705"/>
                </a:lnTo>
                <a:cubicBezTo>
                  <a:pt x="52282" y="9908"/>
                  <a:pt x="51302" y="10887"/>
                  <a:pt x="50099" y="10887"/>
                </a:cubicBezTo>
                <a:lnTo>
                  <a:pt x="4911" y="10887"/>
                </a:lnTo>
                <a:cubicBezTo>
                  <a:pt x="4030" y="10887"/>
                  <a:pt x="3313" y="10171"/>
                  <a:pt x="3313" y="9290"/>
                </a:cubicBezTo>
                <a:lnTo>
                  <a:pt x="3313" y="8948"/>
                </a:lnTo>
                <a:lnTo>
                  <a:pt x="4463" y="8948"/>
                </a:lnTo>
                <a:lnTo>
                  <a:pt x="4463" y="8009"/>
                </a:lnTo>
                <a:lnTo>
                  <a:pt x="4864" y="8009"/>
                </a:lnTo>
                <a:cubicBezTo>
                  <a:pt x="5270" y="8009"/>
                  <a:pt x="5600" y="7677"/>
                  <a:pt x="5600" y="7273"/>
                </a:cubicBezTo>
                <a:lnTo>
                  <a:pt x="5600" y="3939"/>
                </a:lnTo>
                <a:cubicBezTo>
                  <a:pt x="5600" y="3533"/>
                  <a:pt x="5270" y="3202"/>
                  <a:pt x="4864" y="3202"/>
                </a:cubicBezTo>
                <a:lnTo>
                  <a:pt x="4840" y="3202"/>
                </a:lnTo>
                <a:lnTo>
                  <a:pt x="4840" y="591"/>
                </a:lnTo>
                <a:cubicBezTo>
                  <a:pt x="4840" y="428"/>
                  <a:pt x="4774" y="281"/>
                  <a:pt x="4666" y="173"/>
                </a:cubicBezTo>
                <a:cubicBezTo>
                  <a:pt x="4560" y="66"/>
                  <a:pt x="4412" y="1"/>
                  <a:pt x="4249" y="1"/>
                </a:cubicBezTo>
                <a:close/>
              </a:path>
            </a:pathLst>
          </a:custGeom>
          <a:gradFill>
            <a:gsLst>
              <a:gs pos="0">
                <a:schemeClr val="lt1"/>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16421762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D6AEEED-631D-4B7A-9CD1-87E8B93D368D}"/>
              </a:ext>
            </a:extLst>
          </p:cNvPr>
          <p:cNvSpPr>
            <a:spLocks noGrp="1"/>
          </p:cNvSpPr>
          <p:nvPr>
            <p:ph type="subTitle" idx="1"/>
          </p:nvPr>
        </p:nvSpPr>
        <p:spPr>
          <a:xfrm>
            <a:off x="627321" y="871475"/>
            <a:ext cx="8080744" cy="573979"/>
          </a:xfrm>
        </p:spPr>
        <p:txBody>
          <a:bodyPr/>
          <a:lstStyle/>
          <a:p>
            <a:pPr algn="ctr"/>
            <a:r>
              <a:rPr lang="en-IN" sz="3200" dirty="0"/>
              <a:t>Research Gaps </a:t>
            </a:r>
          </a:p>
        </p:txBody>
      </p:sp>
      <p:sp>
        <p:nvSpPr>
          <p:cNvPr id="4" name="Text Placeholder 3">
            <a:extLst>
              <a:ext uri="{FF2B5EF4-FFF2-40B4-BE49-F238E27FC236}">
                <a16:creationId xmlns:a16="http://schemas.microsoft.com/office/drawing/2014/main" id="{FA6FDBB4-6570-4CC1-8A70-1402F80C52F5}"/>
              </a:ext>
            </a:extLst>
          </p:cNvPr>
          <p:cNvSpPr>
            <a:spLocks noGrp="1"/>
          </p:cNvSpPr>
          <p:nvPr>
            <p:ph type="body" idx="2"/>
          </p:nvPr>
        </p:nvSpPr>
        <p:spPr>
          <a:xfrm>
            <a:off x="712854" y="1805496"/>
            <a:ext cx="7995211" cy="2567088"/>
          </a:xfrm>
        </p:spPr>
        <p:txBody>
          <a:bodyPr/>
          <a:lstStyle/>
          <a:p>
            <a:pPr marL="482600" indent="-342900" algn="just">
              <a:lnSpc>
                <a:spcPct val="200000"/>
              </a:lnSpc>
              <a:buFont typeface="+mj-lt"/>
              <a:buAutoNum type="arabicPeriod"/>
            </a:pPr>
            <a:r>
              <a:rPr lang="en-US" dirty="0">
                <a:latin typeface="SF Pro Text" panose="00000500000000000000" pitchFamily="2" charset="0"/>
                <a:ea typeface="SF Pro Text" panose="00000500000000000000" pitchFamily="2" charset="0"/>
              </a:rPr>
              <a:t>Motor Selection and Torque Control</a:t>
            </a:r>
          </a:p>
          <a:p>
            <a:pPr marL="482600" indent="-342900" algn="just">
              <a:lnSpc>
                <a:spcPct val="200000"/>
              </a:lnSpc>
              <a:buFont typeface="+mj-lt"/>
              <a:buAutoNum type="arabicPeriod"/>
            </a:pPr>
            <a:r>
              <a:rPr lang="en-US" dirty="0">
                <a:latin typeface="SF Pro Text" panose="00000500000000000000" pitchFamily="2" charset="0"/>
                <a:ea typeface="SF Pro Text" panose="00000500000000000000" pitchFamily="2" charset="0"/>
              </a:rPr>
              <a:t>Transmission Systems and Regenerative Braking</a:t>
            </a:r>
          </a:p>
          <a:p>
            <a:pPr marL="482600" indent="-342900" algn="just">
              <a:lnSpc>
                <a:spcPct val="200000"/>
              </a:lnSpc>
              <a:buFont typeface="+mj-lt"/>
              <a:buAutoNum type="arabicPeriod"/>
            </a:pPr>
            <a:r>
              <a:rPr lang="en-US" dirty="0">
                <a:latin typeface="SF Pro Text" panose="00000500000000000000" pitchFamily="2" charset="0"/>
                <a:ea typeface="SF Pro Text" panose="00000500000000000000" pitchFamily="2" charset="0"/>
              </a:rPr>
              <a:t>Powertrain Efficiency Optimization through Simulation</a:t>
            </a:r>
          </a:p>
        </p:txBody>
      </p:sp>
    </p:spTree>
    <p:extLst>
      <p:ext uri="{BB962C8B-B14F-4D97-AF65-F5344CB8AC3E}">
        <p14:creationId xmlns:p14="http://schemas.microsoft.com/office/powerpoint/2010/main" val="323082254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131CDB-8B81-BBE2-073B-0F8D2993797B}"/>
              </a:ext>
            </a:extLst>
          </p:cNvPr>
          <p:cNvSpPr>
            <a:spLocks noGrp="1"/>
          </p:cNvSpPr>
          <p:nvPr>
            <p:ph type="title"/>
          </p:nvPr>
        </p:nvSpPr>
        <p:spPr>
          <a:xfrm>
            <a:off x="664958" y="156613"/>
            <a:ext cx="7765791" cy="576000"/>
          </a:xfrm>
        </p:spPr>
        <p:txBody>
          <a:bodyPr/>
          <a:lstStyle/>
          <a:p>
            <a:r>
              <a:rPr lang="en-US" sz="3200" dirty="0">
                <a:solidFill>
                  <a:schemeClr val="tx1"/>
                </a:solidFill>
              </a:rPr>
              <a:t>Research Objective</a:t>
            </a:r>
          </a:p>
        </p:txBody>
      </p:sp>
      <p:sp>
        <p:nvSpPr>
          <p:cNvPr id="7" name="Rectangle 3">
            <a:extLst>
              <a:ext uri="{FF2B5EF4-FFF2-40B4-BE49-F238E27FC236}">
                <a16:creationId xmlns:a16="http://schemas.microsoft.com/office/drawing/2014/main" id="{2D000C28-BD4F-8530-CFB8-A1A8CD615DCD}"/>
              </a:ext>
            </a:extLst>
          </p:cNvPr>
          <p:cNvSpPr txBox="1">
            <a:spLocks noChangeArrowheads="1"/>
          </p:cNvSpPr>
          <p:nvPr/>
        </p:nvSpPr>
        <p:spPr bwMode="auto">
          <a:xfrm>
            <a:off x="689105" y="917604"/>
            <a:ext cx="7765791" cy="37548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spcFirstLastPara="1" vert="horz" wrap="square" lIns="91440" tIns="45720" rIns="91440" bIns="45720" numCol="1" rtlCol="0" anchor="ctr" anchorCtr="0" compatLnSpc="1">
            <a:prstTxWarp prst="textNoShape">
              <a:avLst/>
            </a:prstTxWarp>
            <a:spAutoFit/>
          </a:bodyPr>
          <a:lstStyle>
            <a:lvl1pPr marL="457200" lvl="0" indent="-317500" algn="l" defTabSz="342900" rtl="0" eaLnBrk="1" latinLnBrk="0" hangingPunct="1">
              <a:lnSpc>
                <a:spcPct val="100000"/>
              </a:lnSpc>
              <a:spcBef>
                <a:spcPts val="0"/>
              </a:spcBef>
              <a:spcAft>
                <a:spcPts val="0"/>
              </a:spcAft>
              <a:buClr>
                <a:schemeClr val="tx2"/>
              </a:buClr>
              <a:buSzPts val="1400"/>
              <a:buFont typeface="Wingdings 2" charset="2"/>
              <a:buChar char="●"/>
              <a:defRPr sz="1400" i="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914400" lvl="1" indent="-317500" algn="l" defTabSz="342900" rtl="0" eaLnBrk="1" latinLnBrk="0" hangingPunct="1">
              <a:spcBef>
                <a:spcPts val="0"/>
              </a:spcBef>
              <a:spcAft>
                <a:spcPts val="0"/>
              </a:spcAft>
              <a:buClr>
                <a:schemeClr val="tx2"/>
              </a:buClr>
              <a:buSzPts val="1400"/>
              <a:buFont typeface="Wingdings 2" charset="2"/>
              <a:buChar char="○"/>
              <a:defRPr sz="135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371600" lvl="2" indent="-317500" algn="l" defTabSz="342900" rtl="0" eaLnBrk="1" latinLnBrk="0" hangingPunct="1">
              <a:spcBef>
                <a:spcPts val="0"/>
              </a:spcBef>
              <a:spcAft>
                <a:spcPts val="0"/>
              </a:spcAft>
              <a:buClr>
                <a:schemeClr val="tx2"/>
              </a:buClr>
              <a:buSzPts val="1400"/>
              <a:buFont typeface="Wingdings 2" charset="2"/>
              <a:buChar char="■"/>
              <a:defRPr sz="12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828800" lvl="3" indent="-317500" algn="l" defTabSz="342900" rtl="0" eaLnBrk="1" latinLnBrk="0" hangingPunct="1">
              <a:spcBef>
                <a:spcPts val="0"/>
              </a:spcBef>
              <a:spcAft>
                <a:spcPts val="0"/>
              </a:spcAft>
              <a:buClr>
                <a:schemeClr val="tx2"/>
              </a:buClr>
              <a:buSzPts val="1400"/>
              <a:buFont typeface="Wingdings 2" charset="2"/>
              <a:buChar char="●"/>
              <a:defRPr sz="105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2286000" lvl="4" indent="-317500" algn="l" defTabSz="342900" rtl="0" eaLnBrk="1" latinLnBrk="0" hangingPunct="1">
              <a:spcBef>
                <a:spcPts val="0"/>
              </a:spcBef>
              <a:spcAft>
                <a:spcPts val="0"/>
              </a:spcAft>
              <a:buClr>
                <a:schemeClr val="tx2"/>
              </a:buClr>
              <a:buSzPts val="1400"/>
              <a:buFont typeface="Wingdings 2" charset="2"/>
              <a:buChar char="○"/>
              <a:defRPr sz="105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743200" lvl="5" indent="-317500" algn="l" defTabSz="342900" rtl="0" eaLnBrk="1" latinLnBrk="0" hangingPunct="1">
              <a:spcBef>
                <a:spcPts val="0"/>
              </a:spcBef>
              <a:spcAft>
                <a:spcPts val="0"/>
              </a:spcAft>
              <a:buClr>
                <a:schemeClr val="tx2"/>
              </a:buClr>
              <a:buSzPts val="1400"/>
              <a:buFont typeface="Wingdings 2" charset="2"/>
              <a:buChar char="■"/>
              <a:defRPr sz="105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3200400" lvl="6" indent="-317500" algn="l" defTabSz="342900" rtl="0" eaLnBrk="1" latinLnBrk="0" hangingPunct="1">
              <a:spcBef>
                <a:spcPts val="0"/>
              </a:spcBef>
              <a:spcAft>
                <a:spcPts val="0"/>
              </a:spcAft>
              <a:buClr>
                <a:schemeClr val="tx2"/>
              </a:buClr>
              <a:buSzPts val="1400"/>
              <a:buFont typeface="Wingdings 2" charset="2"/>
              <a:buChar char="●"/>
              <a:defRPr sz="105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3657600" lvl="7" indent="-317500" algn="l" defTabSz="342900" rtl="0" eaLnBrk="1" latinLnBrk="0" hangingPunct="1">
              <a:spcBef>
                <a:spcPts val="0"/>
              </a:spcBef>
              <a:spcAft>
                <a:spcPts val="0"/>
              </a:spcAft>
              <a:buClr>
                <a:schemeClr val="tx2"/>
              </a:buClr>
              <a:buSzPts val="1400"/>
              <a:buFont typeface="Wingdings 2" charset="2"/>
              <a:buChar char="○"/>
              <a:defRPr sz="105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4114800" lvl="8" indent="-317500" algn="l" defTabSz="342900" rtl="0" eaLnBrk="1" latinLnBrk="0" hangingPunct="1">
              <a:spcBef>
                <a:spcPts val="0"/>
              </a:spcBef>
              <a:spcAft>
                <a:spcPts val="0"/>
              </a:spcAft>
              <a:buClr>
                <a:schemeClr val="tx2"/>
              </a:buClr>
              <a:buSzPts val="1400"/>
              <a:buFont typeface="Wingdings 2" charset="2"/>
              <a:buChar char="■"/>
              <a:defRPr sz="105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a:lstStyle>
          <a:p>
            <a:pPr marL="285750" indent="-285750" algn="just" defTabSz="914400" eaLnBrk="0" fontAlgn="base" hangingPunct="0">
              <a:spcBef>
                <a:spcPct val="0"/>
              </a:spcBef>
              <a:spcAft>
                <a:spcPct val="0"/>
              </a:spcAft>
              <a:buClrTx/>
              <a:buSzTx/>
              <a:buFont typeface="Arial" panose="020B0604020202020204" pitchFamily="34" charset="0"/>
              <a:buChar char="•"/>
            </a:pPr>
            <a:r>
              <a:rPr lang="en-US" altLang="en-US" dirty="0">
                <a:latin typeface="SF Pro Text" panose="00000500000000000000" pitchFamily="2" charset="0"/>
                <a:ea typeface="SF Pro Text" panose="00000500000000000000" pitchFamily="2" charset="0"/>
              </a:rPr>
              <a:t>Analyze the impact of different electric motor types (AC vs. DC, permanent magnet vs. induction) on the efficiency, power output, and cost-effectiveness of six-seater electric golf carts.</a:t>
            </a:r>
          </a:p>
          <a:p>
            <a:pPr marL="285750" indent="-285750" algn="just" defTabSz="914400" eaLnBrk="0" fontAlgn="base" hangingPunct="0">
              <a:spcBef>
                <a:spcPct val="0"/>
              </a:spcBef>
              <a:spcAft>
                <a:spcPct val="0"/>
              </a:spcAft>
              <a:buClrTx/>
              <a:buSzTx/>
              <a:buFont typeface="Arial" panose="020B0604020202020204" pitchFamily="34" charset="0"/>
              <a:buChar char="•"/>
            </a:pPr>
            <a:endParaRPr lang="en-US" altLang="en-US" dirty="0">
              <a:latin typeface="SF Pro Text" panose="00000500000000000000" pitchFamily="2" charset="0"/>
              <a:ea typeface="SF Pro Text" panose="00000500000000000000" pitchFamily="2" charset="0"/>
            </a:endParaRPr>
          </a:p>
          <a:p>
            <a:pPr marL="285750" indent="-285750" algn="just" defTabSz="914400" eaLnBrk="0" fontAlgn="base" hangingPunct="0">
              <a:spcBef>
                <a:spcPct val="0"/>
              </a:spcBef>
              <a:spcAft>
                <a:spcPct val="0"/>
              </a:spcAft>
              <a:buClrTx/>
              <a:buSzTx/>
              <a:buFont typeface="Arial" panose="020B0604020202020204" pitchFamily="34" charset="0"/>
              <a:buChar char="•"/>
            </a:pPr>
            <a:r>
              <a:rPr lang="en-US" altLang="en-US" dirty="0">
                <a:latin typeface="SF Pro Text" panose="00000500000000000000" pitchFamily="2" charset="0"/>
                <a:ea typeface="SF Pro Text" panose="00000500000000000000" pitchFamily="2" charset="0"/>
              </a:rPr>
              <a:t>Develop advanced motor controller algorithms to precisely regulate torque delivery for improved vehicle dynamics and energy efficiency in six-seater electric golf carts.</a:t>
            </a:r>
          </a:p>
          <a:p>
            <a:pPr marL="285750" indent="-285750" algn="just" defTabSz="914400" eaLnBrk="0" fontAlgn="base" hangingPunct="0">
              <a:spcBef>
                <a:spcPct val="0"/>
              </a:spcBef>
              <a:spcAft>
                <a:spcPct val="0"/>
              </a:spcAft>
              <a:buClrTx/>
              <a:buSzTx/>
              <a:buFont typeface="Arial" panose="020B0604020202020204" pitchFamily="34" charset="0"/>
              <a:buChar char="•"/>
            </a:pPr>
            <a:endParaRPr lang="en-US" altLang="en-US" dirty="0">
              <a:latin typeface="SF Pro Text" panose="00000500000000000000" pitchFamily="2" charset="0"/>
              <a:ea typeface="SF Pro Text" panose="00000500000000000000" pitchFamily="2" charset="0"/>
            </a:endParaRPr>
          </a:p>
          <a:p>
            <a:pPr marL="285750" indent="-285750" algn="just" defTabSz="914400" eaLnBrk="0" fontAlgn="base" hangingPunct="0">
              <a:spcBef>
                <a:spcPct val="0"/>
              </a:spcBef>
              <a:spcAft>
                <a:spcPct val="0"/>
              </a:spcAft>
              <a:buClrTx/>
              <a:buSzTx/>
              <a:buFont typeface="Arial" panose="020B0604020202020204" pitchFamily="34" charset="0"/>
              <a:buChar char="•"/>
            </a:pPr>
            <a:r>
              <a:rPr lang="en-US" altLang="en-US" dirty="0">
                <a:latin typeface="SF Pro Text" panose="00000500000000000000" pitchFamily="2" charset="0"/>
                <a:ea typeface="SF Pro Text" panose="00000500000000000000" pitchFamily="2" charset="0"/>
              </a:rPr>
              <a:t>Investigate the optimal transmission system (direct drive vs. geared vs. CVT) to maximize efficiency and performance across various operating conditions (low-speed acceleration, hill climbing) in six-seater electric golf carts.</a:t>
            </a:r>
          </a:p>
          <a:p>
            <a:pPr marL="285750" indent="-285750" algn="just" defTabSz="914400" eaLnBrk="0" fontAlgn="base" hangingPunct="0">
              <a:spcBef>
                <a:spcPct val="0"/>
              </a:spcBef>
              <a:spcAft>
                <a:spcPct val="0"/>
              </a:spcAft>
              <a:buClrTx/>
              <a:buSzTx/>
              <a:buFont typeface="Arial" panose="020B0604020202020204" pitchFamily="34" charset="0"/>
              <a:buChar char="•"/>
            </a:pPr>
            <a:endParaRPr lang="en-US" altLang="en-US" dirty="0">
              <a:latin typeface="SF Pro Text" panose="00000500000000000000" pitchFamily="2" charset="0"/>
              <a:ea typeface="SF Pro Text" panose="00000500000000000000" pitchFamily="2" charset="0"/>
            </a:endParaRPr>
          </a:p>
          <a:p>
            <a:pPr marL="285750" indent="-285750" algn="just" defTabSz="914400" eaLnBrk="0" fontAlgn="base" hangingPunct="0">
              <a:spcBef>
                <a:spcPct val="0"/>
              </a:spcBef>
              <a:spcAft>
                <a:spcPct val="0"/>
              </a:spcAft>
              <a:buClrTx/>
              <a:buSzTx/>
              <a:buFont typeface="Arial" panose="020B0604020202020204" pitchFamily="34" charset="0"/>
              <a:buChar char="•"/>
            </a:pPr>
            <a:r>
              <a:rPr lang="en-US" altLang="en-US" dirty="0">
                <a:latin typeface="SF Pro Text" panose="00000500000000000000" pitchFamily="2" charset="0"/>
                <a:ea typeface="SF Pro Text" panose="00000500000000000000" pitchFamily="2" charset="0"/>
              </a:rPr>
              <a:t>Design and integrate regenerative braking strategies to maximize energy recuperation and minimize wear on mechanical brakes in six-seater electric golf carts.</a:t>
            </a:r>
          </a:p>
          <a:p>
            <a:pPr marL="285750" indent="-285750" algn="just" defTabSz="914400" eaLnBrk="0" fontAlgn="base" hangingPunct="0">
              <a:spcBef>
                <a:spcPct val="0"/>
              </a:spcBef>
              <a:spcAft>
                <a:spcPct val="0"/>
              </a:spcAft>
              <a:buClrTx/>
              <a:buSzTx/>
              <a:buFont typeface="Arial" panose="020B0604020202020204" pitchFamily="34" charset="0"/>
              <a:buChar char="•"/>
            </a:pPr>
            <a:endParaRPr lang="en-US" altLang="en-US" dirty="0">
              <a:latin typeface="SF Pro Text" panose="00000500000000000000" pitchFamily="2" charset="0"/>
              <a:ea typeface="SF Pro Text" panose="00000500000000000000" pitchFamily="2" charset="0"/>
            </a:endParaRPr>
          </a:p>
          <a:p>
            <a:pPr marL="285750" indent="-285750" algn="just" defTabSz="914400" eaLnBrk="0" fontAlgn="base" hangingPunct="0">
              <a:spcBef>
                <a:spcPct val="0"/>
              </a:spcBef>
              <a:spcAft>
                <a:spcPct val="0"/>
              </a:spcAft>
              <a:buClrTx/>
              <a:buSzTx/>
              <a:buFont typeface="Arial" panose="020B0604020202020204" pitchFamily="34" charset="0"/>
              <a:buChar char="•"/>
            </a:pPr>
            <a:r>
              <a:rPr lang="en-US" altLang="en-US" dirty="0">
                <a:latin typeface="SF Pro Text" panose="00000500000000000000" pitchFamily="2" charset="0"/>
                <a:ea typeface="SF Pro Text" panose="00000500000000000000" pitchFamily="2" charset="0"/>
              </a:rPr>
              <a:t>Develop and validate a powertrain simulation model to predict the real-world performance of six-seater electric golf carts under different operating scenarios (terrain, payload, driving style). </a:t>
            </a:r>
          </a:p>
        </p:txBody>
      </p:sp>
    </p:spTree>
    <p:extLst>
      <p:ext uri="{BB962C8B-B14F-4D97-AF65-F5344CB8AC3E}">
        <p14:creationId xmlns:p14="http://schemas.microsoft.com/office/powerpoint/2010/main" val="232329510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638"/>
        <p:cNvGrpSpPr/>
        <p:nvPr/>
      </p:nvGrpSpPr>
      <p:grpSpPr>
        <a:xfrm>
          <a:off x="0" y="0"/>
          <a:ext cx="0" cy="0"/>
          <a:chOff x="0" y="0"/>
          <a:chExt cx="0" cy="0"/>
        </a:xfrm>
      </p:grpSpPr>
      <p:sp>
        <p:nvSpPr>
          <p:cNvPr id="639" name="Google Shape;639;p49"/>
          <p:cNvSpPr/>
          <p:nvPr/>
        </p:nvSpPr>
        <p:spPr>
          <a:xfrm>
            <a:off x="527250" y="572417"/>
            <a:ext cx="8089500" cy="607800"/>
          </a:xfrm>
          <a:prstGeom prst="round2DiagRect">
            <a:avLst>
              <a:gd name="adj1" fmla="val 16667"/>
              <a:gd name="adj2" fmla="val 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40" name="Google Shape;640;p49"/>
          <p:cNvSpPr txBox="1">
            <a:spLocks noGrp="1"/>
          </p:cNvSpPr>
          <p:nvPr>
            <p:ph type="title"/>
          </p:nvPr>
        </p:nvSpPr>
        <p:spPr>
          <a:xfrm>
            <a:off x="527250" y="573807"/>
            <a:ext cx="7717500" cy="576000"/>
          </a:xfrm>
          <a:prstGeom prst="rect">
            <a:avLst/>
          </a:prstGeom>
        </p:spPr>
        <p:txBody>
          <a:bodyPr spcFirstLastPara="1" wrap="square" lIns="91425" tIns="91425" rIns="91425" bIns="91425" anchor="t" anchorCtr="0">
            <a:noAutofit/>
          </a:bodyPr>
          <a:lstStyle/>
          <a:p>
            <a:pPr algn="ctr"/>
            <a:r>
              <a:rPr lang="en-US" sz="3200" dirty="0">
                <a:solidFill>
                  <a:schemeClr val="bg1"/>
                </a:solidFill>
                <a:effectLst/>
                <a:latin typeface="Montserrat" panose="00000500000000000000" pitchFamily="2" charset="0"/>
              </a:rPr>
              <a:t>Design Development</a:t>
            </a:r>
            <a:endParaRPr lang="en-IN" sz="3200" dirty="0">
              <a:solidFill>
                <a:schemeClr val="bg1"/>
              </a:solidFill>
              <a:effectLst/>
              <a:latin typeface="Montserrat" panose="00000500000000000000" pitchFamily="2" charset="0"/>
            </a:endParaRPr>
          </a:p>
        </p:txBody>
      </p:sp>
      <p:sp>
        <p:nvSpPr>
          <p:cNvPr id="641" name="Google Shape;641;p49"/>
          <p:cNvSpPr txBox="1">
            <a:spLocks noGrp="1"/>
          </p:cNvSpPr>
          <p:nvPr>
            <p:ph type="subTitle" idx="1"/>
          </p:nvPr>
        </p:nvSpPr>
        <p:spPr>
          <a:xfrm>
            <a:off x="797824" y="1503451"/>
            <a:ext cx="6528009" cy="3056458"/>
          </a:xfrm>
          <a:prstGeom prst="rect">
            <a:avLst/>
          </a:prstGeom>
        </p:spPr>
        <p:txBody>
          <a:bodyPr spcFirstLastPara="1" wrap="square" lIns="91425" tIns="91425" rIns="91425" bIns="91425" anchor="b" anchorCtr="0">
            <a:noAutofit/>
          </a:bodyPr>
          <a:lstStyle/>
          <a:p>
            <a:pPr marL="342900" lvl="0" indent="-342900" algn="l" rtl="0">
              <a:lnSpc>
                <a:spcPct val="150000"/>
              </a:lnSpc>
              <a:spcBef>
                <a:spcPts val="0"/>
              </a:spcBef>
              <a:spcAft>
                <a:spcPts val="0"/>
              </a:spcAft>
              <a:buFont typeface="Arial" panose="020B0604020202020204" pitchFamily="34" charset="0"/>
              <a:buChar char="•"/>
            </a:pPr>
            <a:r>
              <a:rPr lang="en" sz="1600" b="0" dirty="0">
                <a:solidFill>
                  <a:schemeClr val="tx1"/>
                </a:solidFill>
                <a:latin typeface="SF Pro Text" panose="00000500000000000000" pitchFamily="2" charset="0"/>
                <a:ea typeface="SF Pro Text" panose="00000500000000000000" pitchFamily="2" charset="0"/>
              </a:rPr>
              <a:t>Safety and comfort</a:t>
            </a:r>
          </a:p>
          <a:p>
            <a:pPr marL="342900" indent="-342900" algn="l">
              <a:lnSpc>
                <a:spcPct val="150000"/>
              </a:lnSpc>
              <a:buFont typeface="Arial" panose="020B0604020202020204" pitchFamily="34" charset="0"/>
              <a:buChar char="•"/>
            </a:pPr>
            <a:r>
              <a:rPr lang="en-US" sz="1600" b="0" dirty="0">
                <a:solidFill>
                  <a:schemeClr val="tx1"/>
                </a:solidFill>
                <a:latin typeface="SF Pro Text" panose="00000500000000000000" pitchFamily="2" charset="0"/>
                <a:ea typeface="SF Pro Text" panose="00000500000000000000" pitchFamily="2" charset="0"/>
              </a:rPr>
              <a:t>Standardization as per industry </a:t>
            </a:r>
            <a:endParaRPr lang="en" sz="1600" b="0" dirty="0">
              <a:solidFill>
                <a:schemeClr val="tx1"/>
              </a:solidFill>
              <a:latin typeface="SF Pro Text" panose="00000500000000000000" pitchFamily="2" charset="0"/>
              <a:ea typeface="SF Pro Text" panose="00000500000000000000" pitchFamily="2" charset="0"/>
            </a:endParaRPr>
          </a:p>
          <a:p>
            <a:pPr marL="285750" indent="-285750" algn="l">
              <a:lnSpc>
                <a:spcPct val="150000"/>
              </a:lnSpc>
              <a:buFont typeface="Arial" panose="020B0604020202020204" pitchFamily="34" charset="0"/>
              <a:buChar char="•"/>
            </a:pPr>
            <a:r>
              <a:rPr lang="en-US" sz="1600" b="0" dirty="0">
                <a:solidFill>
                  <a:schemeClr val="tx1"/>
                </a:solidFill>
                <a:latin typeface="SF Pro Text" panose="00000500000000000000" pitchFamily="2" charset="0"/>
                <a:ea typeface="SF Pro Text" panose="00000500000000000000" pitchFamily="2" charset="0"/>
              </a:rPr>
              <a:t> Maneuverability (easy to move and direct)</a:t>
            </a:r>
          </a:p>
          <a:p>
            <a:pPr marL="285750" indent="-285750" algn="l">
              <a:lnSpc>
                <a:spcPct val="150000"/>
              </a:lnSpc>
              <a:buFont typeface="Arial" panose="020B0604020202020204" pitchFamily="34" charset="0"/>
              <a:buChar char="•"/>
            </a:pPr>
            <a:r>
              <a:rPr lang="en-US" sz="1600" b="0" dirty="0">
                <a:solidFill>
                  <a:schemeClr val="tx1"/>
                </a:solidFill>
                <a:latin typeface="SF Pro Text" panose="00000500000000000000" pitchFamily="2" charset="0"/>
                <a:ea typeface="SF Pro Text" panose="00000500000000000000" pitchFamily="2" charset="0"/>
              </a:rPr>
              <a:t> Power and performance </a:t>
            </a:r>
          </a:p>
          <a:p>
            <a:pPr marL="285750" indent="-285750" algn="l">
              <a:lnSpc>
                <a:spcPct val="150000"/>
              </a:lnSpc>
              <a:buFont typeface="Arial" panose="020B0604020202020204" pitchFamily="34" charset="0"/>
              <a:buChar char="•"/>
            </a:pPr>
            <a:r>
              <a:rPr lang="en-US" sz="1600" b="0" dirty="0">
                <a:solidFill>
                  <a:schemeClr val="tx1"/>
                </a:solidFill>
                <a:latin typeface="SF Pro Text" panose="00000500000000000000" pitchFamily="2" charset="0"/>
                <a:ea typeface="SF Pro Text" panose="00000500000000000000" pitchFamily="2" charset="0"/>
              </a:rPr>
              <a:t> High quality cost ratio  </a:t>
            </a:r>
          </a:p>
          <a:p>
            <a:pPr marL="285750" indent="-285750" algn="l">
              <a:lnSpc>
                <a:spcPct val="150000"/>
              </a:lnSpc>
              <a:buFont typeface="Arial" panose="020B0604020202020204" pitchFamily="34" charset="0"/>
              <a:buChar char="•"/>
            </a:pPr>
            <a:r>
              <a:rPr lang="en-US" sz="1600" b="0" dirty="0">
                <a:solidFill>
                  <a:schemeClr val="tx1"/>
                </a:solidFill>
                <a:latin typeface="SF Pro Text" panose="00000500000000000000" pitchFamily="2" charset="0"/>
                <a:ea typeface="SF Pro Text" panose="00000500000000000000" pitchFamily="2" charset="0"/>
              </a:rPr>
              <a:t> Safe engineering practices  </a:t>
            </a:r>
          </a:p>
          <a:p>
            <a:pPr marL="285750" indent="-285750" algn="l">
              <a:lnSpc>
                <a:spcPct val="150000"/>
              </a:lnSpc>
              <a:buFont typeface="Arial" panose="020B0604020202020204" pitchFamily="34" charset="0"/>
              <a:buChar char="•"/>
            </a:pPr>
            <a:r>
              <a:rPr lang="en-US" sz="1600" b="0" dirty="0">
                <a:solidFill>
                  <a:schemeClr val="tx1"/>
                </a:solidFill>
                <a:latin typeface="SF Pro Text" panose="00000500000000000000" pitchFamily="2" charset="0"/>
                <a:ea typeface="SF Pro Text" panose="00000500000000000000" pitchFamily="2" charset="0"/>
              </a:rPr>
              <a:t> Stability and long product life</a:t>
            </a:r>
          </a:p>
          <a:p>
            <a:pPr marL="0" lvl="0" indent="0" algn="l" rtl="0">
              <a:lnSpc>
                <a:spcPct val="150000"/>
              </a:lnSpc>
              <a:spcBef>
                <a:spcPts val="0"/>
              </a:spcBef>
              <a:spcAft>
                <a:spcPts val="0"/>
              </a:spcAft>
              <a:buNone/>
            </a:pPr>
            <a:endParaRPr sz="1800" b="0" dirty="0"/>
          </a:p>
        </p:txBody>
      </p:sp>
      <p:grpSp>
        <p:nvGrpSpPr>
          <p:cNvPr id="33" name="Google Shape;595;p48">
            <a:extLst>
              <a:ext uri="{FF2B5EF4-FFF2-40B4-BE49-F238E27FC236}">
                <a16:creationId xmlns:a16="http://schemas.microsoft.com/office/drawing/2014/main" id="{41BEB003-24E9-D4EB-314B-D3F308B017E7}"/>
              </a:ext>
            </a:extLst>
          </p:cNvPr>
          <p:cNvGrpSpPr/>
          <p:nvPr/>
        </p:nvGrpSpPr>
        <p:grpSpPr>
          <a:xfrm>
            <a:off x="5778184" y="3889059"/>
            <a:ext cx="2769770" cy="1390579"/>
            <a:chOff x="-481288" y="2237993"/>
            <a:chExt cx="5439455" cy="2905513"/>
          </a:xfrm>
        </p:grpSpPr>
        <p:sp>
          <p:nvSpPr>
            <p:cNvPr id="34" name="Google Shape;596;p48">
              <a:extLst>
                <a:ext uri="{FF2B5EF4-FFF2-40B4-BE49-F238E27FC236}">
                  <a16:creationId xmlns:a16="http://schemas.microsoft.com/office/drawing/2014/main" id="{EB4CC8B7-E948-72C8-D114-60F20CAD3380}"/>
                </a:ext>
              </a:extLst>
            </p:cNvPr>
            <p:cNvSpPr/>
            <p:nvPr/>
          </p:nvSpPr>
          <p:spPr>
            <a:xfrm flipH="1">
              <a:off x="-481288" y="2237993"/>
              <a:ext cx="5439455" cy="2905430"/>
            </a:xfrm>
            <a:custGeom>
              <a:avLst/>
              <a:gdLst/>
              <a:ahLst/>
              <a:cxnLst/>
              <a:rect l="l" t="t" r="r" b="b"/>
              <a:pathLst>
                <a:path w="92081" h="40314" extrusionOk="0">
                  <a:moveTo>
                    <a:pt x="52634" y="0"/>
                  </a:moveTo>
                  <a:cubicBezTo>
                    <a:pt x="52308" y="0"/>
                    <a:pt x="51980" y="13"/>
                    <a:pt x="51651" y="40"/>
                  </a:cubicBezTo>
                  <a:cubicBezTo>
                    <a:pt x="47192" y="409"/>
                    <a:pt x="43414" y="3356"/>
                    <a:pt x="40047" y="6305"/>
                  </a:cubicBezTo>
                  <a:cubicBezTo>
                    <a:pt x="36680" y="9252"/>
                    <a:pt x="33221" y="12438"/>
                    <a:pt x="28869" y="13475"/>
                  </a:cubicBezTo>
                  <a:cubicBezTo>
                    <a:pt x="25617" y="14250"/>
                    <a:pt x="22193" y="13734"/>
                    <a:pt x="18884" y="14199"/>
                  </a:cubicBezTo>
                  <a:cubicBezTo>
                    <a:pt x="13402" y="14969"/>
                    <a:pt x="0" y="24616"/>
                    <a:pt x="6085" y="40112"/>
                  </a:cubicBezTo>
                  <a:lnTo>
                    <a:pt x="81132" y="40282"/>
                  </a:lnTo>
                  <a:cubicBezTo>
                    <a:pt x="81361" y="40303"/>
                    <a:pt x="81583" y="40314"/>
                    <a:pt x="81800" y="40314"/>
                  </a:cubicBezTo>
                  <a:cubicBezTo>
                    <a:pt x="92080" y="40314"/>
                    <a:pt x="89563" y="16777"/>
                    <a:pt x="87839" y="12668"/>
                  </a:cubicBezTo>
                  <a:cubicBezTo>
                    <a:pt x="86081" y="8473"/>
                    <a:pt x="82744" y="4685"/>
                    <a:pt x="78338" y="3554"/>
                  </a:cubicBezTo>
                  <a:cubicBezTo>
                    <a:pt x="77072" y="3230"/>
                    <a:pt x="75782" y="3133"/>
                    <a:pt x="74479" y="3133"/>
                  </a:cubicBezTo>
                  <a:cubicBezTo>
                    <a:pt x="72576" y="3133"/>
                    <a:pt x="70646" y="3339"/>
                    <a:pt x="68733" y="3339"/>
                  </a:cubicBezTo>
                  <a:cubicBezTo>
                    <a:pt x="68051" y="3339"/>
                    <a:pt x="67371" y="3313"/>
                    <a:pt x="66695" y="3242"/>
                  </a:cubicBezTo>
                  <a:cubicBezTo>
                    <a:pt x="61897" y="2739"/>
                    <a:pt x="57402" y="0"/>
                    <a:pt x="5263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5" name="Google Shape;597;p48">
              <a:extLst>
                <a:ext uri="{FF2B5EF4-FFF2-40B4-BE49-F238E27FC236}">
                  <a16:creationId xmlns:a16="http://schemas.microsoft.com/office/drawing/2014/main" id="{637051B8-0F47-1D13-3D9C-9B668FD7C68A}"/>
                </a:ext>
              </a:extLst>
            </p:cNvPr>
            <p:cNvSpPr/>
            <p:nvPr/>
          </p:nvSpPr>
          <p:spPr>
            <a:xfrm flipH="1">
              <a:off x="-330472" y="2925914"/>
              <a:ext cx="5002279" cy="2217592"/>
            </a:xfrm>
            <a:custGeom>
              <a:avLst/>
              <a:gdLst/>
              <a:ahLst/>
              <a:cxnLst/>
              <a:rect l="l" t="t" r="r" b="b"/>
              <a:pathLst>
                <a:path w="80471" h="32195" extrusionOk="0">
                  <a:moveTo>
                    <a:pt x="47487" y="1"/>
                  </a:moveTo>
                  <a:cubicBezTo>
                    <a:pt x="43320" y="1"/>
                    <a:pt x="39414" y="2827"/>
                    <a:pt x="36193" y="5678"/>
                  </a:cubicBezTo>
                  <a:cubicBezTo>
                    <a:pt x="32550" y="8904"/>
                    <a:pt x="28659" y="12549"/>
                    <a:pt x="23801" y="12820"/>
                  </a:cubicBezTo>
                  <a:cubicBezTo>
                    <a:pt x="23603" y="12831"/>
                    <a:pt x="23405" y="12837"/>
                    <a:pt x="23208" y="12837"/>
                  </a:cubicBezTo>
                  <a:cubicBezTo>
                    <a:pt x="20202" y="12837"/>
                    <a:pt x="17266" y="11633"/>
                    <a:pt x="14247" y="11611"/>
                  </a:cubicBezTo>
                  <a:cubicBezTo>
                    <a:pt x="14221" y="11610"/>
                    <a:pt x="14196" y="11610"/>
                    <a:pt x="14170" y="11610"/>
                  </a:cubicBezTo>
                  <a:cubicBezTo>
                    <a:pt x="9546" y="11610"/>
                    <a:pt x="5189" y="14522"/>
                    <a:pt x="2843" y="18510"/>
                  </a:cubicBezTo>
                  <a:cubicBezTo>
                    <a:pt x="483" y="22521"/>
                    <a:pt x="1" y="27451"/>
                    <a:pt x="847" y="32025"/>
                  </a:cubicBezTo>
                  <a:lnTo>
                    <a:pt x="75894" y="32195"/>
                  </a:lnTo>
                  <a:cubicBezTo>
                    <a:pt x="80471" y="29741"/>
                    <a:pt x="79104" y="20847"/>
                    <a:pt x="78484" y="15147"/>
                  </a:cubicBezTo>
                  <a:cubicBezTo>
                    <a:pt x="77863" y="9446"/>
                    <a:pt x="74407" y="3185"/>
                    <a:pt x="68697" y="2665"/>
                  </a:cubicBezTo>
                  <a:cubicBezTo>
                    <a:pt x="68430" y="2640"/>
                    <a:pt x="68164" y="2629"/>
                    <a:pt x="67898" y="2629"/>
                  </a:cubicBezTo>
                  <a:cubicBezTo>
                    <a:pt x="65148" y="2629"/>
                    <a:pt x="62428" y="3814"/>
                    <a:pt x="59686" y="3814"/>
                  </a:cubicBezTo>
                  <a:cubicBezTo>
                    <a:pt x="59345" y="3814"/>
                    <a:pt x="59004" y="3796"/>
                    <a:pt x="58663" y="3754"/>
                  </a:cubicBezTo>
                  <a:cubicBezTo>
                    <a:pt x="55277" y="3347"/>
                    <a:pt x="52491" y="781"/>
                    <a:pt x="49140" y="153"/>
                  </a:cubicBezTo>
                  <a:cubicBezTo>
                    <a:pt x="48585" y="49"/>
                    <a:pt x="48034" y="1"/>
                    <a:pt x="4748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36" name="Google Shape;620;p48">
            <a:extLst>
              <a:ext uri="{FF2B5EF4-FFF2-40B4-BE49-F238E27FC236}">
                <a16:creationId xmlns:a16="http://schemas.microsoft.com/office/drawing/2014/main" id="{117ECFA3-74D4-7F7D-AF6E-43331CC7A102}"/>
              </a:ext>
            </a:extLst>
          </p:cNvPr>
          <p:cNvGrpSpPr/>
          <p:nvPr/>
        </p:nvGrpSpPr>
        <p:grpSpPr>
          <a:xfrm>
            <a:off x="6208419" y="2932702"/>
            <a:ext cx="1745737" cy="1983173"/>
            <a:chOff x="3598805" y="2812602"/>
            <a:chExt cx="1745737" cy="1983173"/>
          </a:xfrm>
        </p:grpSpPr>
        <p:sp>
          <p:nvSpPr>
            <p:cNvPr id="37" name="Google Shape;621;p48">
              <a:extLst>
                <a:ext uri="{FF2B5EF4-FFF2-40B4-BE49-F238E27FC236}">
                  <a16:creationId xmlns:a16="http://schemas.microsoft.com/office/drawing/2014/main" id="{937D7A60-FB08-BE28-52A9-5CDD6C0411C1}"/>
                </a:ext>
              </a:extLst>
            </p:cNvPr>
            <p:cNvSpPr/>
            <p:nvPr/>
          </p:nvSpPr>
          <p:spPr>
            <a:xfrm>
              <a:off x="4487641" y="2812602"/>
              <a:ext cx="147863" cy="1983160"/>
            </a:xfrm>
            <a:custGeom>
              <a:avLst/>
              <a:gdLst/>
              <a:ahLst/>
              <a:cxnLst/>
              <a:rect l="l" t="t" r="r" b="b"/>
              <a:pathLst>
                <a:path w="2635" h="35341" extrusionOk="0">
                  <a:moveTo>
                    <a:pt x="1" y="0"/>
                  </a:moveTo>
                  <a:lnTo>
                    <a:pt x="1" y="35341"/>
                  </a:lnTo>
                  <a:lnTo>
                    <a:pt x="2634" y="35341"/>
                  </a:lnTo>
                  <a:lnTo>
                    <a:pt x="2634" y="6697"/>
                  </a:lnTo>
                  <a:cubicBezTo>
                    <a:pt x="1038" y="5067"/>
                    <a:pt x="22" y="2674"/>
                    <a:pt x="1" y="0"/>
                  </a:cubicBezTo>
                  <a:close/>
                </a:path>
              </a:pathLst>
            </a:custGeom>
            <a:gradFill>
              <a:gsLst>
                <a:gs pos="0">
                  <a:schemeClr val="accent1"/>
                </a:gs>
                <a:gs pos="100000">
                  <a:schemeClr val="lt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8" name="Google Shape;622;p48">
              <a:extLst>
                <a:ext uri="{FF2B5EF4-FFF2-40B4-BE49-F238E27FC236}">
                  <a16:creationId xmlns:a16="http://schemas.microsoft.com/office/drawing/2014/main" id="{5B619768-5C28-7F01-3963-50959B6856BC}"/>
                </a:ext>
              </a:extLst>
            </p:cNvPr>
            <p:cNvSpPr/>
            <p:nvPr/>
          </p:nvSpPr>
          <p:spPr>
            <a:xfrm>
              <a:off x="5196679" y="2812602"/>
              <a:ext cx="147863" cy="1983160"/>
            </a:xfrm>
            <a:custGeom>
              <a:avLst/>
              <a:gdLst/>
              <a:ahLst/>
              <a:cxnLst/>
              <a:rect l="l" t="t" r="r" b="b"/>
              <a:pathLst>
                <a:path w="2635" h="35341" extrusionOk="0">
                  <a:moveTo>
                    <a:pt x="2634" y="0"/>
                  </a:moveTo>
                  <a:cubicBezTo>
                    <a:pt x="2613" y="2674"/>
                    <a:pt x="1597" y="5067"/>
                    <a:pt x="1" y="6697"/>
                  </a:cubicBezTo>
                  <a:lnTo>
                    <a:pt x="1" y="35341"/>
                  </a:lnTo>
                  <a:lnTo>
                    <a:pt x="2634" y="35341"/>
                  </a:lnTo>
                  <a:lnTo>
                    <a:pt x="2634" y="0"/>
                  </a:lnTo>
                  <a:close/>
                </a:path>
              </a:pathLst>
            </a:custGeom>
            <a:gradFill>
              <a:gsLst>
                <a:gs pos="0">
                  <a:schemeClr val="accent1"/>
                </a:gs>
                <a:gs pos="100000">
                  <a:schemeClr val="lt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9" name="Google Shape;623;p48">
              <a:extLst>
                <a:ext uri="{FF2B5EF4-FFF2-40B4-BE49-F238E27FC236}">
                  <a16:creationId xmlns:a16="http://schemas.microsoft.com/office/drawing/2014/main" id="{E64EA08F-CFF2-97CD-27A6-1BF5DAE93A8D}"/>
                </a:ext>
              </a:extLst>
            </p:cNvPr>
            <p:cNvSpPr/>
            <p:nvPr/>
          </p:nvSpPr>
          <p:spPr>
            <a:xfrm>
              <a:off x="4635453" y="3188474"/>
              <a:ext cx="561262" cy="1607302"/>
            </a:xfrm>
            <a:custGeom>
              <a:avLst/>
              <a:gdLst/>
              <a:ahLst/>
              <a:cxnLst/>
              <a:rect l="l" t="t" r="r" b="b"/>
              <a:pathLst>
                <a:path w="10002" h="28643" extrusionOk="0">
                  <a:moveTo>
                    <a:pt x="0" y="0"/>
                  </a:moveTo>
                  <a:lnTo>
                    <a:pt x="0" y="28643"/>
                  </a:lnTo>
                  <a:lnTo>
                    <a:pt x="10002" y="28643"/>
                  </a:lnTo>
                  <a:lnTo>
                    <a:pt x="10002" y="0"/>
                  </a:lnTo>
                  <a:cubicBezTo>
                    <a:pt x="8662" y="1371"/>
                    <a:pt x="6913" y="2198"/>
                    <a:pt x="5001" y="2198"/>
                  </a:cubicBezTo>
                  <a:cubicBezTo>
                    <a:pt x="3089" y="2198"/>
                    <a:pt x="1340" y="1371"/>
                    <a:pt x="0" y="0"/>
                  </a:cubicBez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0" name="Google Shape;624;p48">
              <a:extLst>
                <a:ext uri="{FF2B5EF4-FFF2-40B4-BE49-F238E27FC236}">
                  <a16:creationId xmlns:a16="http://schemas.microsoft.com/office/drawing/2014/main" id="{9AFF419D-BFA2-6DF1-B73B-CC0A13BC9B8B}"/>
                </a:ext>
              </a:extLst>
            </p:cNvPr>
            <p:cNvSpPr/>
            <p:nvPr/>
          </p:nvSpPr>
          <p:spPr>
            <a:xfrm>
              <a:off x="4487641" y="2812602"/>
              <a:ext cx="856876" cy="499255"/>
            </a:xfrm>
            <a:custGeom>
              <a:avLst/>
              <a:gdLst/>
              <a:ahLst/>
              <a:cxnLst/>
              <a:rect l="l" t="t" r="r" b="b"/>
              <a:pathLst>
                <a:path w="15270" h="8897" extrusionOk="0">
                  <a:moveTo>
                    <a:pt x="1" y="0"/>
                  </a:moveTo>
                  <a:cubicBezTo>
                    <a:pt x="22" y="2674"/>
                    <a:pt x="1038" y="5067"/>
                    <a:pt x="2634" y="6697"/>
                  </a:cubicBezTo>
                  <a:lnTo>
                    <a:pt x="2634" y="6698"/>
                  </a:lnTo>
                  <a:cubicBezTo>
                    <a:pt x="3974" y="8069"/>
                    <a:pt x="5723" y="8896"/>
                    <a:pt x="7635" y="8896"/>
                  </a:cubicBezTo>
                  <a:cubicBezTo>
                    <a:pt x="9547" y="8896"/>
                    <a:pt x="11296" y="8069"/>
                    <a:pt x="12636" y="6698"/>
                  </a:cubicBezTo>
                  <a:lnTo>
                    <a:pt x="12636" y="6697"/>
                  </a:lnTo>
                  <a:cubicBezTo>
                    <a:pt x="14232" y="5067"/>
                    <a:pt x="15247" y="2674"/>
                    <a:pt x="1526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 name="Google Shape;625;p48">
              <a:extLst>
                <a:ext uri="{FF2B5EF4-FFF2-40B4-BE49-F238E27FC236}">
                  <a16:creationId xmlns:a16="http://schemas.microsoft.com/office/drawing/2014/main" id="{186D9026-17CD-BEEA-BA13-723407946ABA}"/>
                </a:ext>
              </a:extLst>
            </p:cNvPr>
            <p:cNvSpPr/>
            <p:nvPr/>
          </p:nvSpPr>
          <p:spPr>
            <a:xfrm>
              <a:off x="4674399" y="3356881"/>
              <a:ext cx="497347" cy="1349454"/>
            </a:xfrm>
            <a:custGeom>
              <a:avLst/>
              <a:gdLst/>
              <a:ahLst/>
              <a:cxnLst/>
              <a:rect l="l" t="t" r="r" b="b"/>
              <a:pathLst>
                <a:path w="8863" h="24048" extrusionOk="0">
                  <a:moveTo>
                    <a:pt x="212" y="0"/>
                  </a:moveTo>
                  <a:cubicBezTo>
                    <a:pt x="95" y="0"/>
                    <a:pt x="0" y="96"/>
                    <a:pt x="0" y="212"/>
                  </a:cubicBezTo>
                  <a:lnTo>
                    <a:pt x="0" y="23835"/>
                  </a:lnTo>
                  <a:cubicBezTo>
                    <a:pt x="0" y="23951"/>
                    <a:pt x="95" y="24047"/>
                    <a:pt x="212" y="24047"/>
                  </a:cubicBezTo>
                  <a:lnTo>
                    <a:pt x="8651" y="24047"/>
                  </a:lnTo>
                  <a:cubicBezTo>
                    <a:pt x="8768" y="24047"/>
                    <a:pt x="8863" y="23951"/>
                    <a:pt x="8863" y="23835"/>
                  </a:cubicBezTo>
                  <a:lnTo>
                    <a:pt x="8863" y="212"/>
                  </a:lnTo>
                  <a:cubicBezTo>
                    <a:pt x="8863" y="96"/>
                    <a:pt x="8768" y="0"/>
                    <a:pt x="865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42" name="Google Shape;626;p48">
              <a:extLst>
                <a:ext uri="{FF2B5EF4-FFF2-40B4-BE49-F238E27FC236}">
                  <a16:creationId xmlns:a16="http://schemas.microsoft.com/office/drawing/2014/main" id="{4712AAFE-C88B-3DBF-42F0-DAC9A14003F3}"/>
                </a:ext>
              </a:extLst>
            </p:cNvPr>
            <p:cNvGrpSpPr/>
            <p:nvPr/>
          </p:nvGrpSpPr>
          <p:grpSpPr>
            <a:xfrm rot="10800000" flipH="1">
              <a:off x="3598805" y="3143917"/>
              <a:ext cx="888880" cy="1364241"/>
              <a:chOff x="3332074" y="2292717"/>
              <a:chExt cx="888880" cy="1364241"/>
            </a:xfrm>
          </p:grpSpPr>
          <p:sp>
            <p:nvSpPr>
              <p:cNvPr id="46" name="Google Shape;627;p48">
                <a:extLst>
                  <a:ext uri="{FF2B5EF4-FFF2-40B4-BE49-F238E27FC236}">
                    <a16:creationId xmlns:a16="http://schemas.microsoft.com/office/drawing/2014/main" id="{D4F2184F-43DD-AF9F-04CC-9A5052298C8C}"/>
                  </a:ext>
                </a:extLst>
              </p:cNvPr>
              <p:cNvSpPr/>
              <p:nvPr/>
            </p:nvSpPr>
            <p:spPr>
              <a:xfrm>
                <a:off x="3417652" y="2438397"/>
                <a:ext cx="803302" cy="1218561"/>
              </a:xfrm>
              <a:custGeom>
                <a:avLst/>
                <a:gdLst/>
                <a:ahLst/>
                <a:cxnLst/>
                <a:rect l="l" t="t" r="r" b="b"/>
                <a:pathLst>
                  <a:path w="14315" h="21715" extrusionOk="0">
                    <a:moveTo>
                      <a:pt x="9047" y="1"/>
                    </a:moveTo>
                    <a:cubicBezTo>
                      <a:pt x="7239" y="1"/>
                      <a:pt x="5768" y="1472"/>
                      <a:pt x="5768" y="3280"/>
                    </a:cubicBezTo>
                    <a:lnTo>
                      <a:pt x="5768" y="18435"/>
                    </a:lnTo>
                    <a:cubicBezTo>
                      <a:pt x="5768" y="19807"/>
                      <a:pt x="4651" y="20921"/>
                      <a:pt x="3281" y="20921"/>
                    </a:cubicBezTo>
                    <a:cubicBezTo>
                      <a:pt x="1909" y="20921"/>
                      <a:pt x="792" y="19807"/>
                      <a:pt x="792" y="18435"/>
                    </a:cubicBezTo>
                    <a:lnTo>
                      <a:pt x="792" y="2772"/>
                    </a:lnTo>
                    <a:cubicBezTo>
                      <a:pt x="792" y="2555"/>
                      <a:pt x="617" y="2377"/>
                      <a:pt x="396" y="2377"/>
                    </a:cubicBezTo>
                    <a:cubicBezTo>
                      <a:pt x="179" y="2377"/>
                      <a:pt x="1" y="2555"/>
                      <a:pt x="1" y="2772"/>
                    </a:cubicBezTo>
                    <a:lnTo>
                      <a:pt x="1" y="18435"/>
                    </a:lnTo>
                    <a:cubicBezTo>
                      <a:pt x="1" y="20243"/>
                      <a:pt x="1472" y="21714"/>
                      <a:pt x="3281" y="21714"/>
                    </a:cubicBezTo>
                    <a:cubicBezTo>
                      <a:pt x="5089" y="21714"/>
                      <a:pt x="6561" y="20243"/>
                      <a:pt x="6561" y="18435"/>
                    </a:cubicBezTo>
                    <a:lnTo>
                      <a:pt x="6561" y="3280"/>
                    </a:lnTo>
                    <a:cubicBezTo>
                      <a:pt x="6561" y="1909"/>
                      <a:pt x="7674" y="792"/>
                      <a:pt x="9047" y="792"/>
                    </a:cubicBezTo>
                    <a:cubicBezTo>
                      <a:pt x="10418" y="792"/>
                      <a:pt x="11533" y="1909"/>
                      <a:pt x="11533" y="3280"/>
                    </a:cubicBezTo>
                    <a:lnTo>
                      <a:pt x="11533" y="11690"/>
                    </a:lnTo>
                    <a:cubicBezTo>
                      <a:pt x="11533" y="12961"/>
                      <a:pt x="12569" y="14018"/>
                      <a:pt x="13840" y="14046"/>
                    </a:cubicBezTo>
                    <a:lnTo>
                      <a:pt x="14305" y="14057"/>
                    </a:lnTo>
                    <a:lnTo>
                      <a:pt x="14315" y="14057"/>
                    </a:lnTo>
                    <a:lnTo>
                      <a:pt x="14315" y="13266"/>
                    </a:lnTo>
                    <a:lnTo>
                      <a:pt x="13857" y="13253"/>
                    </a:lnTo>
                    <a:cubicBezTo>
                      <a:pt x="13012" y="13236"/>
                      <a:pt x="12325" y="12534"/>
                      <a:pt x="12325" y="11690"/>
                    </a:cubicBezTo>
                    <a:lnTo>
                      <a:pt x="12325" y="3280"/>
                    </a:lnTo>
                    <a:cubicBezTo>
                      <a:pt x="12325" y="1472"/>
                      <a:pt x="10853" y="1"/>
                      <a:pt x="9047" y="1"/>
                    </a:cubicBezTo>
                    <a:close/>
                  </a:path>
                </a:pathLst>
              </a:custGeom>
              <a:gradFill>
                <a:gsLst>
                  <a:gs pos="0">
                    <a:schemeClr val="lt1"/>
                  </a:gs>
                  <a:gs pos="100000">
                    <a:schemeClr val="dk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7" name="Google Shape;628;p48">
                <a:extLst>
                  <a:ext uri="{FF2B5EF4-FFF2-40B4-BE49-F238E27FC236}">
                    <a16:creationId xmlns:a16="http://schemas.microsoft.com/office/drawing/2014/main" id="{524D2730-A4E2-12EB-B510-3FF2828AA94D}"/>
                  </a:ext>
                </a:extLst>
              </p:cNvPr>
              <p:cNvSpPr/>
              <p:nvPr/>
            </p:nvSpPr>
            <p:spPr>
              <a:xfrm>
                <a:off x="3332074" y="2292717"/>
                <a:ext cx="215710" cy="391073"/>
              </a:xfrm>
              <a:custGeom>
                <a:avLst/>
                <a:gdLst/>
                <a:ahLst/>
                <a:cxnLst/>
                <a:rect l="l" t="t" r="r" b="b"/>
                <a:pathLst>
                  <a:path w="3844" h="6969" extrusionOk="0">
                    <a:moveTo>
                      <a:pt x="586" y="0"/>
                    </a:moveTo>
                    <a:cubicBezTo>
                      <a:pt x="262" y="0"/>
                      <a:pt x="0" y="349"/>
                      <a:pt x="0" y="782"/>
                    </a:cubicBezTo>
                    <a:lnTo>
                      <a:pt x="0" y="2170"/>
                    </a:lnTo>
                    <a:cubicBezTo>
                      <a:pt x="0" y="2353"/>
                      <a:pt x="49" y="2530"/>
                      <a:pt x="136" y="2670"/>
                    </a:cubicBezTo>
                    <a:lnTo>
                      <a:pt x="826" y="3775"/>
                    </a:lnTo>
                    <a:cubicBezTo>
                      <a:pt x="914" y="3917"/>
                      <a:pt x="962" y="4093"/>
                      <a:pt x="962" y="4276"/>
                    </a:cubicBezTo>
                    <a:lnTo>
                      <a:pt x="962" y="6187"/>
                    </a:lnTo>
                    <a:cubicBezTo>
                      <a:pt x="962" y="6619"/>
                      <a:pt x="1223" y="6968"/>
                      <a:pt x="1545" y="6968"/>
                    </a:cubicBezTo>
                    <a:lnTo>
                      <a:pt x="2300" y="6968"/>
                    </a:lnTo>
                    <a:cubicBezTo>
                      <a:pt x="2622" y="6968"/>
                      <a:pt x="2884" y="6619"/>
                      <a:pt x="2884" y="6187"/>
                    </a:cubicBezTo>
                    <a:lnTo>
                      <a:pt x="2884" y="4276"/>
                    </a:lnTo>
                    <a:cubicBezTo>
                      <a:pt x="2884" y="4093"/>
                      <a:pt x="2932" y="3917"/>
                      <a:pt x="3020" y="3775"/>
                    </a:cubicBezTo>
                    <a:lnTo>
                      <a:pt x="3709" y="2670"/>
                    </a:lnTo>
                    <a:cubicBezTo>
                      <a:pt x="3797" y="2530"/>
                      <a:pt x="3844" y="2353"/>
                      <a:pt x="3844" y="2170"/>
                    </a:cubicBezTo>
                    <a:lnTo>
                      <a:pt x="3844" y="782"/>
                    </a:lnTo>
                    <a:cubicBezTo>
                      <a:pt x="3844" y="349"/>
                      <a:pt x="3582" y="0"/>
                      <a:pt x="326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8" name="Google Shape;629;p48">
                <a:extLst>
                  <a:ext uri="{FF2B5EF4-FFF2-40B4-BE49-F238E27FC236}">
                    <a16:creationId xmlns:a16="http://schemas.microsoft.com/office/drawing/2014/main" id="{F94BC739-3907-6544-B03B-A8DA718A892C}"/>
                  </a:ext>
                </a:extLst>
              </p:cNvPr>
              <p:cNvSpPr/>
              <p:nvPr/>
            </p:nvSpPr>
            <p:spPr>
              <a:xfrm>
                <a:off x="3410581" y="2682281"/>
                <a:ext cx="58866" cy="58866"/>
              </a:xfrm>
              <a:custGeom>
                <a:avLst/>
                <a:gdLst/>
                <a:ahLst/>
                <a:cxnLst/>
                <a:rect l="l" t="t" r="r" b="b"/>
                <a:pathLst>
                  <a:path w="1049" h="1049" extrusionOk="0">
                    <a:moveTo>
                      <a:pt x="1" y="1"/>
                    </a:moveTo>
                    <a:lnTo>
                      <a:pt x="1" y="1048"/>
                    </a:lnTo>
                    <a:lnTo>
                      <a:pt x="1048" y="1048"/>
                    </a:lnTo>
                    <a:lnTo>
                      <a:pt x="104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9" name="Google Shape;630;p48">
                <a:extLst>
                  <a:ext uri="{FF2B5EF4-FFF2-40B4-BE49-F238E27FC236}">
                    <a16:creationId xmlns:a16="http://schemas.microsoft.com/office/drawing/2014/main" id="{AA5A88CB-3AB9-F9B7-3071-8B1A497074B4}"/>
                  </a:ext>
                </a:extLst>
              </p:cNvPr>
              <p:cNvSpPr/>
              <p:nvPr/>
            </p:nvSpPr>
            <p:spPr>
              <a:xfrm>
                <a:off x="3347787" y="2299114"/>
                <a:ext cx="182546" cy="55555"/>
              </a:xfrm>
              <a:custGeom>
                <a:avLst/>
                <a:gdLst/>
                <a:ahLst/>
                <a:cxnLst/>
                <a:rect l="l" t="t" r="r" b="b"/>
                <a:pathLst>
                  <a:path w="3253" h="990" extrusionOk="0">
                    <a:moveTo>
                      <a:pt x="37" y="1"/>
                    </a:moveTo>
                    <a:cubicBezTo>
                      <a:pt x="16" y="1"/>
                      <a:pt x="0" y="18"/>
                      <a:pt x="0" y="39"/>
                    </a:cubicBezTo>
                    <a:lnTo>
                      <a:pt x="0" y="952"/>
                    </a:lnTo>
                    <a:cubicBezTo>
                      <a:pt x="0" y="973"/>
                      <a:pt x="16" y="990"/>
                      <a:pt x="37" y="990"/>
                    </a:cubicBezTo>
                    <a:lnTo>
                      <a:pt x="3216" y="990"/>
                    </a:lnTo>
                    <a:cubicBezTo>
                      <a:pt x="3236" y="990"/>
                      <a:pt x="3253" y="973"/>
                      <a:pt x="3253" y="952"/>
                    </a:cubicBezTo>
                    <a:lnTo>
                      <a:pt x="3253" y="39"/>
                    </a:lnTo>
                    <a:cubicBezTo>
                      <a:pt x="3253" y="18"/>
                      <a:pt x="3236" y="1"/>
                      <a:pt x="321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43" name="Google Shape;631;p48">
              <a:extLst>
                <a:ext uri="{FF2B5EF4-FFF2-40B4-BE49-F238E27FC236}">
                  <a16:creationId xmlns:a16="http://schemas.microsoft.com/office/drawing/2014/main" id="{E3E18AAF-AE1C-F5EE-0AB9-1CEF610D7243}"/>
                </a:ext>
              </a:extLst>
            </p:cNvPr>
            <p:cNvSpPr/>
            <p:nvPr/>
          </p:nvSpPr>
          <p:spPr>
            <a:xfrm>
              <a:off x="4810707" y="2865240"/>
              <a:ext cx="218736" cy="377542"/>
            </a:xfrm>
            <a:custGeom>
              <a:avLst/>
              <a:gdLst/>
              <a:ahLst/>
              <a:cxnLst/>
              <a:rect l="l" t="t" r="r" b="b"/>
              <a:pathLst>
                <a:path w="3898" h="6728" extrusionOk="0">
                  <a:moveTo>
                    <a:pt x="1" y="1"/>
                  </a:moveTo>
                  <a:lnTo>
                    <a:pt x="774" y="3365"/>
                  </a:lnTo>
                  <a:lnTo>
                    <a:pt x="1949" y="3365"/>
                  </a:lnTo>
                  <a:lnTo>
                    <a:pt x="1708" y="6727"/>
                  </a:lnTo>
                  <a:lnTo>
                    <a:pt x="3898" y="2403"/>
                  </a:lnTo>
                  <a:lnTo>
                    <a:pt x="2510" y="2403"/>
                  </a:lnTo>
                  <a:lnTo>
                    <a:pt x="3898" y="1"/>
                  </a:lnTo>
                  <a:close/>
                </a:path>
              </a:pathLst>
            </a:custGeom>
            <a:gradFill>
              <a:gsLst>
                <a:gs pos="0">
                  <a:schemeClr val="accent2"/>
                </a:gs>
                <a:gs pos="100000">
                  <a:schemeClr val="accent6"/>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4" name="Google Shape;632;p48">
              <a:extLst>
                <a:ext uri="{FF2B5EF4-FFF2-40B4-BE49-F238E27FC236}">
                  <a16:creationId xmlns:a16="http://schemas.microsoft.com/office/drawing/2014/main" id="{2E0A76F5-E09B-B816-633C-59F8D7156D72}"/>
                </a:ext>
              </a:extLst>
            </p:cNvPr>
            <p:cNvSpPr/>
            <p:nvPr/>
          </p:nvSpPr>
          <p:spPr>
            <a:xfrm>
              <a:off x="4721312" y="3671697"/>
              <a:ext cx="397519" cy="694591"/>
            </a:xfrm>
            <a:custGeom>
              <a:avLst/>
              <a:gdLst/>
              <a:ahLst/>
              <a:cxnLst/>
              <a:rect l="l" t="t" r="r" b="b"/>
              <a:pathLst>
                <a:path w="7084" h="12378" extrusionOk="0">
                  <a:moveTo>
                    <a:pt x="1" y="0"/>
                  </a:moveTo>
                  <a:lnTo>
                    <a:pt x="1" y="5285"/>
                  </a:lnTo>
                  <a:lnTo>
                    <a:pt x="7084" y="5285"/>
                  </a:lnTo>
                  <a:lnTo>
                    <a:pt x="7084" y="0"/>
                  </a:lnTo>
                  <a:close/>
                  <a:moveTo>
                    <a:pt x="3470" y="7811"/>
                  </a:moveTo>
                  <a:cubicBezTo>
                    <a:pt x="2701" y="7811"/>
                    <a:pt x="2077" y="8434"/>
                    <a:pt x="2077" y="9203"/>
                  </a:cubicBezTo>
                  <a:cubicBezTo>
                    <a:pt x="2077" y="9972"/>
                    <a:pt x="2701" y="10596"/>
                    <a:pt x="3470" y="10596"/>
                  </a:cubicBezTo>
                  <a:cubicBezTo>
                    <a:pt x="4240" y="10596"/>
                    <a:pt x="4863" y="9972"/>
                    <a:pt x="4863" y="9203"/>
                  </a:cubicBezTo>
                  <a:cubicBezTo>
                    <a:pt x="4863" y="8434"/>
                    <a:pt x="4240" y="7811"/>
                    <a:pt x="3470" y="7811"/>
                  </a:cubicBezTo>
                  <a:close/>
                  <a:moveTo>
                    <a:pt x="3471" y="6878"/>
                  </a:moveTo>
                  <a:cubicBezTo>
                    <a:pt x="4754" y="6878"/>
                    <a:pt x="5796" y="7920"/>
                    <a:pt x="5796" y="9203"/>
                  </a:cubicBezTo>
                  <a:cubicBezTo>
                    <a:pt x="5796" y="10488"/>
                    <a:pt x="4754" y="11528"/>
                    <a:pt x="3471" y="11528"/>
                  </a:cubicBezTo>
                  <a:cubicBezTo>
                    <a:pt x="2186" y="11528"/>
                    <a:pt x="1144" y="10488"/>
                    <a:pt x="1144" y="9203"/>
                  </a:cubicBezTo>
                  <a:cubicBezTo>
                    <a:pt x="1144" y="7920"/>
                    <a:pt x="2186" y="6878"/>
                    <a:pt x="3471" y="6878"/>
                  </a:cubicBezTo>
                  <a:close/>
                  <a:moveTo>
                    <a:pt x="3471" y="6029"/>
                  </a:moveTo>
                  <a:cubicBezTo>
                    <a:pt x="1639" y="6029"/>
                    <a:pt x="155" y="7449"/>
                    <a:pt x="155" y="9203"/>
                  </a:cubicBezTo>
                  <a:cubicBezTo>
                    <a:pt x="155" y="10957"/>
                    <a:pt x="1639" y="12378"/>
                    <a:pt x="3471" y="12378"/>
                  </a:cubicBezTo>
                  <a:cubicBezTo>
                    <a:pt x="5301" y="12378"/>
                    <a:pt x="6786" y="10957"/>
                    <a:pt x="6786" y="9203"/>
                  </a:cubicBezTo>
                  <a:cubicBezTo>
                    <a:pt x="6786" y="7449"/>
                    <a:pt x="5301" y="6029"/>
                    <a:pt x="3471" y="6029"/>
                  </a:cubicBezTo>
                  <a:close/>
                </a:path>
              </a:pathLst>
            </a:custGeom>
            <a:gradFill>
              <a:gsLst>
                <a:gs pos="0">
                  <a:schemeClr val="lt1"/>
                </a:gs>
                <a:gs pos="100000">
                  <a:schemeClr val="dk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5" name="Google Shape;633;p48">
              <a:extLst>
                <a:ext uri="{FF2B5EF4-FFF2-40B4-BE49-F238E27FC236}">
                  <a16:creationId xmlns:a16="http://schemas.microsoft.com/office/drawing/2014/main" id="{B232CFC4-0C47-655A-FB76-41D7A4FE8719}"/>
                </a:ext>
              </a:extLst>
            </p:cNvPr>
            <p:cNvSpPr/>
            <p:nvPr/>
          </p:nvSpPr>
          <p:spPr>
            <a:xfrm>
              <a:off x="4713793" y="3464962"/>
              <a:ext cx="418562" cy="425576"/>
            </a:xfrm>
            <a:custGeom>
              <a:avLst/>
              <a:gdLst/>
              <a:ahLst/>
              <a:cxnLst/>
              <a:rect l="l" t="t" r="r" b="b"/>
              <a:pathLst>
                <a:path w="7459" h="7584" extrusionOk="0">
                  <a:moveTo>
                    <a:pt x="67" y="1"/>
                  </a:moveTo>
                  <a:cubicBezTo>
                    <a:pt x="30" y="1"/>
                    <a:pt x="1" y="30"/>
                    <a:pt x="1" y="67"/>
                  </a:cubicBezTo>
                  <a:lnTo>
                    <a:pt x="1" y="3156"/>
                  </a:lnTo>
                  <a:cubicBezTo>
                    <a:pt x="1" y="3192"/>
                    <a:pt x="30" y="3222"/>
                    <a:pt x="67" y="3222"/>
                  </a:cubicBezTo>
                  <a:lnTo>
                    <a:pt x="7392" y="3222"/>
                  </a:lnTo>
                  <a:cubicBezTo>
                    <a:pt x="7428" y="3222"/>
                    <a:pt x="7458" y="3192"/>
                    <a:pt x="7458" y="3156"/>
                  </a:cubicBezTo>
                  <a:lnTo>
                    <a:pt x="7458" y="67"/>
                  </a:lnTo>
                  <a:cubicBezTo>
                    <a:pt x="7458" y="30"/>
                    <a:pt x="7428" y="1"/>
                    <a:pt x="7392" y="1"/>
                  </a:cubicBezTo>
                  <a:close/>
                  <a:moveTo>
                    <a:pt x="573" y="4196"/>
                  </a:moveTo>
                  <a:cubicBezTo>
                    <a:pt x="562" y="4196"/>
                    <a:pt x="553" y="4206"/>
                    <a:pt x="553" y="4217"/>
                  </a:cubicBezTo>
                  <a:lnTo>
                    <a:pt x="553" y="4722"/>
                  </a:lnTo>
                  <a:cubicBezTo>
                    <a:pt x="553" y="4734"/>
                    <a:pt x="562" y="4743"/>
                    <a:pt x="573" y="4743"/>
                  </a:cubicBezTo>
                  <a:lnTo>
                    <a:pt x="2192" y="4743"/>
                  </a:lnTo>
                  <a:cubicBezTo>
                    <a:pt x="2203" y="4743"/>
                    <a:pt x="2211" y="4734"/>
                    <a:pt x="2211" y="4722"/>
                  </a:cubicBezTo>
                  <a:lnTo>
                    <a:pt x="2211" y="4217"/>
                  </a:lnTo>
                  <a:cubicBezTo>
                    <a:pt x="2211" y="4206"/>
                    <a:pt x="2203" y="4196"/>
                    <a:pt x="2192" y="4196"/>
                  </a:cubicBezTo>
                  <a:close/>
                  <a:moveTo>
                    <a:pt x="2921" y="4196"/>
                  </a:moveTo>
                  <a:cubicBezTo>
                    <a:pt x="2910" y="4196"/>
                    <a:pt x="2900" y="4206"/>
                    <a:pt x="2900" y="4217"/>
                  </a:cubicBezTo>
                  <a:lnTo>
                    <a:pt x="2900" y="4722"/>
                  </a:lnTo>
                  <a:cubicBezTo>
                    <a:pt x="2900" y="4734"/>
                    <a:pt x="2910" y="4743"/>
                    <a:pt x="2921" y="4743"/>
                  </a:cubicBezTo>
                  <a:lnTo>
                    <a:pt x="4538" y="4743"/>
                  </a:lnTo>
                  <a:cubicBezTo>
                    <a:pt x="4549" y="4743"/>
                    <a:pt x="4559" y="4734"/>
                    <a:pt x="4559" y="4722"/>
                  </a:cubicBezTo>
                  <a:lnTo>
                    <a:pt x="4559" y="4217"/>
                  </a:lnTo>
                  <a:cubicBezTo>
                    <a:pt x="4559" y="4206"/>
                    <a:pt x="4549" y="4196"/>
                    <a:pt x="4538" y="4196"/>
                  </a:cubicBezTo>
                  <a:close/>
                  <a:moveTo>
                    <a:pt x="5122" y="4196"/>
                  </a:moveTo>
                  <a:cubicBezTo>
                    <a:pt x="5109" y="4196"/>
                    <a:pt x="5100" y="4206"/>
                    <a:pt x="5100" y="4217"/>
                  </a:cubicBezTo>
                  <a:lnTo>
                    <a:pt x="5100" y="4722"/>
                  </a:lnTo>
                  <a:cubicBezTo>
                    <a:pt x="5100" y="4734"/>
                    <a:pt x="5109" y="4743"/>
                    <a:pt x="5122" y="4743"/>
                  </a:cubicBezTo>
                  <a:lnTo>
                    <a:pt x="6739" y="4743"/>
                  </a:lnTo>
                  <a:cubicBezTo>
                    <a:pt x="6750" y="4743"/>
                    <a:pt x="6760" y="4734"/>
                    <a:pt x="6760" y="4722"/>
                  </a:cubicBezTo>
                  <a:lnTo>
                    <a:pt x="6760" y="4217"/>
                  </a:lnTo>
                  <a:cubicBezTo>
                    <a:pt x="6760" y="4206"/>
                    <a:pt x="6750" y="4196"/>
                    <a:pt x="6739" y="4196"/>
                  </a:cubicBezTo>
                  <a:close/>
                  <a:moveTo>
                    <a:pt x="593" y="5635"/>
                  </a:moveTo>
                  <a:cubicBezTo>
                    <a:pt x="582" y="5635"/>
                    <a:pt x="573" y="5645"/>
                    <a:pt x="573" y="5656"/>
                  </a:cubicBezTo>
                  <a:lnTo>
                    <a:pt x="573" y="6162"/>
                  </a:lnTo>
                  <a:cubicBezTo>
                    <a:pt x="573" y="6173"/>
                    <a:pt x="582" y="6182"/>
                    <a:pt x="593" y="6182"/>
                  </a:cubicBezTo>
                  <a:lnTo>
                    <a:pt x="2211" y="6182"/>
                  </a:lnTo>
                  <a:cubicBezTo>
                    <a:pt x="2223" y="6182"/>
                    <a:pt x="2233" y="6173"/>
                    <a:pt x="2233" y="6162"/>
                  </a:cubicBezTo>
                  <a:lnTo>
                    <a:pt x="2233" y="5656"/>
                  </a:lnTo>
                  <a:cubicBezTo>
                    <a:pt x="2233" y="5645"/>
                    <a:pt x="2223" y="5635"/>
                    <a:pt x="2211" y="5635"/>
                  </a:cubicBezTo>
                  <a:close/>
                  <a:moveTo>
                    <a:pt x="2941" y="5635"/>
                  </a:moveTo>
                  <a:cubicBezTo>
                    <a:pt x="2929" y="5635"/>
                    <a:pt x="2919" y="5645"/>
                    <a:pt x="2919" y="5656"/>
                  </a:cubicBezTo>
                  <a:lnTo>
                    <a:pt x="2919" y="6162"/>
                  </a:lnTo>
                  <a:cubicBezTo>
                    <a:pt x="2919" y="6173"/>
                    <a:pt x="2929" y="6182"/>
                    <a:pt x="2941" y="6182"/>
                  </a:cubicBezTo>
                  <a:lnTo>
                    <a:pt x="4558" y="6182"/>
                  </a:lnTo>
                  <a:cubicBezTo>
                    <a:pt x="4569" y="6182"/>
                    <a:pt x="4579" y="6173"/>
                    <a:pt x="4579" y="6162"/>
                  </a:cubicBezTo>
                  <a:lnTo>
                    <a:pt x="4579" y="5656"/>
                  </a:lnTo>
                  <a:cubicBezTo>
                    <a:pt x="4579" y="5645"/>
                    <a:pt x="4569" y="5635"/>
                    <a:pt x="4558" y="5635"/>
                  </a:cubicBezTo>
                  <a:close/>
                  <a:moveTo>
                    <a:pt x="5141" y="5635"/>
                  </a:moveTo>
                  <a:cubicBezTo>
                    <a:pt x="5130" y="5635"/>
                    <a:pt x="5120" y="5645"/>
                    <a:pt x="5120" y="5656"/>
                  </a:cubicBezTo>
                  <a:lnTo>
                    <a:pt x="5120" y="6162"/>
                  </a:lnTo>
                  <a:cubicBezTo>
                    <a:pt x="5120" y="6173"/>
                    <a:pt x="5130" y="6182"/>
                    <a:pt x="5141" y="6182"/>
                  </a:cubicBezTo>
                  <a:lnTo>
                    <a:pt x="6758" y="6182"/>
                  </a:lnTo>
                  <a:cubicBezTo>
                    <a:pt x="6770" y="6182"/>
                    <a:pt x="6780" y="6173"/>
                    <a:pt x="6780" y="6162"/>
                  </a:cubicBezTo>
                  <a:lnTo>
                    <a:pt x="6780" y="5656"/>
                  </a:lnTo>
                  <a:cubicBezTo>
                    <a:pt x="6780" y="5645"/>
                    <a:pt x="6770" y="5635"/>
                    <a:pt x="6758" y="5635"/>
                  </a:cubicBezTo>
                  <a:close/>
                  <a:moveTo>
                    <a:pt x="593" y="7037"/>
                  </a:moveTo>
                  <a:cubicBezTo>
                    <a:pt x="582" y="7037"/>
                    <a:pt x="573" y="7045"/>
                    <a:pt x="573" y="7057"/>
                  </a:cubicBezTo>
                  <a:lnTo>
                    <a:pt x="573" y="7563"/>
                  </a:lnTo>
                  <a:cubicBezTo>
                    <a:pt x="573" y="7574"/>
                    <a:pt x="582" y="7584"/>
                    <a:pt x="593" y="7584"/>
                  </a:cubicBezTo>
                  <a:lnTo>
                    <a:pt x="2211" y="7584"/>
                  </a:lnTo>
                  <a:cubicBezTo>
                    <a:pt x="2223" y="7584"/>
                    <a:pt x="2233" y="7574"/>
                    <a:pt x="2233" y="7563"/>
                  </a:cubicBezTo>
                  <a:lnTo>
                    <a:pt x="2233" y="7057"/>
                  </a:lnTo>
                  <a:cubicBezTo>
                    <a:pt x="2233" y="7045"/>
                    <a:pt x="2223" y="7037"/>
                    <a:pt x="2211" y="7037"/>
                  </a:cubicBezTo>
                  <a:close/>
                  <a:moveTo>
                    <a:pt x="2941" y="7037"/>
                  </a:moveTo>
                  <a:cubicBezTo>
                    <a:pt x="2929" y="7037"/>
                    <a:pt x="2919" y="7045"/>
                    <a:pt x="2919" y="7057"/>
                  </a:cubicBezTo>
                  <a:lnTo>
                    <a:pt x="2919" y="7563"/>
                  </a:lnTo>
                  <a:cubicBezTo>
                    <a:pt x="2919" y="7574"/>
                    <a:pt x="2929" y="7584"/>
                    <a:pt x="2941" y="7584"/>
                  </a:cubicBezTo>
                  <a:lnTo>
                    <a:pt x="4558" y="7584"/>
                  </a:lnTo>
                  <a:cubicBezTo>
                    <a:pt x="4569" y="7584"/>
                    <a:pt x="4579" y="7574"/>
                    <a:pt x="4579" y="7563"/>
                  </a:cubicBezTo>
                  <a:lnTo>
                    <a:pt x="4579" y="7057"/>
                  </a:lnTo>
                  <a:cubicBezTo>
                    <a:pt x="4579" y="7045"/>
                    <a:pt x="4569" y="7037"/>
                    <a:pt x="4558" y="7037"/>
                  </a:cubicBezTo>
                  <a:close/>
                  <a:moveTo>
                    <a:pt x="5141" y="7037"/>
                  </a:moveTo>
                  <a:cubicBezTo>
                    <a:pt x="5130" y="7037"/>
                    <a:pt x="5120" y="7045"/>
                    <a:pt x="5120" y="7057"/>
                  </a:cubicBezTo>
                  <a:lnTo>
                    <a:pt x="5120" y="7563"/>
                  </a:lnTo>
                  <a:cubicBezTo>
                    <a:pt x="5120" y="7574"/>
                    <a:pt x="5130" y="7584"/>
                    <a:pt x="5141" y="7584"/>
                  </a:cubicBezTo>
                  <a:lnTo>
                    <a:pt x="6758" y="7584"/>
                  </a:lnTo>
                  <a:cubicBezTo>
                    <a:pt x="6770" y="7584"/>
                    <a:pt x="6780" y="7574"/>
                    <a:pt x="6780" y="7563"/>
                  </a:cubicBezTo>
                  <a:lnTo>
                    <a:pt x="6780" y="7057"/>
                  </a:lnTo>
                  <a:cubicBezTo>
                    <a:pt x="6780" y="7045"/>
                    <a:pt x="6770" y="7037"/>
                    <a:pt x="6758" y="7037"/>
                  </a:cubicBezTo>
                  <a:close/>
                </a:path>
              </a:pathLst>
            </a:custGeom>
            <a:gradFill>
              <a:gsLst>
                <a:gs pos="0">
                  <a:schemeClr val="accent2"/>
                </a:gs>
                <a:gs pos="100000">
                  <a:schemeClr val="accent6"/>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882"/>
        <p:cNvGrpSpPr/>
        <p:nvPr/>
      </p:nvGrpSpPr>
      <p:grpSpPr>
        <a:xfrm>
          <a:off x="0" y="0"/>
          <a:ext cx="0" cy="0"/>
          <a:chOff x="0" y="0"/>
          <a:chExt cx="0" cy="0"/>
        </a:xfrm>
      </p:grpSpPr>
      <p:sp>
        <p:nvSpPr>
          <p:cNvPr id="940" name="Google Shape;940;p57"/>
          <p:cNvSpPr/>
          <p:nvPr/>
        </p:nvSpPr>
        <p:spPr>
          <a:xfrm>
            <a:off x="713250" y="2925596"/>
            <a:ext cx="7717500" cy="1061100"/>
          </a:xfrm>
          <a:prstGeom prst="round2DiagRect">
            <a:avLst>
              <a:gd name="adj1" fmla="val 16667"/>
              <a:gd name="adj2" fmla="val 0"/>
            </a:avLst>
          </a:pr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p>
        </p:txBody>
      </p:sp>
      <p:sp>
        <p:nvSpPr>
          <p:cNvPr id="883" name="Google Shape;883;p57"/>
          <p:cNvSpPr/>
          <p:nvPr/>
        </p:nvSpPr>
        <p:spPr>
          <a:xfrm flipH="1">
            <a:off x="6046530" y="607258"/>
            <a:ext cx="2025701" cy="480071"/>
          </a:xfrm>
          <a:custGeom>
            <a:avLst/>
            <a:gdLst/>
            <a:ahLst/>
            <a:cxnLst/>
            <a:rect l="l" t="t" r="r" b="b"/>
            <a:pathLst>
              <a:path w="30587" h="7248" extrusionOk="0">
                <a:moveTo>
                  <a:pt x="15926" y="0"/>
                </a:moveTo>
                <a:cubicBezTo>
                  <a:pt x="13961" y="0"/>
                  <a:pt x="12266" y="6080"/>
                  <a:pt x="12266" y="6080"/>
                </a:cubicBezTo>
                <a:cubicBezTo>
                  <a:pt x="12266" y="6080"/>
                  <a:pt x="12617" y="3734"/>
                  <a:pt x="10866" y="3624"/>
                </a:cubicBezTo>
                <a:cubicBezTo>
                  <a:pt x="10828" y="3621"/>
                  <a:pt x="10789" y="3620"/>
                  <a:pt x="10751" y="3620"/>
                </a:cubicBezTo>
                <a:cubicBezTo>
                  <a:pt x="9060" y="3620"/>
                  <a:pt x="7833" y="5963"/>
                  <a:pt x="7833" y="5963"/>
                </a:cubicBezTo>
                <a:lnTo>
                  <a:pt x="1" y="7248"/>
                </a:lnTo>
                <a:lnTo>
                  <a:pt x="30587" y="7248"/>
                </a:lnTo>
                <a:cubicBezTo>
                  <a:pt x="30587" y="7248"/>
                  <a:pt x="23118" y="6780"/>
                  <a:pt x="22652" y="6080"/>
                </a:cubicBezTo>
                <a:cubicBezTo>
                  <a:pt x="22185" y="5381"/>
                  <a:pt x="21404" y="2579"/>
                  <a:pt x="19519" y="2346"/>
                </a:cubicBezTo>
                <a:cubicBezTo>
                  <a:pt x="19441" y="2336"/>
                  <a:pt x="19365" y="2332"/>
                  <a:pt x="19291" y="2332"/>
                </a:cubicBezTo>
                <a:cubicBezTo>
                  <a:pt x="18256" y="2332"/>
                  <a:pt x="17651" y="3241"/>
                  <a:pt x="17336" y="3955"/>
                </a:cubicBezTo>
                <a:lnTo>
                  <a:pt x="17336" y="3955"/>
                </a:lnTo>
                <a:cubicBezTo>
                  <a:pt x="17642" y="2843"/>
                  <a:pt x="17903" y="933"/>
                  <a:pt x="16414" y="130"/>
                </a:cubicBezTo>
                <a:cubicBezTo>
                  <a:pt x="16250" y="41"/>
                  <a:pt x="16087" y="0"/>
                  <a:pt x="1592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884" name="Google Shape;884;p57"/>
          <p:cNvGrpSpPr/>
          <p:nvPr/>
        </p:nvGrpSpPr>
        <p:grpSpPr>
          <a:xfrm rot="-489577" flipH="1">
            <a:off x="206601" y="933494"/>
            <a:ext cx="3677410" cy="2373365"/>
            <a:chOff x="4352672" y="2230153"/>
            <a:chExt cx="4618934" cy="2913327"/>
          </a:xfrm>
        </p:grpSpPr>
        <p:sp>
          <p:nvSpPr>
            <p:cNvPr id="885" name="Google Shape;885;p57"/>
            <p:cNvSpPr/>
            <p:nvPr/>
          </p:nvSpPr>
          <p:spPr>
            <a:xfrm>
              <a:off x="4352672" y="2230153"/>
              <a:ext cx="4618934" cy="2913327"/>
            </a:xfrm>
            <a:custGeom>
              <a:avLst/>
              <a:gdLst/>
              <a:ahLst/>
              <a:cxnLst/>
              <a:rect l="l" t="t" r="r" b="b"/>
              <a:pathLst>
                <a:path w="74532" h="47010" extrusionOk="0">
                  <a:moveTo>
                    <a:pt x="54653" y="0"/>
                  </a:moveTo>
                  <a:cubicBezTo>
                    <a:pt x="53200" y="0"/>
                    <a:pt x="51847" y="308"/>
                    <a:pt x="50723" y="888"/>
                  </a:cubicBezTo>
                  <a:cubicBezTo>
                    <a:pt x="43140" y="4799"/>
                    <a:pt x="42201" y="11965"/>
                    <a:pt x="35079" y="12941"/>
                  </a:cubicBezTo>
                  <a:cubicBezTo>
                    <a:pt x="34640" y="13001"/>
                    <a:pt x="34220" y="13029"/>
                    <a:pt x="33817" y="13029"/>
                  </a:cubicBezTo>
                  <a:cubicBezTo>
                    <a:pt x="28008" y="13029"/>
                    <a:pt x="25638" y="7193"/>
                    <a:pt x="17704" y="7193"/>
                  </a:cubicBezTo>
                  <a:cubicBezTo>
                    <a:pt x="17261" y="7193"/>
                    <a:pt x="16800" y="7212"/>
                    <a:pt x="16321" y="7250"/>
                  </a:cubicBezTo>
                  <a:cubicBezTo>
                    <a:pt x="7445" y="7962"/>
                    <a:pt x="5255" y="19804"/>
                    <a:pt x="6743" y="26511"/>
                  </a:cubicBezTo>
                  <a:cubicBezTo>
                    <a:pt x="8230" y="33220"/>
                    <a:pt x="2193" y="31857"/>
                    <a:pt x="962" y="37812"/>
                  </a:cubicBezTo>
                  <a:cubicBezTo>
                    <a:pt x="1" y="42459"/>
                    <a:pt x="6264" y="47009"/>
                    <a:pt x="6264" y="47009"/>
                  </a:cubicBezTo>
                  <a:lnTo>
                    <a:pt x="65131" y="47009"/>
                  </a:lnTo>
                  <a:cubicBezTo>
                    <a:pt x="65131" y="47009"/>
                    <a:pt x="74486" y="44516"/>
                    <a:pt x="74509" y="34367"/>
                  </a:cubicBezTo>
                  <a:cubicBezTo>
                    <a:pt x="74532" y="24219"/>
                    <a:pt x="70861" y="24838"/>
                    <a:pt x="68203" y="13020"/>
                  </a:cubicBezTo>
                  <a:cubicBezTo>
                    <a:pt x="66134" y="3817"/>
                    <a:pt x="59769" y="0"/>
                    <a:pt x="5465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86" name="Google Shape;886;p57"/>
            <p:cNvSpPr/>
            <p:nvPr/>
          </p:nvSpPr>
          <p:spPr>
            <a:xfrm>
              <a:off x="4454125" y="2726100"/>
              <a:ext cx="4463197" cy="2417337"/>
            </a:xfrm>
            <a:custGeom>
              <a:avLst/>
              <a:gdLst/>
              <a:ahLst/>
              <a:cxnLst/>
              <a:rect l="l" t="t" r="r" b="b"/>
              <a:pathLst>
                <a:path w="72019" h="37217" extrusionOk="0">
                  <a:moveTo>
                    <a:pt x="53179" y="0"/>
                  </a:moveTo>
                  <a:cubicBezTo>
                    <a:pt x="52371" y="0"/>
                    <a:pt x="51548" y="99"/>
                    <a:pt x="50717" y="290"/>
                  </a:cubicBezTo>
                  <a:cubicBezTo>
                    <a:pt x="45513" y="1483"/>
                    <a:pt x="42522" y="9504"/>
                    <a:pt x="35118" y="10338"/>
                  </a:cubicBezTo>
                  <a:cubicBezTo>
                    <a:pt x="34572" y="10399"/>
                    <a:pt x="34055" y="10427"/>
                    <a:pt x="33564" y="10427"/>
                  </a:cubicBezTo>
                  <a:cubicBezTo>
                    <a:pt x="29031" y="10427"/>
                    <a:pt x="26654" y="8070"/>
                    <a:pt x="23116" y="8070"/>
                  </a:cubicBezTo>
                  <a:cubicBezTo>
                    <a:pt x="21839" y="8070"/>
                    <a:pt x="20411" y="8377"/>
                    <a:pt x="18675" y="9213"/>
                  </a:cubicBezTo>
                  <a:cubicBezTo>
                    <a:pt x="13322" y="11794"/>
                    <a:pt x="12285" y="15179"/>
                    <a:pt x="12210" y="21131"/>
                  </a:cubicBezTo>
                  <a:cubicBezTo>
                    <a:pt x="12134" y="27068"/>
                    <a:pt x="3842" y="23291"/>
                    <a:pt x="1786" y="27647"/>
                  </a:cubicBezTo>
                  <a:cubicBezTo>
                    <a:pt x="0" y="31427"/>
                    <a:pt x="4754" y="37216"/>
                    <a:pt x="4754" y="37216"/>
                  </a:cubicBezTo>
                  <a:lnTo>
                    <a:pt x="65942" y="37216"/>
                  </a:lnTo>
                  <a:cubicBezTo>
                    <a:pt x="65942" y="37216"/>
                    <a:pt x="71970" y="35247"/>
                    <a:pt x="71994" y="26577"/>
                  </a:cubicBezTo>
                  <a:cubicBezTo>
                    <a:pt x="72018" y="17906"/>
                    <a:pt x="67337" y="22180"/>
                    <a:pt x="64575" y="12084"/>
                  </a:cubicBezTo>
                  <a:cubicBezTo>
                    <a:pt x="62214" y="3452"/>
                    <a:pt x="57946" y="0"/>
                    <a:pt x="5317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887" name="Google Shape;887;p57"/>
          <p:cNvSpPr/>
          <p:nvPr/>
        </p:nvSpPr>
        <p:spPr>
          <a:xfrm flipH="1">
            <a:off x="1103691" y="514205"/>
            <a:ext cx="666326" cy="1486204"/>
          </a:xfrm>
          <a:custGeom>
            <a:avLst/>
            <a:gdLst/>
            <a:ahLst/>
            <a:cxnLst/>
            <a:rect l="l" t="t" r="r" b="b"/>
            <a:pathLst>
              <a:path w="11869" h="26472" extrusionOk="0">
                <a:moveTo>
                  <a:pt x="3136" y="0"/>
                </a:moveTo>
                <a:cubicBezTo>
                  <a:pt x="3136" y="1"/>
                  <a:pt x="3529" y="4229"/>
                  <a:pt x="3824" y="4574"/>
                </a:cubicBezTo>
                <a:cubicBezTo>
                  <a:pt x="4120" y="4918"/>
                  <a:pt x="4610" y="5509"/>
                  <a:pt x="4610" y="5509"/>
                </a:cubicBezTo>
                <a:lnTo>
                  <a:pt x="4610" y="5985"/>
                </a:lnTo>
                <a:cubicBezTo>
                  <a:pt x="4333" y="6152"/>
                  <a:pt x="4161" y="6470"/>
                  <a:pt x="4196" y="6813"/>
                </a:cubicBezTo>
                <a:cubicBezTo>
                  <a:pt x="4210" y="6946"/>
                  <a:pt x="4254" y="7069"/>
                  <a:pt x="4319" y="7177"/>
                </a:cubicBezTo>
                <a:cubicBezTo>
                  <a:pt x="3857" y="7640"/>
                  <a:pt x="1" y="11513"/>
                  <a:pt x="185" y="11605"/>
                </a:cubicBezTo>
                <a:cubicBezTo>
                  <a:pt x="189" y="11607"/>
                  <a:pt x="195" y="11608"/>
                  <a:pt x="202" y="11608"/>
                </a:cubicBezTo>
                <a:cubicBezTo>
                  <a:pt x="514" y="11608"/>
                  <a:pt x="3433" y="9483"/>
                  <a:pt x="3578" y="9147"/>
                </a:cubicBezTo>
                <a:cubicBezTo>
                  <a:pt x="3725" y="8802"/>
                  <a:pt x="4267" y="8213"/>
                  <a:pt x="4364" y="7967"/>
                </a:cubicBezTo>
                <a:cubicBezTo>
                  <a:pt x="4412" y="7848"/>
                  <a:pt x="4527" y="7651"/>
                  <a:pt x="4634" y="7478"/>
                </a:cubicBezTo>
                <a:cubicBezTo>
                  <a:pt x="4689" y="7507"/>
                  <a:pt x="4746" y="7531"/>
                  <a:pt x="4807" y="7550"/>
                </a:cubicBezTo>
                <a:cubicBezTo>
                  <a:pt x="4623" y="10384"/>
                  <a:pt x="4558" y="26472"/>
                  <a:pt x="4558" y="26472"/>
                </a:cubicBezTo>
                <a:lnTo>
                  <a:pt x="6042" y="26472"/>
                </a:lnTo>
                <a:lnTo>
                  <a:pt x="5316" y="7545"/>
                </a:lnTo>
                <a:cubicBezTo>
                  <a:pt x="5556" y="7469"/>
                  <a:pt x="5745" y="7292"/>
                  <a:pt x="5843" y="7068"/>
                </a:cubicBezTo>
                <a:cubicBezTo>
                  <a:pt x="6909" y="7367"/>
                  <a:pt x="10825" y="8470"/>
                  <a:pt x="11309" y="8606"/>
                </a:cubicBezTo>
                <a:cubicBezTo>
                  <a:pt x="11485" y="8655"/>
                  <a:pt x="11593" y="8676"/>
                  <a:pt x="11659" y="8676"/>
                </a:cubicBezTo>
                <a:cubicBezTo>
                  <a:pt x="11804" y="8676"/>
                  <a:pt x="11755" y="8579"/>
                  <a:pt x="11801" y="8471"/>
                </a:cubicBezTo>
                <a:cubicBezTo>
                  <a:pt x="11868" y="8314"/>
                  <a:pt x="8533" y="7127"/>
                  <a:pt x="8196" y="6915"/>
                </a:cubicBezTo>
                <a:cubicBezTo>
                  <a:pt x="8060" y="6829"/>
                  <a:pt x="7832" y="6800"/>
                  <a:pt x="7590" y="6800"/>
                </a:cubicBezTo>
                <a:cubicBezTo>
                  <a:pt x="7234" y="6800"/>
                  <a:pt x="6847" y="6863"/>
                  <a:pt x="6674" y="6904"/>
                </a:cubicBezTo>
                <a:cubicBezTo>
                  <a:pt x="6639" y="6912"/>
                  <a:pt x="6600" y="6915"/>
                  <a:pt x="6557" y="6915"/>
                </a:cubicBezTo>
                <a:cubicBezTo>
                  <a:pt x="6355" y="6915"/>
                  <a:pt x="6083" y="6837"/>
                  <a:pt x="5913" y="6781"/>
                </a:cubicBezTo>
                <a:cubicBezTo>
                  <a:pt x="5916" y="6733"/>
                  <a:pt x="5915" y="6685"/>
                  <a:pt x="5911" y="6635"/>
                </a:cubicBezTo>
                <a:cubicBezTo>
                  <a:pt x="5865" y="6192"/>
                  <a:pt x="5490" y="5862"/>
                  <a:pt x="5054" y="5862"/>
                </a:cubicBezTo>
                <a:cubicBezTo>
                  <a:pt x="5032" y="5862"/>
                  <a:pt x="5010" y="5863"/>
                  <a:pt x="4988" y="5865"/>
                </a:cubicBezTo>
                <a:cubicBezTo>
                  <a:pt x="4678" y="4760"/>
                  <a:pt x="3352" y="88"/>
                  <a:pt x="313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88" name="Google Shape;888;p57"/>
          <p:cNvSpPr/>
          <p:nvPr/>
        </p:nvSpPr>
        <p:spPr>
          <a:xfrm flipH="1">
            <a:off x="1726777" y="1153320"/>
            <a:ext cx="378799" cy="844854"/>
          </a:xfrm>
          <a:custGeom>
            <a:avLst/>
            <a:gdLst/>
            <a:ahLst/>
            <a:cxnLst/>
            <a:rect l="l" t="t" r="r" b="b"/>
            <a:pathLst>
              <a:path w="11869" h="26472" extrusionOk="0">
                <a:moveTo>
                  <a:pt x="3136" y="0"/>
                </a:moveTo>
                <a:cubicBezTo>
                  <a:pt x="3136" y="1"/>
                  <a:pt x="3529" y="4229"/>
                  <a:pt x="3824" y="4574"/>
                </a:cubicBezTo>
                <a:cubicBezTo>
                  <a:pt x="4120" y="4918"/>
                  <a:pt x="4610" y="5509"/>
                  <a:pt x="4610" y="5509"/>
                </a:cubicBezTo>
                <a:lnTo>
                  <a:pt x="4610" y="5985"/>
                </a:lnTo>
                <a:cubicBezTo>
                  <a:pt x="4333" y="6152"/>
                  <a:pt x="4161" y="6470"/>
                  <a:pt x="4196" y="6813"/>
                </a:cubicBezTo>
                <a:cubicBezTo>
                  <a:pt x="4210" y="6946"/>
                  <a:pt x="4254" y="7069"/>
                  <a:pt x="4319" y="7177"/>
                </a:cubicBezTo>
                <a:cubicBezTo>
                  <a:pt x="3857" y="7640"/>
                  <a:pt x="1" y="11513"/>
                  <a:pt x="185" y="11605"/>
                </a:cubicBezTo>
                <a:cubicBezTo>
                  <a:pt x="189" y="11607"/>
                  <a:pt x="195" y="11608"/>
                  <a:pt x="202" y="11608"/>
                </a:cubicBezTo>
                <a:cubicBezTo>
                  <a:pt x="514" y="11608"/>
                  <a:pt x="3433" y="9483"/>
                  <a:pt x="3578" y="9147"/>
                </a:cubicBezTo>
                <a:cubicBezTo>
                  <a:pt x="3725" y="8802"/>
                  <a:pt x="4267" y="8213"/>
                  <a:pt x="4364" y="7967"/>
                </a:cubicBezTo>
                <a:cubicBezTo>
                  <a:pt x="4412" y="7848"/>
                  <a:pt x="4527" y="7651"/>
                  <a:pt x="4634" y="7478"/>
                </a:cubicBezTo>
                <a:cubicBezTo>
                  <a:pt x="4689" y="7507"/>
                  <a:pt x="4746" y="7531"/>
                  <a:pt x="4807" y="7550"/>
                </a:cubicBezTo>
                <a:cubicBezTo>
                  <a:pt x="4623" y="10384"/>
                  <a:pt x="4558" y="26472"/>
                  <a:pt x="4558" y="26472"/>
                </a:cubicBezTo>
                <a:lnTo>
                  <a:pt x="6042" y="26472"/>
                </a:lnTo>
                <a:lnTo>
                  <a:pt x="5316" y="7545"/>
                </a:lnTo>
                <a:cubicBezTo>
                  <a:pt x="5556" y="7469"/>
                  <a:pt x="5745" y="7292"/>
                  <a:pt x="5843" y="7068"/>
                </a:cubicBezTo>
                <a:cubicBezTo>
                  <a:pt x="6909" y="7367"/>
                  <a:pt x="10825" y="8470"/>
                  <a:pt x="11309" y="8606"/>
                </a:cubicBezTo>
                <a:cubicBezTo>
                  <a:pt x="11485" y="8655"/>
                  <a:pt x="11593" y="8676"/>
                  <a:pt x="11659" y="8676"/>
                </a:cubicBezTo>
                <a:cubicBezTo>
                  <a:pt x="11804" y="8676"/>
                  <a:pt x="11755" y="8579"/>
                  <a:pt x="11801" y="8471"/>
                </a:cubicBezTo>
                <a:cubicBezTo>
                  <a:pt x="11868" y="8314"/>
                  <a:pt x="8533" y="7127"/>
                  <a:pt x="8196" y="6915"/>
                </a:cubicBezTo>
                <a:cubicBezTo>
                  <a:pt x="8060" y="6829"/>
                  <a:pt x="7832" y="6800"/>
                  <a:pt x="7590" y="6800"/>
                </a:cubicBezTo>
                <a:cubicBezTo>
                  <a:pt x="7234" y="6800"/>
                  <a:pt x="6847" y="6863"/>
                  <a:pt x="6674" y="6904"/>
                </a:cubicBezTo>
                <a:cubicBezTo>
                  <a:pt x="6639" y="6912"/>
                  <a:pt x="6600" y="6915"/>
                  <a:pt x="6557" y="6915"/>
                </a:cubicBezTo>
                <a:cubicBezTo>
                  <a:pt x="6355" y="6915"/>
                  <a:pt x="6083" y="6837"/>
                  <a:pt x="5913" y="6781"/>
                </a:cubicBezTo>
                <a:cubicBezTo>
                  <a:pt x="5916" y="6733"/>
                  <a:pt x="5915" y="6685"/>
                  <a:pt x="5911" y="6635"/>
                </a:cubicBezTo>
                <a:cubicBezTo>
                  <a:pt x="5865" y="6192"/>
                  <a:pt x="5490" y="5862"/>
                  <a:pt x="5054" y="5862"/>
                </a:cubicBezTo>
                <a:cubicBezTo>
                  <a:pt x="5032" y="5862"/>
                  <a:pt x="5010" y="5863"/>
                  <a:pt x="4988" y="5865"/>
                </a:cubicBezTo>
                <a:cubicBezTo>
                  <a:pt x="4678" y="4760"/>
                  <a:pt x="3352" y="88"/>
                  <a:pt x="313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889" name="Google Shape;889;p57"/>
          <p:cNvGrpSpPr/>
          <p:nvPr/>
        </p:nvGrpSpPr>
        <p:grpSpPr>
          <a:xfrm>
            <a:off x="713219" y="1516688"/>
            <a:ext cx="2897080" cy="1357186"/>
            <a:chOff x="713225" y="2253700"/>
            <a:chExt cx="5046298" cy="2364025"/>
          </a:xfrm>
        </p:grpSpPr>
        <p:sp>
          <p:nvSpPr>
            <p:cNvPr id="890" name="Google Shape;890;p57"/>
            <p:cNvSpPr/>
            <p:nvPr/>
          </p:nvSpPr>
          <p:spPr>
            <a:xfrm>
              <a:off x="847107" y="2253700"/>
              <a:ext cx="259413" cy="2346494"/>
            </a:xfrm>
            <a:custGeom>
              <a:avLst/>
              <a:gdLst/>
              <a:ahLst/>
              <a:cxnLst/>
              <a:rect l="l" t="t" r="r" b="b"/>
              <a:pathLst>
                <a:path w="3854" h="34861" extrusionOk="0">
                  <a:moveTo>
                    <a:pt x="0" y="0"/>
                  </a:moveTo>
                  <a:lnTo>
                    <a:pt x="0" y="34860"/>
                  </a:lnTo>
                  <a:lnTo>
                    <a:pt x="3853" y="34860"/>
                  </a:lnTo>
                  <a:lnTo>
                    <a:pt x="385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91" name="Google Shape;891;p57"/>
            <p:cNvSpPr/>
            <p:nvPr/>
          </p:nvSpPr>
          <p:spPr>
            <a:xfrm>
              <a:off x="1106456" y="2253700"/>
              <a:ext cx="658628" cy="2346494"/>
            </a:xfrm>
            <a:custGeom>
              <a:avLst/>
              <a:gdLst/>
              <a:ahLst/>
              <a:cxnLst/>
              <a:rect l="l" t="t" r="r" b="b"/>
              <a:pathLst>
                <a:path w="9785" h="34861" extrusionOk="0">
                  <a:moveTo>
                    <a:pt x="0" y="0"/>
                  </a:moveTo>
                  <a:lnTo>
                    <a:pt x="0" y="34860"/>
                  </a:lnTo>
                  <a:lnTo>
                    <a:pt x="9784" y="34860"/>
                  </a:lnTo>
                  <a:lnTo>
                    <a:pt x="9784" y="0"/>
                  </a:lnTo>
                  <a:close/>
                </a:path>
              </a:pathLst>
            </a:custGeom>
            <a:gradFill>
              <a:gsLst>
                <a:gs pos="0">
                  <a:schemeClr val="dk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92" name="Google Shape;892;p57"/>
            <p:cNvSpPr/>
            <p:nvPr/>
          </p:nvSpPr>
          <p:spPr>
            <a:xfrm>
              <a:off x="1164074" y="2999235"/>
              <a:ext cx="543326" cy="571462"/>
            </a:xfrm>
            <a:custGeom>
              <a:avLst/>
              <a:gdLst/>
              <a:ahLst/>
              <a:cxnLst/>
              <a:rect l="l" t="t" r="r" b="b"/>
              <a:pathLst>
                <a:path w="8072" h="8490" extrusionOk="0">
                  <a:moveTo>
                    <a:pt x="3734" y="1730"/>
                  </a:moveTo>
                  <a:lnTo>
                    <a:pt x="3734" y="2014"/>
                  </a:lnTo>
                  <a:lnTo>
                    <a:pt x="4339" y="2014"/>
                  </a:lnTo>
                  <a:lnTo>
                    <a:pt x="4339" y="1730"/>
                  </a:lnTo>
                  <a:close/>
                  <a:moveTo>
                    <a:pt x="3549" y="2742"/>
                  </a:moveTo>
                  <a:lnTo>
                    <a:pt x="3549" y="3088"/>
                  </a:lnTo>
                  <a:lnTo>
                    <a:pt x="4524" y="3088"/>
                  </a:lnTo>
                  <a:lnTo>
                    <a:pt x="4524" y="2742"/>
                  </a:lnTo>
                  <a:close/>
                  <a:moveTo>
                    <a:pt x="3549" y="3237"/>
                  </a:moveTo>
                  <a:lnTo>
                    <a:pt x="3549" y="3583"/>
                  </a:lnTo>
                  <a:lnTo>
                    <a:pt x="4524" y="3583"/>
                  </a:lnTo>
                  <a:lnTo>
                    <a:pt x="4524" y="3237"/>
                  </a:lnTo>
                  <a:close/>
                  <a:moveTo>
                    <a:pt x="3549" y="3730"/>
                  </a:moveTo>
                  <a:lnTo>
                    <a:pt x="3549" y="4076"/>
                  </a:lnTo>
                  <a:lnTo>
                    <a:pt x="4524" y="4076"/>
                  </a:lnTo>
                  <a:lnTo>
                    <a:pt x="4524" y="3730"/>
                  </a:lnTo>
                  <a:close/>
                  <a:moveTo>
                    <a:pt x="3549" y="4225"/>
                  </a:moveTo>
                  <a:lnTo>
                    <a:pt x="3549" y="4571"/>
                  </a:lnTo>
                  <a:lnTo>
                    <a:pt x="4524" y="4571"/>
                  </a:lnTo>
                  <a:lnTo>
                    <a:pt x="4524" y="4225"/>
                  </a:lnTo>
                  <a:close/>
                  <a:moveTo>
                    <a:pt x="4716" y="2335"/>
                  </a:moveTo>
                  <a:lnTo>
                    <a:pt x="4716" y="4681"/>
                  </a:lnTo>
                  <a:lnTo>
                    <a:pt x="3358" y="4681"/>
                  </a:lnTo>
                  <a:lnTo>
                    <a:pt x="3358" y="2335"/>
                  </a:lnTo>
                  <a:close/>
                  <a:moveTo>
                    <a:pt x="3184" y="2161"/>
                  </a:moveTo>
                  <a:lnTo>
                    <a:pt x="3184" y="4855"/>
                  </a:lnTo>
                  <a:lnTo>
                    <a:pt x="4890" y="4855"/>
                  </a:lnTo>
                  <a:lnTo>
                    <a:pt x="4890" y="2161"/>
                  </a:lnTo>
                  <a:close/>
                  <a:moveTo>
                    <a:pt x="7006" y="964"/>
                  </a:moveTo>
                  <a:cubicBezTo>
                    <a:pt x="7022" y="964"/>
                    <a:pt x="7034" y="977"/>
                    <a:pt x="7034" y="992"/>
                  </a:cubicBezTo>
                  <a:lnTo>
                    <a:pt x="7034" y="5505"/>
                  </a:lnTo>
                  <a:cubicBezTo>
                    <a:pt x="7034" y="5522"/>
                    <a:pt x="7022" y="5535"/>
                    <a:pt x="7006" y="5535"/>
                  </a:cubicBezTo>
                  <a:lnTo>
                    <a:pt x="1068" y="5535"/>
                  </a:lnTo>
                  <a:cubicBezTo>
                    <a:pt x="1053" y="5535"/>
                    <a:pt x="1038" y="5521"/>
                    <a:pt x="1038" y="5505"/>
                  </a:cubicBezTo>
                  <a:lnTo>
                    <a:pt x="1038" y="992"/>
                  </a:lnTo>
                  <a:cubicBezTo>
                    <a:pt x="1038" y="977"/>
                    <a:pt x="1053" y="964"/>
                    <a:pt x="1068" y="964"/>
                  </a:cubicBezTo>
                  <a:close/>
                  <a:moveTo>
                    <a:pt x="1683" y="6020"/>
                  </a:moveTo>
                  <a:lnTo>
                    <a:pt x="1683" y="6691"/>
                  </a:lnTo>
                  <a:lnTo>
                    <a:pt x="1038" y="6691"/>
                  </a:lnTo>
                  <a:lnTo>
                    <a:pt x="1038" y="6020"/>
                  </a:lnTo>
                  <a:close/>
                  <a:moveTo>
                    <a:pt x="2753" y="6020"/>
                  </a:moveTo>
                  <a:lnTo>
                    <a:pt x="2753" y="6691"/>
                  </a:lnTo>
                  <a:lnTo>
                    <a:pt x="2110" y="6691"/>
                  </a:lnTo>
                  <a:lnTo>
                    <a:pt x="2110" y="6020"/>
                  </a:lnTo>
                  <a:close/>
                  <a:moveTo>
                    <a:pt x="3823" y="6020"/>
                  </a:moveTo>
                  <a:lnTo>
                    <a:pt x="3823" y="6691"/>
                  </a:lnTo>
                  <a:lnTo>
                    <a:pt x="3180" y="6691"/>
                  </a:lnTo>
                  <a:lnTo>
                    <a:pt x="3180" y="6020"/>
                  </a:lnTo>
                  <a:close/>
                  <a:moveTo>
                    <a:pt x="4894" y="6020"/>
                  </a:moveTo>
                  <a:lnTo>
                    <a:pt x="4894" y="6691"/>
                  </a:lnTo>
                  <a:lnTo>
                    <a:pt x="4250" y="6691"/>
                  </a:lnTo>
                  <a:lnTo>
                    <a:pt x="4250" y="6020"/>
                  </a:lnTo>
                  <a:close/>
                  <a:moveTo>
                    <a:pt x="5964" y="6020"/>
                  </a:moveTo>
                  <a:lnTo>
                    <a:pt x="5964" y="6691"/>
                  </a:lnTo>
                  <a:lnTo>
                    <a:pt x="5320" y="6691"/>
                  </a:lnTo>
                  <a:lnTo>
                    <a:pt x="5320" y="6020"/>
                  </a:lnTo>
                  <a:close/>
                  <a:moveTo>
                    <a:pt x="7034" y="6020"/>
                  </a:moveTo>
                  <a:lnTo>
                    <a:pt x="7034" y="6691"/>
                  </a:lnTo>
                  <a:lnTo>
                    <a:pt x="6390" y="6691"/>
                  </a:lnTo>
                  <a:lnTo>
                    <a:pt x="6390" y="6020"/>
                  </a:lnTo>
                  <a:close/>
                  <a:moveTo>
                    <a:pt x="1683" y="7178"/>
                  </a:moveTo>
                  <a:lnTo>
                    <a:pt x="1683" y="7848"/>
                  </a:lnTo>
                  <a:lnTo>
                    <a:pt x="1038" y="7848"/>
                  </a:lnTo>
                  <a:lnTo>
                    <a:pt x="1038" y="7178"/>
                  </a:lnTo>
                  <a:close/>
                  <a:moveTo>
                    <a:pt x="2753" y="7178"/>
                  </a:moveTo>
                  <a:lnTo>
                    <a:pt x="2753" y="7848"/>
                  </a:lnTo>
                  <a:lnTo>
                    <a:pt x="2110" y="7848"/>
                  </a:lnTo>
                  <a:lnTo>
                    <a:pt x="2110" y="7178"/>
                  </a:lnTo>
                  <a:close/>
                  <a:moveTo>
                    <a:pt x="3823" y="7178"/>
                  </a:moveTo>
                  <a:lnTo>
                    <a:pt x="3823" y="7848"/>
                  </a:lnTo>
                  <a:lnTo>
                    <a:pt x="3180" y="7848"/>
                  </a:lnTo>
                  <a:lnTo>
                    <a:pt x="3180" y="7178"/>
                  </a:lnTo>
                  <a:close/>
                  <a:moveTo>
                    <a:pt x="4894" y="7178"/>
                  </a:moveTo>
                  <a:lnTo>
                    <a:pt x="4894" y="7848"/>
                  </a:lnTo>
                  <a:lnTo>
                    <a:pt x="4250" y="7848"/>
                  </a:lnTo>
                  <a:lnTo>
                    <a:pt x="4250" y="7178"/>
                  </a:lnTo>
                  <a:close/>
                  <a:moveTo>
                    <a:pt x="5964" y="7178"/>
                  </a:moveTo>
                  <a:lnTo>
                    <a:pt x="5964" y="7848"/>
                  </a:lnTo>
                  <a:lnTo>
                    <a:pt x="5320" y="7848"/>
                  </a:lnTo>
                  <a:lnTo>
                    <a:pt x="5320" y="7178"/>
                  </a:lnTo>
                  <a:close/>
                  <a:moveTo>
                    <a:pt x="7034" y="7178"/>
                  </a:moveTo>
                  <a:lnTo>
                    <a:pt x="7034" y="7848"/>
                  </a:lnTo>
                  <a:lnTo>
                    <a:pt x="6390" y="7848"/>
                  </a:lnTo>
                  <a:lnTo>
                    <a:pt x="6390" y="7178"/>
                  </a:lnTo>
                  <a:close/>
                  <a:moveTo>
                    <a:pt x="1" y="0"/>
                  </a:moveTo>
                  <a:lnTo>
                    <a:pt x="1" y="8489"/>
                  </a:lnTo>
                  <a:lnTo>
                    <a:pt x="8072" y="8489"/>
                  </a:lnTo>
                  <a:lnTo>
                    <a:pt x="8072" y="0"/>
                  </a:lnTo>
                  <a:close/>
                </a:path>
              </a:pathLst>
            </a:custGeom>
            <a:gradFill>
              <a:gsLst>
                <a:gs pos="0">
                  <a:schemeClr val="accent2"/>
                </a:gs>
                <a:gs pos="100000">
                  <a:schemeClr val="accent6"/>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93" name="Google Shape;893;p57"/>
            <p:cNvSpPr/>
            <p:nvPr/>
          </p:nvSpPr>
          <p:spPr>
            <a:xfrm>
              <a:off x="1094811" y="2253700"/>
              <a:ext cx="434015" cy="2346494"/>
            </a:xfrm>
            <a:custGeom>
              <a:avLst/>
              <a:gdLst/>
              <a:ahLst/>
              <a:cxnLst/>
              <a:rect l="l" t="t" r="r" b="b"/>
              <a:pathLst>
                <a:path w="6448" h="34861" extrusionOk="0">
                  <a:moveTo>
                    <a:pt x="4575" y="2618"/>
                  </a:moveTo>
                  <a:lnTo>
                    <a:pt x="3683" y="5900"/>
                  </a:lnTo>
                  <a:lnTo>
                    <a:pt x="4900" y="5900"/>
                  </a:lnTo>
                  <a:lnTo>
                    <a:pt x="4369" y="8844"/>
                  </a:lnTo>
                  <a:lnTo>
                    <a:pt x="6448" y="4840"/>
                  </a:lnTo>
                  <a:lnTo>
                    <a:pt x="5000" y="4840"/>
                  </a:lnTo>
                  <a:lnTo>
                    <a:pt x="6110" y="2618"/>
                  </a:lnTo>
                  <a:close/>
                  <a:moveTo>
                    <a:pt x="173" y="0"/>
                  </a:moveTo>
                  <a:cubicBezTo>
                    <a:pt x="135" y="1452"/>
                    <a:pt x="118" y="2905"/>
                    <a:pt x="89" y="4358"/>
                  </a:cubicBezTo>
                  <a:lnTo>
                    <a:pt x="41" y="8714"/>
                  </a:lnTo>
                  <a:cubicBezTo>
                    <a:pt x="12" y="11620"/>
                    <a:pt x="15" y="14525"/>
                    <a:pt x="1" y="17430"/>
                  </a:cubicBezTo>
                  <a:cubicBezTo>
                    <a:pt x="14" y="20334"/>
                    <a:pt x="12" y="23240"/>
                    <a:pt x="41" y="26145"/>
                  </a:cubicBezTo>
                  <a:lnTo>
                    <a:pt x="89" y="30503"/>
                  </a:lnTo>
                  <a:cubicBezTo>
                    <a:pt x="117" y="31954"/>
                    <a:pt x="134" y="33407"/>
                    <a:pt x="173" y="34860"/>
                  </a:cubicBezTo>
                  <a:cubicBezTo>
                    <a:pt x="213" y="33407"/>
                    <a:pt x="230" y="31954"/>
                    <a:pt x="260" y="30503"/>
                  </a:cubicBezTo>
                  <a:lnTo>
                    <a:pt x="308" y="26145"/>
                  </a:lnTo>
                  <a:cubicBezTo>
                    <a:pt x="335" y="23240"/>
                    <a:pt x="333" y="20334"/>
                    <a:pt x="347" y="17430"/>
                  </a:cubicBezTo>
                  <a:cubicBezTo>
                    <a:pt x="333" y="14525"/>
                    <a:pt x="336" y="11620"/>
                    <a:pt x="306" y="8714"/>
                  </a:cubicBezTo>
                  <a:lnTo>
                    <a:pt x="258" y="4358"/>
                  </a:lnTo>
                  <a:cubicBezTo>
                    <a:pt x="230" y="2905"/>
                    <a:pt x="213" y="1452"/>
                    <a:pt x="173" y="0"/>
                  </a:cubicBezTo>
                  <a:close/>
                </a:path>
              </a:pathLst>
            </a:custGeom>
            <a:gradFill>
              <a:gsLst>
                <a:gs pos="0">
                  <a:schemeClr val="accent2"/>
                </a:gs>
                <a:gs pos="100000">
                  <a:schemeClr val="accent6"/>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94" name="Google Shape;894;p57"/>
            <p:cNvSpPr/>
            <p:nvPr/>
          </p:nvSpPr>
          <p:spPr>
            <a:xfrm>
              <a:off x="1327640" y="3682104"/>
              <a:ext cx="1099509" cy="898319"/>
            </a:xfrm>
            <a:custGeom>
              <a:avLst/>
              <a:gdLst/>
              <a:ahLst/>
              <a:cxnLst/>
              <a:rect l="l" t="t" r="r" b="b"/>
              <a:pathLst>
                <a:path w="16335" h="13346" extrusionOk="0">
                  <a:moveTo>
                    <a:pt x="1" y="1"/>
                  </a:moveTo>
                  <a:lnTo>
                    <a:pt x="1" y="2323"/>
                  </a:lnTo>
                  <a:lnTo>
                    <a:pt x="1171" y="2323"/>
                  </a:lnTo>
                  <a:lnTo>
                    <a:pt x="1171" y="9354"/>
                  </a:lnTo>
                  <a:cubicBezTo>
                    <a:pt x="1171" y="11555"/>
                    <a:pt x="2962" y="13345"/>
                    <a:pt x="5163" y="13345"/>
                  </a:cubicBezTo>
                  <a:cubicBezTo>
                    <a:pt x="7363" y="13345"/>
                    <a:pt x="9153" y="11555"/>
                    <a:pt x="9153" y="9354"/>
                  </a:cubicBezTo>
                  <a:lnTo>
                    <a:pt x="9153" y="2828"/>
                  </a:lnTo>
                  <a:cubicBezTo>
                    <a:pt x="9153" y="2149"/>
                    <a:pt x="9706" y="1597"/>
                    <a:pt x="10384" y="1597"/>
                  </a:cubicBezTo>
                  <a:lnTo>
                    <a:pt x="16335" y="1597"/>
                  </a:lnTo>
                  <a:lnTo>
                    <a:pt x="16335" y="727"/>
                  </a:lnTo>
                  <a:lnTo>
                    <a:pt x="10385" y="727"/>
                  </a:lnTo>
                  <a:cubicBezTo>
                    <a:pt x="9226" y="727"/>
                    <a:pt x="8285" y="1670"/>
                    <a:pt x="8285" y="2828"/>
                  </a:cubicBezTo>
                  <a:lnTo>
                    <a:pt x="8285" y="9354"/>
                  </a:lnTo>
                  <a:cubicBezTo>
                    <a:pt x="8285" y="11075"/>
                    <a:pt x="6884" y="12476"/>
                    <a:pt x="5163" y="12476"/>
                  </a:cubicBezTo>
                  <a:cubicBezTo>
                    <a:pt x="3441" y="12476"/>
                    <a:pt x="2040" y="11075"/>
                    <a:pt x="2040" y="9354"/>
                  </a:cubicBezTo>
                  <a:lnTo>
                    <a:pt x="2040" y="2323"/>
                  </a:lnTo>
                  <a:lnTo>
                    <a:pt x="3212" y="2323"/>
                  </a:lnTo>
                  <a:lnTo>
                    <a:pt x="321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95" name="Google Shape;895;p57"/>
            <p:cNvSpPr/>
            <p:nvPr/>
          </p:nvSpPr>
          <p:spPr>
            <a:xfrm>
              <a:off x="2121170" y="3810197"/>
              <a:ext cx="3504562" cy="587616"/>
            </a:xfrm>
            <a:custGeom>
              <a:avLst/>
              <a:gdLst/>
              <a:ahLst/>
              <a:cxnLst/>
              <a:rect l="l" t="t" r="r" b="b"/>
              <a:pathLst>
                <a:path w="52066" h="8730" extrusionOk="0">
                  <a:moveTo>
                    <a:pt x="6209" y="0"/>
                  </a:moveTo>
                  <a:lnTo>
                    <a:pt x="346" y="1647"/>
                  </a:lnTo>
                  <a:lnTo>
                    <a:pt x="0" y="7363"/>
                  </a:lnTo>
                  <a:lnTo>
                    <a:pt x="52065" y="8730"/>
                  </a:lnTo>
                  <a:lnTo>
                    <a:pt x="52065" y="8730"/>
                  </a:lnTo>
                  <a:lnTo>
                    <a:pt x="51603" y="5008"/>
                  </a:lnTo>
                  <a:lnTo>
                    <a:pt x="50455" y="2768"/>
                  </a:lnTo>
                  <a:lnTo>
                    <a:pt x="4541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96" name="Google Shape;896;p57"/>
            <p:cNvSpPr/>
            <p:nvPr/>
          </p:nvSpPr>
          <p:spPr>
            <a:xfrm>
              <a:off x="2006943" y="2909510"/>
              <a:ext cx="3620941" cy="1488291"/>
            </a:xfrm>
            <a:custGeom>
              <a:avLst/>
              <a:gdLst/>
              <a:ahLst/>
              <a:cxnLst/>
              <a:rect l="l" t="t" r="r" b="b"/>
              <a:pathLst>
                <a:path w="53795" h="22111" extrusionOk="0">
                  <a:moveTo>
                    <a:pt x="21710" y="2597"/>
                  </a:moveTo>
                  <a:cubicBezTo>
                    <a:pt x="24367" y="2597"/>
                    <a:pt x="26988" y="2799"/>
                    <a:pt x="29121" y="3203"/>
                  </a:cubicBezTo>
                  <a:cubicBezTo>
                    <a:pt x="32778" y="3894"/>
                    <a:pt x="37670" y="5969"/>
                    <a:pt x="37670" y="5969"/>
                  </a:cubicBezTo>
                  <a:lnTo>
                    <a:pt x="37670" y="9822"/>
                  </a:lnTo>
                  <a:cubicBezTo>
                    <a:pt x="29775" y="8655"/>
                    <a:pt x="18850" y="7225"/>
                    <a:pt x="12725" y="7225"/>
                  </a:cubicBezTo>
                  <a:cubicBezTo>
                    <a:pt x="12303" y="7225"/>
                    <a:pt x="11904" y="7231"/>
                    <a:pt x="11531" y="7246"/>
                  </a:cubicBezTo>
                  <a:cubicBezTo>
                    <a:pt x="11531" y="7246"/>
                    <a:pt x="11877" y="3400"/>
                    <a:pt x="16126" y="2906"/>
                  </a:cubicBezTo>
                  <a:cubicBezTo>
                    <a:pt x="17896" y="2700"/>
                    <a:pt x="19812" y="2597"/>
                    <a:pt x="21710" y="2597"/>
                  </a:cubicBezTo>
                  <a:close/>
                  <a:moveTo>
                    <a:pt x="40822" y="6211"/>
                  </a:moveTo>
                  <a:cubicBezTo>
                    <a:pt x="45140" y="8502"/>
                    <a:pt x="47108" y="10680"/>
                    <a:pt x="47108" y="10680"/>
                  </a:cubicBezTo>
                  <a:lnTo>
                    <a:pt x="47108" y="11306"/>
                  </a:lnTo>
                  <a:cubicBezTo>
                    <a:pt x="47108" y="11306"/>
                    <a:pt x="44585" y="10878"/>
                    <a:pt x="40822" y="10299"/>
                  </a:cubicBezTo>
                  <a:lnTo>
                    <a:pt x="40822" y="6211"/>
                  </a:lnTo>
                  <a:close/>
                  <a:moveTo>
                    <a:pt x="19761" y="1"/>
                  </a:moveTo>
                  <a:cubicBezTo>
                    <a:pt x="12345" y="1"/>
                    <a:pt x="7248" y="1720"/>
                    <a:pt x="7248" y="1720"/>
                  </a:cubicBezTo>
                  <a:cubicBezTo>
                    <a:pt x="1516" y="6464"/>
                    <a:pt x="2768" y="13052"/>
                    <a:pt x="2768" y="13052"/>
                  </a:cubicBezTo>
                  <a:cubicBezTo>
                    <a:pt x="1" y="16280"/>
                    <a:pt x="1697" y="20744"/>
                    <a:pt x="1697" y="20744"/>
                  </a:cubicBezTo>
                  <a:lnTo>
                    <a:pt x="2065" y="20754"/>
                  </a:lnTo>
                  <a:cubicBezTo>
                    <a:pt x="2046" y="20579"/>
                    <a:pt x="2038" y="20402"/>
                    <a:pt x="2038" y="20224"/>
                  </a:cubicBezTo>
                  <a:cubicBezTo>
                    <a:pt x="2038" y="17331"/>
                    <a:pt x="4383" y="14986"/>
                    <a:pt x="7276" y="14986"/>
                  </a:cubicBezTo>
                  <a:cubicBezTo>
                    <a:pt x="10168" y="14986"/>
                    <a:pt x="12513" y="17331"/>
                    <a:pt x="12513" y="20224"/>
                  </a:cubicBezTo>
                  <a:cubicBezTo>
                    <a:pt x="12513" y="20497"/>
                    <a:pt x="12492" y="20765"/>
                    <a:pt x="12452" y="21027"/>
                  </a:cubicBezTo>
                  <a:lnTo>
                    <a:pt x="42944" y="21827"/>
                  </a:lnTo>
                  <a:cubicBezTo>
                    <a:pt x="42782" y="21322"/>
                    <a:pt x="42693" y="20784"/>
                    <a:pt x="42693" y="20224"/>
                  </a:cubicBezTo>
                  <a:cubicBezTo>
                    <a:pt x="42693" y="17331"/>
                    <a:pt x="45038" y="14986"/>
                    <a:pt x="47932" y="14986"/>
                  </a:cubicBezTo>
                  <a:cubicBezTo>
                    <a:pt x="50824" y="14986"/>
                    <a:pt x="53169" y="17331"/>
                    <a:pt x="53169" y="20224"/>
                  </a:cubicBezTo>
                  <a:cubicBezTo>
                    <a:pt x="53169" y="20880"/>
                    <a:pt x="53047" y="21507"/>
                    <a:pt x="52827" y="22087"/>
                  </a:cubicBezTo>
                  <a:lnTo>
                    <a:pt x="53762" y="22111"/>
                  </a:lnTo>
                  <a:cubicBezTo>
                    <a:pt x="53762" y="22111"/>
                    <a:pt x="53728" y="20859"/>
                    <a:pt x="53762" y="18652"/>
                  </a:cubicBezTo>
                  <a:cubicBezTo>
                    <a:pt x="53795" y="16446"/>
                    <a:pt x="53136" y="16478"/>
                    <a:pt x="51159" y="13777"/>
                  </a:cubicBezTo>
                  <a:cubicBezTo>
                    <a:pt x="49183" y="11076"/>
                    <a:pt x="48162" y="10153"/>
                    <a:pt x="48162" y="10153"/>
                  </a:cubicBezTo>
                  <a:cubicBezTo>
                    <a:pt x="38313" y="1975"/>
                    <a:pt x="27707" y="1"/>
                    <a:pt x="19761" y="1"/>
                  </a:cubicBezTo>
                  <a:close/>
                </a:path>
              </a:pathLst>
            </a:custGeom>
            <a:gradFill>
              <a:gsLst>
                <a:gs pos="0">
                  <a:schemeClr val="lt2"/>
                </a:gs>
                <a:gs pos="100000">
                  <a:schemeClr val="dk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97" name="Google Shape;897;p57"/>
            <p:cNvSpPr/>
            <p:nvPr/>
          </p:nvSpPr>
          <p:spPr>
            <a:xfrm>
              <a:off x="4769859" y="3604966"/>
              <a:ext cx="23626" cy="3769"/>
            </a:xfrm>
            <a:custGeom>
              <a:avLst/>
              <a:gdLst/>
              <a:ahLst/>
              <a:cxnLst/>
              <a:rect l="l" t="t" r="r" b="b"/>
              <a:pathLst>
                <a:path w="351" h="56" extrusionOk="0">
                  <a:moveTo>
                    <a:pt x="1" y="1"/>
                  </a:moveTo>
                  <a:lnTo>
                    <a:pt x="1" y="1"/>
                  </a:lnTo>
                  <a:cubicBezTo>
                    <a:pt x="119" y="19"/>
                    <a:pt x="235" y="37"/>
                    <a:pt x="350" y="56"/>
                  </a:cubicBezTo>
                  <a:cubicBezTo>
                    <a:pt x="236" y="37"/>
                    <a:pt x="119" y="19"/>
                    <a:pt x="1" y="1"/>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98" name="Google Shape;898;p57"/>
            <p:cNvSpPr/>
            <p:nvPr/>
          </p:nvSpPr>
          <p:spPr>
            <a:xfrm>
              <a:off x="5175273" y="3670055"/>
              <a:ext cx="2558" cy="538"/>
            </a:xfrm>
            <a:custGeom>
              <a:avLst/>
              <a:gdLst/>
              <a:ahLst/>
              <a:cxnLst/>
              <a:rect l="l" t="t" r="r" b="b"/>
              <a:pathLst>
                <a:path w="38" h="8" extrusionOk="0">
                  <a:moveTo>
                    <a:pt x="38" y="7"/>
                  </a:moveTo>
                  <a:cubicBezTo>
                    <a:pt x="38" y="7"/>
                    <a:pt x="23" y="5"/>
                    <a:pt x="1" y="0"/>
                  </a:cubicBezTo>
                  <a:cubicBezTo>
                    <a:pt x="23" y="5"/>
                    <a:pt x="38" y="7"/>
                    <a:pt x="38" y="7"/>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99" name="Google Shape;899;p57"/>
            <p:cNvSpPr/>
            <p:nvPr/>
          </p:nvSpPr>
          <p:spPr>
            <a:xfrm>
              <a:off x="5176283" y="3626774"/>
              <a:ext cx="875" cy="875"/>
            </a:xfrm>
            <a:custGeom>
              <a:avLst/>
              <a:gdLst/>
              <a:ahLst/>
              <a:cxnLst/>
              <a:rect l="l" t="t" r="r" b="b"/>
              <a:pathLst>
                <a:path w="13" h="13" extrusionOk="0">
                  <a:moveTo>
                    <a:pt x="0" y="0"/>
                  </a:moveTo>
                  <a:lnTo>
                    <a:pt x="0" y="0"/>
                  </a:lnTo>
                  <a:cubicBezTo>
                    <a:pt x="6" y="6"/>
                    <a:pt x="8" y="10"/>
                    <a:pt x="13" y="13"/>
                  </a:cubicBezTo>
                  <a:cubicBezTo>
                    <a:pt x="8" y="9"/>
                    <a:pt x="6" y="6"/>
                    <a:pt x="0" y="0"/>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00" name="Google Shape;900;p57"/>
            <p:cNvSpPr/>
            <p:nvPr/>
          </p:nvSpPr>
          <p:spPr>
            <a:xfrm>
              <a:off x="4905490" y="3626169"/>
              <a:ext cx="45973" cy="7404"/>
            </a:xfrm>
            <a:custGeom>
              <a:avLst/>
              <a:gdLst/>
              <a:ahLst/>
              <a:cxnLst/>
              <a:rect l="l" t="t" r="r" b="b"/>
              <a:pathLst>
                <a:path w="683" h="110" extrusionOk="0">
                  <a:moveTo>
                    <a:pt x="683" y="110"/>
                  </a:moveTo>
                  <a:cubicBezTo>
                    <a:pt x="464" y="74"/>
                    <a:pt x="236" y="39"/>
                    <a:pt x="0" y="1"/>
                  </a:cubicBezTo>
                  <a:cubicBezTo>
                    <a:pt x="236" y="39"/>
                    <a:pt x="464" y="74"/>
                    <a:pt x="683" y="110"/>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01" name="Google Shape;901;p57"/>
            <p:cNvSpPr/>
            <p:nvPr/>
          </p:nvSpPr>
          <p:spPr>
            <a:xfrm>
              <a:off x="4855344" y="3618293"/>
              <a:ext cx="21001" cy="3365"/>
            </a:xfrm>
            <a:custGeom>
              <a:avLst/>
              <a:gdLst/>
              <a:ahLst/>
              <a:cxnLst/>
              <a:rect l="l" t="t" r="r" b="b"/>
              <a:pathLst>
                <a:path w="312" h="50" extrusionOk="0">
                  <a:moveTo>
                    <a:pt x="311" y="50"/>
                  </a:moveTo>
                  <a:cubicBezTo>
                    <a:pt x="210" y="34"/>
                    <a:pt x="106" y="17"/>
                    <a:pt x="0" y="0"/>
                  </a:cubicBezTo>
                  <a:cubicBezTo>
                    <a:pt x="106" y="17"/>
                    <a:pt x="210" y="34"/>
                    <a:pt x="311" y="50"/>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02" name="Google Shape;902;p57"/>
            <p:cNvSpPr/>
            <p:nvPr/>
          </p:nvSpPr>
          <p:spPr>
            <a:xfrm>
              <a:off x="4880383" y="3622265"/>
              <a:ext cx="20799" cy="3298"/>
            </a:xfrm>
            <a:custGeom>
              <a:avLst/>
              <a:gdLst/>
              <a:ahLst/>
              <a:cxnLst/>
              <a:rect l="l" t="t" r="r" b="b"/>
              <a:pathLst>
                <a:path w="309" h="49" extrusionOk="0">
                  <a:moveTo>
                    <a:pt x="308" y="49"/>
                  </a:moveTo>
                  <a:cubicBezTo>
                    <a:pt x="206" y="33"/>
                    <a:pt x="105" y="16"/>
                    <a:pt x="0" y="1"/>
                  </a:cubicBezTo>
                  <a:cubicBezTo>
                    <a:pt x="105" y="16"/>
                    <a:pt x="206" y="33"/>
                    <a:pt x="308" y="49"/>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03" name="Google Shape;903;p57"/>
            <p:cNvSpPr/>
            <p:nvPr/>
          </p:nvSpPr>
          <p:spPr>
            <a:xfrm>
              <a:off x="5168138" y="3618361"/>
              <a:ext cx="3231" cy="3231"/>
            </a:xfrm>
            <a:custGeom>
              <a:avLst/>
              <a:gdLst/>
              <a:ahLst/>
              <a:cxnLst/>
              <a:rect l="l" t="t" r="r" b="b"/>
              <a:pathLst>
                <a:path w="48" h="48" extrusionOk="0">
                  <a:moveTo>
                    <a:pt x="1" y="1"/>
                  </a:moveTo>
                  <a:cubicBezTo>
                    <a:pt x="18" y="18"/>
                    <a:pt x="33" y="33"/>
                    <a:pt x="47" y="48"/>
                  </a:cubicBezTo>
                  <a:cubicBezTo>
                    <a:pt x="33" y="33"/>
                    <a:pt x="18" y="18"/>
                    <a:pt x="1" y="1"/>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04" name="Google Shape;904;p57"/>
            <p:cNvSpPr/>
            <p:nvPr/>
          </p:nvSpPr>
          <p:spPr>
            <a:xfrm>
              <a:off x="4955031" y="3634111"/>
              <a:ext cx="18174" cy="2962"/>
            </a:xfrm>
            <a:custGeom>
              <a:avLst/>
              <a:gdLst/>
              <a:ahLst/>
              <a:cxnLst/>
              <a:rect l="l" t="t" r="r" b="b"/>
              <a:pathLst>
                <a:path w="270" h="44" extrusionOk="0">
                  <a:moveTo>
                    <a:pt x="269" y="44"/>
                  </a:moveTo>
                  <a:cubicBezTo>
                    <a:pt x="182" y="30"/>
                    <a:pt x="91" y="14"/>
                    <a:pt x="1" y="0"/>
                  </a:cubicBezTo>
                  <a:cubicBezTo>
                    <a:pt x="91" y="14"/>
                    <a:pt x="182" y="30"/>
                    <a:pt x="269" y="44"/>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05" name="Google Shape;905;p57"/>
            <p:cNvSpPr/>
            <p:nvPr/>
          </p:nvSpPr>
          <p:spPr>
            <a:xfrm>
              <a:off x="4754781" y="3327510"/>
              <a:ext cx="26587" cy="14472"/>
            </a:xfrm>
            <a:custGeom>
              <a:avLst/>
              <a:gdLst/>
              <a:ahLst/>
              <a:cxnLst/>
              <a:rect l="l" t="t" r="r" b="b"/>
              <a:pathLst>
                <a:path w="395" h="215" extrusionOk="0">
                  <a:moveTo>
                    <a:pt x="0" y="1"/>
                  </a:moveTo>
                  <a:cubicBezTo>
                    <a:pt x="135" y="72"/>
                    <a:pt x="266" y="144"/>
                    <a:pt x="395" y="214"/>
                  </a:cubicBezTo>
                  <a:cubicBezTo>
                    <a:pt x="266" y="144"/>
                    <a:pt x="135" y="72"/>
                    <a:pt x="0" y="1"/>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06" name="Google Shape;906;p57"/>
            <p:cNvSpPr/>
            <p:nvPr/>
          </p:nvSpPr>
          <p:spPr>
            <a:xfrm>
              <a:off x="5174331" y="3624755"/>
              <a:ext cx="1683" cy="1750"/>
            </a:xfrm>
            <a:custGeom>
              <a:avLst/>
              <a:gdLst/>
              <a:ahLst/>
              <a:cxnLst/>
              <a:rect l="l" t="t" r="r" b="b"/>
              <a:pathLst>
                <a:path w="25" h="26" extrusionOk="0">
                  <a:moveTo>
                    <a:pt x="1" y="1"/>
                  </a:moveTo>
                  <a:cubicBezTo>
                    <a:pt x="11" y="10"/>
                    <a:pt x="18" y="19"/>
                    <a:pt x="25" y="26"/>
                  </a:cubicBezTo>
                  <a:cubicBezTo>
                    <a:pt x="18" y="19"/>
                    <a:pt x="11" y="10"/>
                    <a:pt x="1" y="1"/>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07" name="Google Shape;907;p57"/>
            <p:cNvSpPr/>
            <p:nvPr/>
          </p:nvSpPr>
          <p:spPr>
            <a:xfrm>
              <a:off x="4781571" y="3341982"/>
              <a:ext cx="376869" cy="266750"/>
            </a:xfrm>
            <a:custGeom>
              <a:avLst/>
              <a:gdLst/>
              <a:ahLst/>
              <a:cxnLst/>
              <a:rect l="l" t="t" r="r" b="b"/>
              <a:pathLst>
                <a:path w="5599" h="3963" extrusionOk="0">
                  <a:moveTo>
                    <a:pt x="1" y="1"/>
                  </a:moveTo>
                  <a:cubicBezTo>
                    <a:pt x="3128" y="1712"/>
                    <a:pt x="4940" y="3322"/>
                    <a:pt x="5598" y="3963"/>
                  </a:cubicBezTo>
                  <a:cubicBezTo>
                    <a:pt x="4940" y="3322"/>
                    <a:pt x="3126" y="1711"/>
                    <a:pt x="1" y="1"/>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08" name="Google Shape;908;p57"/>
            <p:cNvSpPr/>
            <p:nvPr/>
          </p:nvSpPr>
          <p:spPr>
            <a:xfrm>
              <a:off x="5163763" y="3613985"/>
              <a:ext cx="3971" cy="3971"/>
            </a:xfrm>
            <a:custGeom>
              <a:avLst/>
              <a:gdLst/>
              <a:ahLst/>
              <a:cxnLst/>
              <a:rect l="l" t="t" r="r" b="b"/>
              <a:pathLst>
                <a:path w="59" h="59" extrusionOk="0">
                  <a:moveTo>
                    <a:pt x="59" y="59"/>
                  </a:moveTo>
                  <a:cubicBezTo>
                    <a:pt x="42" y="40"/>
                    <a:pt x="22" y="22"/>
                    <a:pt x="1" y="1"/>
                  </a:cubicBezTo>
                  <a:cubicBezTo>
                    <a:pt x="22" y="22"/>
                    <a:pt x="42" y="40"/>
                    <a:pt x="59" y="59"/>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09" name="Google Shape;909;p57"/>
            <p:cNvSpPr/>
            <p:nvPr/>
          </p:nvSpPr>
          <p:spPr>
            <a:xfrm>
              <a:off x="5158580" y="3608870"/>
              <a:ext cx="4981" cy="4914"/>
            </a:xfrm>
            <a:custGeom>
              <a:avLst/>
              <a:gdLst/>
              <a:ahLst/>
              <a:cxnLst/>
              <a:rect l="l" t="t" r="r" b="b"/>
              <a:pathLst>
                <a:path w="74" h="73" extrusionOk="0">
                  <a:moveTo>
                    <a:pt x="0" y="1"/>
                  </a:moveTo>
                  <a:cubicBezTo>
                    <a:pt x="27" y="26"/>
                    <a:pt x="51" y="50"/>
                    <a:pt x="74" y="73"/>
                  </a:cubicBezTo>
                  <a:cubicBezTo>
                    <a:pt x="51" y="50"/>
                    <a:pt x="27" y="26"/>
                    <a:pt x="0" y="1"/>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10" name="Google Shape;910;p57"/>
            <p:cNvSpPr/>
            <p:nvPr/>
          </p:nvSpPr>
          <p:spPr>
            <a:xfrm>
              <a:off x="5171705" y="3621928"/>
              <a:ext cx="2356" cy="2423"/>
            </a:xfrm>
            <a:custGeom>
              <a:avLst/>
              <a:gdLst/>
              <a:ahLst/>
              <a:cxnLst/>
              <a:rect l="l" t="t" r="r" b="b"/>
              <a:pathLst>
                <a:path w="35" h="36" extrusionOk="0">
                  <a:moveTo>
                    <a:pt x="0" y="0"/>
                  </a:moveTo>
                  <a:cubicBezTo>
                    <a:pt x="13" y="14"/>
                    <a:pt x="24" y="26"/>
                    <a:pt x="34" y="35"/>
                  </a:cubicBezTo>
                  <a:cubicBezTo>
                    <a:pt x="24" y="26"/>
                    <a:pt x="13" y="14"/>
                    <a:pt x="0" y="0"/>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11" name="Google Shape;911;p57"/>
            <p:cNvSpPr/>
            <p:nvPr/>
          </p:nvSpPr>
          <p:spPr>
            <a:xfrm>
              <a:off x="5141550" y="3664401"/>
              <a:ext cx="7943" cy="1414"/>
            </a:xfrm>
            <a:custGeom>
              <a:avLst/>
              <a:gdLst/>
              <a:ahLst/>
              <a:cxnLst/>
              <a:rect l="l" t="t" r="r" b="b"/>
              <a:pathLst>
                <a:path w="118" h="21" extrusionOk="0">
                  <a:moveTo>
                    <a:pt x="117" y="21"/>
                  </a:moveTo>
                  <a:cubicBezTo>
                    <a:pt x="81" y="15"/>
                    <a:pt x="42" y="8"/>
                    <a:pt x="0" y="1"/>
                  </a:cubicBezTo>
                  <a:cubicBezTo>
                    <a:pt x="42" y="8"/>
                    <a:pt x="81" y="15"/>
                    <a:pt x="117" y="21"/>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12" name="Google Shape;912;p57"/>
            <p:cNvSpPr/>
            <p:nvPr/>
          </p:nvSpPr>
          <p:spPr>
            <a:xfrm>
              <a:off x="5152387" y="3666219"/>
              <a:ext cx="3567" cy="673"/>
            </a:xfrm>
            <a:custGeom>
              <a:avLst/>
              <a:gdLst/>
              <a:ahLst/>
              <a:cxnLst/>
              <a:rect l="l" t="t" r="r" b="b"/>
              <a:pathLst>
                <a:path w="53" h="10" extrusionOk="0">
                  <a:moveTo>
                    <a:pt x="53" y="9"/>
                  </a:moveTo>
                  <a:cubicBezTo>
                    <a:pt x="36" y="6"/>
                    <a:pt x="19" y="4"/>
                    <a:pt x="0" y="1"/>
                  </a:cubicBezTo>
                  <a:cubicBezTo>
                    <a:pt x="19" y="4"/>
                    <a:pt x="36" y="6"/>
                    <a:pt x="53" y="9"/>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13" name="Google Shape;913;p57"/>
            <p:cNvSpPr/>
            <p:nvPr/>
          </p:nvSpPr>
          <p:spPr>
            <a:xfrm>
              <a:off x="4977513" y="3637679"/>
              <a:ext cx="18981" cy="3164"/>
            </a:xfrm>
            <a:custGeom>
              <a:avLst/>
              <a:gdLst/>
              <a:ahLst/>
              <a:cxnLst/>
              <a:rect l="l" t="t" r="r" b="b"/>
              <a:pathLst>
                <a:path w="282" h="47" extrusionOk="0">
                  <a:moveTo>
                    <a:pt x="282" y="46"/>
                  </a:moveTo>
                  <a:cubicBezTo>
                    <a:pt x="190" y="30"/>
                    <a:pt x="96" y="16"/>
                    <a:pt x="0" y="1"/>
                  </a:cubicBezTo>
                  <a:cubicBezTo>
                    <a:pt x="96" y="16"/>
                    <a:pt x="190" y="30"/>
                    <a:pt x="282" y="46"/>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14" name="Google Shape;914;p57"/>
            <p:cNvSpPr/>
            <p:nvPr/>
          </p:nvSpPr>
          <p:spPr>
            <a:xfrm>
              <a:off x="5167869" y="3668776"/>
              <a:ext cx="2625" cy="606"/>
            </a:xfrm>
            <a:custGeom>
              <a:avLst/>
              <a:gdLst/>
              <a:ahLst/>
              <a:cxnLst/>
              <a:rect l="l" t="t" r="r" b="b"/>
              <a:pathLst>
                <a:path w="39" h="9" extrusionOk="0">
                  <a:moveTo>
                    <a:pt x="39" y="8"/>
                  </a:moveTo>
                  <a:cubicBezTo>
                    <a:pt x="27" y="7"/>
                    <a:pt x="13" y="4"/>
                    <a:pt x="1" y="1"/>
                  </a:cubicBezTo>
                  <a:cubicBezTo>
                    <a:pt x="13" y="4"/>
                    <a:pt x="27" y="7"/>
                    <a:pt x="39" y="8"/>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15" name="Google Shape;915;p57"/>
            <p:cNvSpPr/>
            <p:nvPr/>
          </p:nvSpPr>
          <p:spPr>
            <a:xfrm>
              <a:off x="5172984" y="3669651"/>
              <a:ext cx="538" cy="202"/>
            </a:xfrm>
            <a:custGeom>
              <a:avLst/>
              <a:gdLst/>
              <a:ahLst/>
              <a:cxnLst/>
              <a:rect l="l" t="t" r="r" b="b"/>
              <a:pathLst>
                <a:path w="8" h="3" extrusionOk="0">
                  <a:moveTo>
                    <a:pt x="8" y="2"/>
                  </a:moveTo>
                  <a:cubicBezTo>
                    <a:pt x="5" y="2"/>
                    <a:pt x="2" y="2"/>
                    <a:pt x="1" y="1"/>
                  </a:cubicBezTo>
                  <a:cubicBezTo>
                    <a:pt x="2" y="2"/>
                    <a:pt x="5" y="2"/>
                    <a:pt x="8" y="2"/>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16" name="Google Shape;916;p57"/>
            <p:cNvSpPr/>
            <p:nvPr/>
          </p:nvSpPr>
          <p:spPr>
            <a:xfrm>
              <a:off x="5119472" y="3660834"/>
              <a:ext cx="9558" cy="1548"/>
            </a:xfrm>
            <a:custGeom>
              <a:avLst/>
              <a:gdLst/>
              <a:ahLst/>
              <a:cxnLst/>
              <a:rect l="l" t="t" r="r" b="b"/>
              <a:pathLst>
                <a:path w="142" h="23" extrusionOk="0">
                  <a:moveTo>
                    <a:pt x="141" y="23"/>
                  </a:moveTo>
                  <a:cubicBezTo>
                    <a:pt x="96" y="16"/>
                    <a:pt x="50" y="7"/>
                    <a:pt x="0" y="0"/>
                  </a:cubicBezTo>
                  <a:cubicBezTo>
                    <a:pt x="50" y="7"/>
                    <a:pt x="96" y="16"/>
                    <a:pt x="141" y="23"/>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17" name="Google Shape;917;p57"/>
            <p:cNvSpPr/>
            <p:nvPr/>
          </p:nvSpPr>
          <p:spPr>
            <a:xfrm>
              <a:off x="5160465" y="3667565"/>
              <a:ext cx="67" cy="67"/>
            </a:xfrm>
            <a:custGeom>
              <a:avLst/>
              <a:gdLst/>
              <a:ahLst/>
              <a:cxnLst/>
              <a:rect l="l" t="t" r="r" b="b"/>
              <a:pathLst>
                <a:path w="1" h="1" extrusionOk="0">
                  <a:moveTo>
                    <a:pt x="0" y="1"/>
                  </a:moveTo>
                  <a:cubicBezTo>
                    <a:pt x="0" y="1"/>
                    <a:pt x="0" y="1"/>
                    <a:pt x="0" y="1"/>
                  </a:cubicBezTo>
                  <a:cubicBezTo>
                    <a:pt x="0" y="1"/>
                    <a:pt x="0" y="1"/>
                    <a:pt x="0" y="1"/>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18" name="Google Shape;918;p57"/>
            <p:cNvSpPr/>
            <p:nvPr/>
          </p:nvSpPr>
          <p:spPr>
            <a:xfrm>
              <a:off x="5130107" y="3662516"/>
              <a:ext cx="10635" cy="1885"/>
            </a:xfrm>
            <a:custGeom>
              <a:avLst/>
              <a:gdLst/>
              <a:ahLst/>
              <a:cxnLst/>
              <a:rect l="l" t="t" r="r" b="b"/>
              <a:pathLst>
                <a:path w="158" h="28" extrusionOk="0">
                  <a:moveTo>
                    <a:pt x="157" y="28"/>
                  </a:moveTo>
                  <a:cubicBezTo>
                    <a:pt x="108" y="19"/>
                    <a:pt x="56" y="11"/>
                    <a:pt x="0" y="1"/>
                  </a:cubicBezTo>
                  <a:cubicBezTo>
                    <a:pt x="56" y="11"/>
                    <a:pt x="108" y="19"/>
                    <a:pt x="157" y="28"/>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19" name="Google Shape;919;p57"/>
            <p:cNvSpPr/>
            <p:nvPr/>
          </p:nvSpPr>
          <p:spPr>
            <a:xfrm>
              <a:off x="5019717" y="3644477"/>
              <a:ext cx="16828" cy="2827"/>
            </a:xfrm>
            <a:custGeom>
              <a:avLst/>
              <a:gdLst/>
              <a:ahLst/>
              <a:cxnLst/>
              <a:rect l="l" t="t" r="r" b="b"/>
              <a:pathLst>
                <a:path w="250" h="42" extrusionOk="0">
                  <a:moveTo>
                    <a:pt x="250" y="41"/>
                  </a:moveTo>
                  <a:cubicBezTo>
                    <a:pt x="169" y="28"/>
                    <a:pt x="86" y="14"/>
                    <a:pt x="1" y="0"/>
                  </a:cubicBezTo>
                  <a:cubicBezTo>
                    <a:pt x="86" y="14"/>
                    <a:pt x="169" y="28"/>
                    <a:pt x="250" y="41"/>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20" name="Google Shape;920;p57"/>
            <p:cNvSpPr/>
            <p:nvPr/>
          </p:nvSpPr>
          <p:spPr>
            <a:xfrm>
              <a:off x="4997572" y="3640910"/>
              <a:ext cx="19856" cy="3231"/>
            </a:xfrm>
            <a:custGeom>
              <a:avLst/>
              <a:gdLst/>
              <a:ahLst/>
              <a:cxnLst/>
              <a:rect l="l" t="t" r="r" b="b"/>
              <a:pathLst>
                <a:path w="295" h="48" extrusionOk="0">
                  <a:moveTo>
                    <a:pt x="294" y="47"/>
                  </a:moveTo>
                  <a:cubicBezTo>
                    <a:pt x="200" y="32"/>
                    <a:pt x="101" y="16"/>
                    <a:pt x="0" y="1"/>
                  </a:cubicBezTo>
                  <a:cubicBezTo>
                    <a:pt x="101" y="16"/>
                    <a:pt x="200" y="32"/>
                    <a:pt x="294" y="47"/>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21" name="Google Shape;921;p57"/>
            <p:cNvSpPr/>
            <p:nvPr/>
          </p:nvSpPr>
          <p:spPr>
            <a:xfrm>
              <a:off x="5039507" y="3647708"/>
              <a:ext cx="14741" cy="2423"/>
            </a:xfrm>
            <a:custGeom>
              <a:avLst/>
              <a:gdLst/>
              <a:ahLst/>
              <a:cxnLst/>
              <a:rect l="l" t="t" r="r" b="b"/>
              <a:pathLst>
                <a:path w="219" h="36" extrusionOk="0">
                  <a:moveTo>
                    <a:pt x="219" y="36"/>
                  </a:moveTo>
                  <a:cubicBezTo>
                    <a:pt x="148" y="24"/>
                    <a:pt x="74" y="13"/>
                    <a:pt x="1" y="0"/>
                  </a:cubicBezTo>
                  <a:cubicBezTo>
                    <a:pt x="74" y="13"/>
                    <a:pt x="148" y="24"/>
                    <a:pt x="219" y="36"/>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22" name="Google Shape;922;p57"/>
            <p:cNvSpPr/>
            <p:nvPr/>
          </p:nvSpPr>
          <p:spPr>
            <a:xfrm>
              <a:off x="5105673" y="3658545"/>
              <a:ext cx="9154" cy="1548"/>
            </a:xfrm>
            <a:custGeom>
              <a:avLst/>
              <a:gdLst/>
              <a:ahLst/>
              <a:cxnLst/>
              <a:rect l="l" t="t" r="r" b="b"/>
              <a:pathLst>
                <a:path w="136" h="23" extrusionOk="0">
                  <a:moveTo>
                    <a:pt x="136" y="23"/>
                  </a:moveTo>
                  <a:cubicBezTo>
                    <a:pt x="92" y="14"/>
                    <a:pt x="47" y="7"/>
                    <a:pt x="0" y="0"/>
                  </a:cubicBezTo>
                  <a:cubicBezTo>
                    <a:pt x="47" y="7"/>
                    <a:pt x="92" y="14"/>
                    <a:pt x="136" y="23"/>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23" name="Google Shape;923;p57"/>
            <p:cNvSpPr/>
            <p:nvPr/>
          </p:nvSpPr>
          <p:spPr>
            <a:xfrm>
              <a:off x="5091538" y="3656189"/>
              <a:ext cx="11779" cy="1952"/>
            </a:xfrm>
            <a:custGeom>
              <a:avLst/>
              <a:gdLst/>
              <a:ahLst/>
              <a:cxnLst/>
              <a:rect l="l" t="t" r="r" b="b"/>
              <a:pathLst>
                <a:path w="175" h="29" extrusionOk="0">
                  <a:moveTo>
                    <a:pt x="175" y="28"/>
                  </a:moveTo>
                  <a:cubicBezTo>
                    <a:pt x="118" y="20"/>
                    <a:pt x="60" y="10"/>
                    <a:pt x="1" y="0"/>
                  </a:cubicBezTo>
                  <a:cubicBezTo>
                    <a:pt x="60" y="10"/>
                    <a:pt x="118" y="20"/>
                    <a:pt x="175" y="28"/>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24" name="Google Shape;924;p57"/>
            <p:cNvSpPr/>
            <p:nvPr/>
          </p:nvSpPr>
          <p:spPr>
            <a:xfrm>
              <a:off x="5057209" y="3650535"/>
              <a:ext cx="13664" cy="2356"/>
            </a:xfrm>
            <a:custGeom>
              <a:avLst/>
              <a:gdLst/>
              <a:ahLst/>
              <a:cxnLst/>
              <a:rect l="l" t="t" r="r" b="b"/>
              <a:pathLst>
                <a:path w="203" h="35" extrusionOk="0">
                  <a:moveTo>
                    <a:pt x="203" y="35"/>
                  </a:moveTo>
                  <a:cubicBezTo>
                    <a:pt x="138" y="23"/>
                    <a:pt x="70" y="12"/>
                    <a:pt x="1" y="1"/>
                  </a:cubicBezTo>
                  <a:cubicBezTo>
                    <a:pt x="70" y="12"/>
                    <a:pt x="138" y="23"/>
                    <a:pt x="203" y="35"/>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25" name="Google Shape;925;p57"/>
            <p:cNvSpPr/>
            <p:nvPr/>
          </p:nvSpPr>
          <p:spPr>
            <a:xfrm>
              <a:off x="5073903" y="3653295"/>
              <a:ext cx="14674" cy="2423"/>
            </a:xfrm>
            <a:custGeom>
              <a:avLst/>
              <a:gdLst/>
              <a:ahLst/>
              <a:cxnLst/>
              <a:rect l="l" t="t" r="r" b="b"/>
              <a:pathLst>
                <a:path w="218" h="36" extrusionOk="0">
                  <a:moveTo>
                    <a:pt x="218" y="36"/>
                  </a:moveTo>
                  <a:cubicBezTo>
                    <a:pt x="149" y="25"/>
                    <a:pt x="75" y="13"/>
                    <a:pt x="0" y="1"/>
                  </a:cubicBezTo>
                  <a:cubicBezTo>
                    <a:pt x="75" y="13"/>
                    <a:pt x="149" y="25"/>
                    <a:pt x="218" y="36"/>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26" name="Google Shape;926;p57"/>
            <p:cNvSpPr/>
            <p:nvPr/>
          </p:nvSpPr>
          <p:spPr>
            <a:xfrm>
              <a:off x="5270787" y="3615130"/>
              <a:ext cx="341935" cy="444179"/>
            </a:xfrm>
            <a:custGeom>
              <a:avLst/>
              <a:gdLst/>
              <a:ahLst/>
              <a:cxnLst/>
              <a:rect l="l" t="t" r="r" b="b"/>
              <a:pathLst>
                <a:path w="5080" h="6599" extrusionOk="0">
                  <a:moveTo>
                    <a:pt x="1" y="1"/>
                  </a:moveTo>
                  <a:lnTo>
                    <a:pt x="1" y="1"/>
                  </a:lnTo>
                  <a:cubicBezTo>
                    <a:pt x="446" y="469"/>
                    <a:pt x="1341" y="1478"/>
                    <a:pt x="2670" y="3294"/>
                  </a:cubicBezTo>
                  <a:cubicBezTo>
                    <a:pt x="4027" y="5147"/>
                    <a:pt x="4762" y="5714"/>
                    <a:pt x="5080" y="6599"/>
                  </a:cubicBezTo>
                  <a:cubicBezTo>
                    <a:pt x="4524" y="1899"/>
                    <a:pt x="1" y="1"/>
                    <a:pt x="1" y="1"/>
                  </a:cubicBezTo>
                  <a:close/>
                </a:path>
              </a:pathLst>
            </a:custGeom>
            <a:gradFill>
              <a:gsLst>
                <a:gs pos="0">
                  <a:schemeClr val="accent2"/>
                </a:gs>
                <a:gs pos="100000">
                  <a:schemeClr val="dk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27" name="Google Shape;927;p57"/>
            <p:cNvSpPr/>
            <p:nvPr/>
          </p:nvSpPr>
          <p:spPr>
            <a:xfrm>
              <a:off x="4915452" y="4026466"/>
              <a:ext cx="629820" cy="573818"/>
            </a:xfrm>
            <a:custGeom>
              <a:avLst/>
              <a:gdLst/>
              <a:ahLst/>
              <a:cxnLst/>
              <a:rect l="l" t="t" r="r" b="b"/>
              <a:pathLst>
                <a:path w="9357" h="8525" extrusionOk="0">
                  <a:moveTo>
                    <a:pt x="4678" y="1"/>
                  </a:moveTo>
                  <a:cubicBezTo>
                    <a:pt x="3588" y="1"/>
                    <a:pt x="2497" y="416"/>
                    <a:pt x="1664" y="1248"/>
                  </a:cubicBezTo>
                  <a:cubicBezTo>
                    <a:pt x="1" y="2913"/>
                    <a:pt x="1" y="5612"/>
                    <a:pt x="1664" y="7275"/>
                  </a:cubicBezTo>
                  <a:cubicBezTo>
                    <a:pt x="2497" y="8108"/>
                    <a:pt x="3588" y="8524"/>
                    <a:pt x="4678" y="8524"/>
                  </a:cubicBezTo>
                  <a:cubicBezTo>
                    <a:pt x="5769" y="8524"/>
                    <a:pt x="6860" y="8108"/>
                    <a:pt x="7691" y="7275"/>
                  </a:cubicBezTo>
                  <a:cubicBezTo>
                    <a:pt x="9356" y="5612"/>
                    <a:pt x="9356" y="2913"/>
                    <a:pt x="7691" y="1248"/>
                  </a:cubicBezTo>
                  <a:cubicBezTo>
                    <a:pt x="6860" y="416"/>
                    <a:pt x="5769" y="1"/>
                    <a:pt x="4678" y="1"/>
                  </a:cubicBezTo>
                  <a:close/>
                </a:path>
              </a:pathLst>
            </a:custGeom>
            <a:gradFill>
              <a:gsLst>
                <a:gs pos="0">
                  <a:schemeClr val="lt1"/>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28" name="Google Shape;928;p57"/>
            <p:cNvSpPr/>
            <p:nvPr/>
          </p:nvSpPr>
          <p:spPr>
            <a:xfrm>
              <a:off x="5015342" y="4098152"/>
              <a:ext cx="430313" cy="430246"/>
            </a:xfrm>
            <a:custGeom>
              <a:avLst/>
              <a:gdLst/>
              <a:ahLst/>
              <a:cxnLst/>
              <a:rect l="l" t="t" r="r" b="b"/>
              <a:pathLst>
                <a:path w="6393" h="6392" extrusionOk="0">
                  <a:moveTo>
                    <a:pt x="2703" y="214"/>
                  </a:moveTo>
                  <a:lnTo>
                    <a:pt x="2703" y="1977"/>
                  </a:lnTo>
                  <a:lnTo>
                    <a:pt x="1455" y="729"/>
                  </a:lnTo>
                  <a:cubicBezTo>
                    <a:pt x="1820" y="470"/>
                    <a:pt x="2244" y="291"/>
                    <a:pt x="2703" y="214"/>
                  </a:cubicBezTo>
                  <a:close/>
                  <a:moveTo>
                    <a:pt x="3691" y="214"/>
                  </a:moveTo>
                  <a:cubicBezTo>
                    <a:pt x="4151" y="291"/>
                    <a:pt x="4575" y="470"/>
                    <a:pt x="4939" y="729"/>
                  </a:cubicBezTo>
                  <a:lnTo>
                    <a:pt x="3691" y="1977"/>
                  </a:lnTo>
                  <a:lnTo>
                    <a:pt x="3691" y="214"/>
                  </a:lnTo>
                  <a:close/>
                  <a:moveTo>
                    <a:pt x="751" y="1423"/>
                  </a:moveTo>
                  <a:lnTo>
                    <a:pt x="2005" y="2675"/>
                  </a:lnTo>
                  <a:lnTo>
                    <a:pt x="220" y="2675"/>
                  </a:lnTo>
                  <a:cubicBezTo>
                    <a:pt x="300" y="2213"/>
                    <a:pt x="487" y="1788"/>
                    <a:pt x="751" y="1423"/>
                  </a:cubicBezTo>
                  <a:close/>
                  <a:moveTo>
                    <a:pt x="5642" y="1423"/>
                  </a:moveTo>
                  <a:cubicBezTo>
                    <a:pt x="5908" y="1788"/>
                    <a:pt x="6093" y="2213"/>
                    <a:pt x="6173" y="2675"/>
                  </a:cubicBezTo>
                  <a:lnTo>
                    <a:pt x="4390" y="2675"/>
                  </a:lnTo>
                  <a:lnTo>
                    <a:pt x="5642" y="1423"/>
                  </a:lnTo>
                  <a:close/>
                  <a:moveTo>
                    <a:pt x="3197" y="2812"/>
                  </a:moveTo>
                  <a:cubicBezTo>
                    <a:pt x="2985" y="2812"/>
                    <a:pt x="2814" y="2985"/>
                    <a:pt x="2814" y="3197"/>
                  </a:cubicBezTo>
                  <a:cubicBezTo>
                    <a:pt x="2814" y="3407"/>
                    <a:pt x="2985" y="3580"/>
                    <a:pt x="3197" y="3580"/>
                  </a:cubicBezTo>
                  <a:cubicBezTo>
                    <a:pt x="3409" y="3580"/>
                    <a:pt x="3581" y="3407"/>
                    <a:pt x="3581" y="3197"/>
                  </a:cubicBezTo>
                  <a:cubicBezTo>
                    <a:pt x="3581" y="2985"/>
                    <a:pt x="3409" y="2812"/>
                    <a:pt x="3197" y="2812"/>
                  </a:cubicBezTo>
                  <a:close/>
                  <a:moveTo>
                    <a:pt x="3197" y="2258"/>
                  </a:moveTo>
                  <a:cubicBezTo>
                    <a:pt x="3714" y="2258"/>
                    <a:pt x="4135" y="2678"/>
                    <a:pt x="4135" y="3197"/>
                  </a:cubicBezTo>
                  <a:cubicBezTo>
                    <a:pt x="4135" y="3714"/>
                    <a:pt x="3714" y="4134"/>
                    <a:pt x="3197" y="4134"/>
                  </a:cubicBezTo>
                  <a:cubicBezTo>
                    <a:pt x="2679" y="4134"/>
                    <a:pt x="2258" y="3714"/>
                    <a:pt x="2258" y="3197"/>
                  </a:cubicBezTo>
                  <a:cubicBezTo>
                    <a:pt x="2258" y="2678"/>
                    <a:pt x="2679" y="2258"/>
                    <a:pt x="3197" y="2258"/>
                  </a:cubicBezTo>
                  <a:close/>
                  <a:moveTo>
                    <a:pt x="2004" y="3663"/>
                  </a:moveTo>
                  <a:lnTo>
                    <a:pt x="729" y="4938"/>
                  </a:lnTo>
                  <a:cubicBezTo>
                    <a:pt x="466" y="4566"/>
                    <a:pt x="285" y="4132"/>
                    <a:pt x="211" y="3663"/>
                  </a:cubicBezTo>
                  <a:close/>
                  <a:moveTo>
                    <a:pt x="6183" y="3663"/>
                  </a:moveTo>
                  <a:cubicBezTo>
                    <a:pt x="6110" y="4132"/>
                    <a:pt x="5929" y="4566"/>
                    <a:pt x="5665" y="4938"/>
                  </a:cubicBezTo>
                  <a:lnTo>
                    <a:pt x="4390" y="3663"/>
                  </a:lnTo>
                  <a:close/>
                  <a:moveTo>
                    <a:pt x="2703" y="4363"/>
                  </a:moveTo>
                  <a:lnTo>
                    <a:pt x="2703" y="6178"/>
                  </a:lnTo>
                  <a:cubicBezTo>
                    <a:pt x="2231" y="6100"/>
                    <a:pt x="1796" y="5912"/>
                    <a:pt x="1424" y="5642"/>
                  </a:cubicBezTo>
                  <a:lnTo>
                    <a:pt x="2703" y="4363"/>
                  </a:lnTo>
                  <a:close/>
                  <a:moveTo>
                    <a:pt x="3691" y="4363"/>
                  </a:moveTo>
                  <a:lnTo>
                    <a:pt x="4971" y="5642"/>
                  </a:lnTo>
                  <a:cubicBezTo>
                    <a:pt x="4599" y="5912"/>
                    <a:pt x="4163" y="6100"/>
                    <a:pt x="3691" y="6178"/>
                  </a:cubicBezTo>
                  <a:lnTo>
                    <a:pt x="3691" y="4363"/>
                  </a:lnTo>
                  <a:close/>
                  <a:moveTo>
                    <a:pt x="3197" y="1"/>
                  </a:moveTo>
                  <a:cubicBezTo>
                    <a:pt x="1435" y="1"/>
                    <a:pt x="1" y="1434"/>
                    <a:pt x="1" y="3197"/>
                  </a:cubicBezTo>
                  <a:cubicBezTo>
                    <a:pt x="1" y="4958"/>
                    <a:pt x="1435" y="6391"/>
                    <a:pt x="3197" y="6391"/>
                  </a:cubicBezTo>
                  <a:cubicBezTo>
                    <a:pt x="4959" y="6391"/>
                    <a:pt x="6393" y="4958"/>
                    <a:pt x="6393" y="3197"/>
                  </a:cubicBezTo>
                  <a:cubicBezTo>
                    <a:pt x="6393" y="1434"/>
                    <a:pt x="4959" y="1"/>
                    <a:pt x="3197" y="1"/>
                  </a:cubicBezTo>
                  <a:close/>
                </a:path>
              </a:pathLst>
            </a:custGeom>
            <a:gradFill>
              <a:gsLst>
                <a:gs pos="0">
                  <a:schemeClr val="accent2"/>
                </a:gs>
                <a:gs pos="100000">
                  <a:schemeClr val="accent6"/>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29" name="Google Shape;929;p57"/>
            <p:cNvSpPr/>
            <p:nvPr/>
          </p:nvSpPr>
          <p:spPr>
            <a:xfrm>
              <a:off x="2177442" y="4026399"/>
              <a:ext cx="629820" cy="573818"/>
            </a:xfrm>
            <a:custGeom>
              <a:avLst/>
              <a:gdLst/>
              <a:ahLst/>
              <a:cxnLst/>
              <a:rect l="l" t="t" r="r" b="b"/>
              <a:pathLst>
                <a:path w="9357" h="8525" extrusionOk="0">
                  <a:moveTo>
                    <a:pt x="4679" y="0"/>
                  </a:moveTo>
                  <a:cubicBezTo>
                    <a:pt x="3588" y="0"/>
                    <a:pt x="2498" y="417"/>
                    <a:pt x="1666" y="1249"/>
                  </a:cubicBezTo>
                  <a:cubicBezTo>
                    <a:pt x="1" y="2913"/>
                    <a:pt x="1" y="5611"/>
                    <a:pt x="1666" y="7276"/>
                  </a:cubicBezTo>
                  <a:cubicBezTo>
                    <a:pt x="2498" y="8108"/>
                    <a:pt x="3588" y="8524"/>
                    <a:pt x="4679" y="8524"/>
                  </a:cubicBezTo>
                  <a:cubicBezTo>
                    <a:pt x="5770" y="8524"/>
                    <a:pt x="6860" y="8108"/>
                    <a:pt x="7693" y="7276"/>
                  </a:cubicBezTo>
                  <a:cubicBezTo>
                    <a:pt x="9357" y="5611"/>
                    <a:pt x="9357" y="2913"/>
                    <a:pt x="7693" y="1249"/>
                  </a:cubicBezTo>
                  <a:cubicBezTo>
                    <a:pt x="6860" y="417"/>
                    <a:pt x="5770" y="0"/>
                    <a:pt x="4679" y="0"/>
                  </a:cubicBezTo>
                  <a:close/>
                </a:path>
              </a:pathLst>
            </a:custGeom>
            <a:gradFill>
              <a:gsLst>
                <a:gs pos="0">
                  <a:schemeClr val="lt1"/>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30" name="Google Shape;930;p57"/>
            <p:cNvSpPr/>
            <p:nvPr/>
          </p:nvSpPr>
          <p:spPr>
            <a:xfrm>
              <a:off x="2277331" y="4098152"/>
              <a:ext cx="430313" cy="430246"/>
            </a:xfrm>
            <a:custGeom>
              <a:avLst/>
              <a:gdLst/>
              <a:ahLst/>
              <a:cxnLst/>
              <a:rect l="l" t="t" r="r" b="b"/>
              <a:pathLst>
                <a:path w="6393" h="6392" extrusionOk="0">
                  <a:moveTo>
                    <a:pt x="2704" y="214"/>
                  </a:moveTo>
                  <a:lnTo>
                    <a:pt x="2704" y="1977"/>
                  </a:lnTo>
                  <a:lnTo>
                    <a:pt x="1455" y="729"/>
                  </a:lnTo>
                  <a:cubicBezTo>
                    <a:pt x="1820" y="470"/>
                    <a:pt x="2244" y="291"/>
                    <a:pt x="2704" y="214"/>
                  </a:cubicBezTo>
                  <a:close/>
                  <a:moveTo>
                    <a:pt x="3692" y="214"/>
                  </a:moveTo>
                  <a:cubicBezTo>
                    <a:pt x="4151" y="291"/>
                    <a:pt x="4575" y="470"/>
                    <a:pt x="4940" y="729"/>
                  </a:cubicBezTo>
                  <a:lnTo>
                    <a:pt x="3692" y="1977"/>
                  </a:lnTo>
                  <a:lnTo>
                    <a:pt x="3692" y="214"/>
                  </a:lnTo>
                  <a:close/>
                  <a:moveTo>
                    <a:pt x="752" y="1423"/>
                  </a:moveTo>
                  <a:lnTo>
                    <a:pt x="2005" y="2675"/>
                  </a:lnTo>
                  <a:lnTo>
                    <a:pt x="220" y="2675"/>
                  </a:lnTo>
                  <a:cubicBezTo>
                    <a:pt x="301" y="2213"/>
                    <a:pt x="487" y="1788"/>
                    <a:pt x="752" y="1423"/>
                  </a:cubicBezTo>
                  <a:close/>
                  <a:moveTo>
                    <a:pt x="5642" y="1423"/>
                  </a:moveTo>
                  <a:cubicBezTo>
                    <a:pt x="5908" y="1788"/>
                    <a:pt x="6094" y="2213"/>
                    <a:pt x="6175" y="2675"/>
                  </a:cubicBezTo>
                  <a:lnTo>
                    <a:pt x="4390" y="2675"/>
                  </a:lnTo>
                  <a:lnTo>
                    <a:pt x="5642" y="1423"/>
                  </a:lnTo>
                  <a:close/>
                  <a:moveTo>
                    <a:pt x="3197" y="2812"/>
                  </a:moveTo>
                  <a:cubicBezTo>
                    <a:pt x="2986" y="2812"/>
                    <a:pt x="2814" y="2985"/>
                    <a:pt x="2814" y="3197"/>
                  </a:cubicBezTo>
                  <a:cubicBezTo>
                    <a:pt x="2814" y="3407"/>
                    <a:pt x="2986" y="3580"/>
                    <a:pt x="3197" y="3580"/>
                  </a:cubicBezTo>
                  <a:cubicBezTo>
                    <a:pt x="3409" y="3580"/>
                    <a:pt x="3581" y="3407"/>
                    <a:pt x="3581" y="3197"/>
                  </a:cubicBezTo>
                  <a:cubicBezTo>
                    <a:pt x="3581" y="2985"/>
                    <a:pt x="3409" y="2812"/>
                    <a:pt x="3197" y="2812"/>
                  </a:cubicBezTo>
                  <a:close/>
                  <a:moveTo>
                    <a:pt x="3197" y="2258"/>
                  </a:moveTo>
                  <a:cubicBezTo>
                    <a:pt x="3716" y="2258"/>
                    <a:pt x="4135" y="2678"/>
                    <a:pt x="4135" y="3197"/>
                  </a:cubicBezTo>
                  <a:cubicBezTo>
                    <a:pt x="4135" y="3714"/>
                    <a:pt x="3716" y="4134"/>
                    <a:pt x="3197" y="4134"/>
                  </a:cubicBezTo>
                  <a:cubicBezTo>
                    <a:pt x="2679" y="4134"/>
                    <a:pt x="2258" y="3714"/>
                    <a:pt x="2258" y="3197"/>
                  </a:cubicBezTo>
                  <a:cubicBezTo>
                    <a:pt x="2258" y="2678"/>
                    <a:pt x="2679" y="2258"/>
                    <a:pt x="3197" y="2258"/>
                  </a:cubicBezTo>
                  <a:close/>
                  <a:moveTo>
                    <a:pt x="2005" y="3663"/>
                  </a:moveTo>
                  <a:lnTo>
                    <a:pt x="730" y="4938"/>
                  </a:lnTo>
                  <a:cubicBezTo>
                    <a:pt x="466" y="4566"/>
                    <a:pt x="285" y="4132"/>
                    <a:pt x="212" y="3663"/>
                  </a:cubicBezTo>
                  <a:close/>
                  <a:moveTo>
                    <a:pt x="6183" y="3663"/>
                  </a:moveTo>
                  <a:cubicBezTo>
                    <a:pt x="6110" y="4132"/>
                    <a:pt x="5929" y="4566"/>
                    <a:pt x="5665" y="4938"/>
                  </a:cubicBezTo>
                  <a:lnTo>
                    <a:pt x="4390" y="3663"/>
                  </a:lnTo>
                  <a:close/>
                  <a:moveTo>
                    <a:pt x="2704" y="4363"/>
                  </a:moveTo>
                  <a:lnTo>
                    <a:pt x="2704" y="6178"/>
                  </a:lnTo>
                  <a:cubicBezTo>
                    <a:pt x="2231" y="6100"/>
                    <a:pt x="1796" y="5912"/>
                    <a:pt x="1424" y="5642"/>
                  </a:cubicBezTo>
                  <a:lnTo>
                    <a:pt x="2704" y="4363"/>
                  </a:lnTo>
                  <a:close/>
                  <a:moveTo>
                    <a:pt x="3692" y="4363"/>
                  </a:moveTo>
                  <a:lnTo>
                    <a:pt x="4971" y="5642"/>
                  </a:lnTo>
                  <a:cubicBezTo>
                    <a:pt x="4599" y="5912"/>
                    <a:pt x="4164" y="6100"/>
                    <a:pt x="3692" y="6178"/>
                  </a:cubicBezTo>
                  <a:lnTo>
                    <a:pt x="3692" y="4363"/>
                  </a:lnTo>
                  <a:close/>
                  <a:moveTo>
                    <a:pt x="3197" y="1"/>
                  </a:moveTo>
                  <a:cubicBezTo>
                    <a:pt x="1436" y="1"/>
                    <a:pt x="1" y="1434"/>
                    <a:pt x="1" y="3197"/>
                  </a:cubicBezTo>
                  <a:cubicBezTo>
                    <a:pt x="1" y="4958"/>
                    <a:pt x="1436" y="6391"/>
                    <a:pt x="3197" y="6391"/>
                  </a:cubicBezTo>
                  <a:cubicBezTo>
                    <a:pt x="4959" y="6391"/>
                    <a:pt x="6393" y="4958"/>
                    <a:pt x="6393" y="3197"/>
                  </a:cubicBezTo>
                  <a:cubicBezTo>
                    <a:pt x="6393" y="1434"/>
                    <a:pt x="4959" y="1"/>
                    <a:pt x="3197" y="1"/>
                  </a:cubicBezTo>
                  <a:close/>
                </a:path>
              </a:pathLst>
            </a:custGeom>
            <a:gradFill>
              <a:gsLst>
                <a:gs pos="0">
                  <a:schemeClr val="accent2"/>
                </a:gs>
                <a:gs pos="100000">
                  <a:schemeClr val="accent6"/>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31" name="Google Shape;931;p57"/>
            <p:cNvSpPr/>
            <p:nvPr/>
          </p:nvSpPr>
          <p:spPr>
            <a:xfrm>
              <a:off x="2220925" y="3040295"/>
              <a:ext cx="268567" cy="395110"/>
            </a:xfrm>
            <a:custGeom>
              <a:avLst/>
              <a:gdLst/>
              <a:ahLst/>
              <a:cxnLst/>
              <a:rect l="l" t="t" r="r" b="b"/>
              <a:pathLst>
                <a:path w="3990" h="5870" extrusionOk="0">
                  <a:moveTo>
                    <a:pt x="3811" y="1"/>
                  </a:moveTo>
                  <a:cubicBezTo>
                    <a:pt x="1670" y="1864"/>
                    <a:pt x="558" y="3984"/>
                    <a:pt x="1" y="5869"/>
                  </a:cubicBezTo>
                  <a:lnTo>
                    <a:pt x="624" y="5573"/>
                  </a:lnTo>
                  <a:cubicBezTo>
                    <a:pt x="1188" y="5304"/>
                    <a:pt x="1674" y="4898"/>
                    <a:pt x="2040" y="4392"/>
                  </a:cubicBezTo>
                  <a:lnTo>
                    <a:pt x="3164" y="2836"/>
                  </a:lnTo>
                  <a:cubicBezTo>
                    <a:pt x="3755" y="2018"/>
                    <a:pt x="3990" y="994"/>
                    <a:pt x="3811" y="1"/>
                  </a:cubicBezTo>
                  <a:close/>
                </a:path>
              </a:pathLst>
            </a:custGeom>
            <a:gradFill>
              <a:gsLst>
                <a:gs pos="0">
                  <a:schemeClr val="accent2"/>
                </a:gs>
                <a:gs pos="100000">
                  <a:schemeClr val="dk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32" name="Google Shape;932;p57"/>
            <p:cNvSpPr/>
            <p:nvPr/>
          </p:nvSpPr>
          <p:spPr>
            <a:xfrm>
              <a:off x="713225" y="4582521"/>
              <a:ext cx="5046298" cy="35203"/>
            </a:xfrm>
            <a:custGeom>
              <a:avLst/>
              <a:gdLst/>
              <a:ahLst/>
              <a:cxnLst/>
              <a:rect l="l" t="t" r="r" b="b"/>
              <a:pathLst>
                <a:path w="74971" h="523" extrusionOk="0">
                  <a:moveTo>
                    <a:pt x="262" y="1"/>
                  </a:moveTo>
                  <a:cubicBezTo>
                    <a:pt x="118" y="1"/>
                    <a:pt x="0" y="118"/>
                    <a:pt x="0" y="262"/>
                  </a:cubicBezTo>
                  <a:cubicBezTo>
                    <a:pt x="0" y="407"/>
                    <a:pt x="118" y="522"/>
                    <a:pt x="262" y="522"/>
                  </a:cubicBezTo>
                  <a:lnTo>
                    <a:pt x="74709" y="522"/>
                  </a:lnTo>
                  <a:cubicBezTo>
                    <a:pt x="74854" y="522"/>
                    <a:pt x="74971" y="407"/>
                    <a:pt x="74971" y="262"/>
                  </a:cubicBezTo>
                  <a:cubicBezTo>
                    <a:pt x="74971" y="118"/>
                    <a:pt x="74854" y="1"/>
                    <a:pt x="7470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33" name="Google Shape;933;p57"/>
            <p:cNvSpPr/>
            <p:nvPr/>
          </p:nvSpPr>
          <p:spPr>
            <a:xfrm>
              <a:off x="2605136" y="3533885"/>
              <a:ext cx="2346965" cy="844808"/>
            </a:xfrm>
            <a:custGeom>
              <a:avLst/>
              <a:gdLst/>
              <a:ahLst/>
              <a:cxnLst/>
              <a:rect l="l" t="t" r="r" b="b"/>
              <a:pathLst>
                <a:path w="34868" h="12551" extrusionOk="0">
                  <a:moveTo>
                    <a:pt x="0" y="1"/>
                  </a:moveTo>
                  <a:cubicBezTo>
                    <a:pt x="6310" y="6464"/>
                    <a:pt x="5441" y="8785"/>
                    <a:pt x="5441" y="8785"/>
                  </a:cubicBezTo>
                  <a:lnTo>
                    <a:pt x="33794" y="10942"/>
                  </a:lnTo>
                  <a:cubicBezTo>
                    <a:pt x="33249" y="8390"/>
                    <a:pt x="34868" y="3915"/>
                    <a:pt x="34868" y="3915"/>
                  </a:cubicBezTo>
                  <a:cubicBezTo>
                    <a:pt x="17659" y="1253"/>
                    <a:pt x="1" y="1"/>
                    <a:pt x="0" y="1"/>
                  </a:cubicBezTo>
                  <a:close/>
                  <a:moveTo>
                    <a:pt x="3405" y="9441"/>
                  </a:moveTo>
                  <a:lnTo>
                    <a:pt x="3405" y="9441"/>
                  </a:lnTo>
                  <a:cubicBezTo>
                    <a:pt x="3548" y="9919"/>
                    <a:pt x="3626" y="10424"/>
                    <a:pt x="3626" y="10948"/>
                  </a:cubicBezTo>
                  <a:cubicBezTo>
                    <a:pt x="3626" y="11221"/>
                    <a:pt x="3605" y="11488"/>
                    <a:pt x="3565" y="11751"/>
                  </a:cubicBezTo>
                  <a:lnTo>
                    <a:pt x="34058" y="12551"/>
                  </a:lnTo>
                  <a:cubicBezTo>
                    <a:pt x="33975" y="12295"/>
                    <a:pt x="33912" y="12031"/>
                    <a:pt x="33870" y="11758"/>
                  </a:cubicBezTo>
                  <a:cubicBezTo>
                    <a:pt x="25641" y="11618"/>
                    <a:pt x="17409" y="11441"/>
                    <a:pt x="9199" y="10866"/>
                  </a:cubicBezTo>
                  <a:cubicBezTo>
                    <a:pt x="8037" y="10785"/>
                    <a:pt x="6864" y="10685"/>
                    <a:pt x="5736" y="10384"/>
                  </a:cubicBezTo>
                  <a:cubicBezTo>
                    <a:pt x="4914" y="10163"/>
                    <a:pt x="4173" y="9795"/>
                    <a:pt x="3405" y="944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34" name="Google Shape;934;p57"/>
            <p:cNvSpPr/>
            <p:nvPr/>
          </p:nvSpPr>
          <p:spPr>
            <a:xfrm>
              <a:off x="2603992" y="2972513"/>
              <a:ext cx="2585512" cy="1303727"/>
            </a:xfrm>
            <a:custGeom>
              <a:avLst/>
              <a:gdLst/>
              <a:ahLst/>
              <a:cxnLst/>
              <a:rect l="l" t="t" r="r" b="b"/>
              <a:pathLst>
                <a:path w="38412" h="19369" extrusionOk="0">
                  <a:moveTo>
                    <a:pt x="12844" y="1662"/>
                  </a:moveTo>
                  <a:cubicBezTo>
                    <a:pt x="13608" y="1662"/>
                    <a:pt x="14368" y="1678"/>
                    <a:pt x="15115" y="1712"/>
                  </a:cubicBezTo>
                  <a:lnTo>
                    <a:pt x="15115" y="6912"/>
                  </a:lnTo>
                  <a:cubicBezTo>
                    <a:pt x="10286" y="6379"/>
                    <a:pt x="6533" y="6112"/>
                    <a:pt x="3880" y="6112"/>
                  </a:cubicBezTo>
                  <a:cubicBezTo>
                    <a:pt x="3454" y="6112"/>
                    <a:pt x="3055" y="6119"/>
                    <a:pt x="2685" y="6133"/>
                  </a:cubicBezTo>
                  <a:cubicBezTo>
                    <a:pt x="2815" y="5374"/>
                    <a:pt x="3554" y="2400"/>
                    <a:pt x="7256" y="1970"/>
                  </a:cubicBezTo>
                  <a:cubicBezTo>
                    <a:pt x="9027" y="1765"/>
                    <a:pt x="10945" y="1662"/>
                    <a:pt x="12844" y="1662"/>
                  </a:cubicBezTo>
                  <a:close/>
                  <a:moveTo>
                    <a:pt x="3633" y="7354"/>
                  </a:moveTo>
                  <a:cubicBezTo>
                    <a:pt x="3612" y="7354"/>
                    <a:pt x="3595" y="7371"/>
                    <a:pt x="3593" y="7392"/>
                  </a:cubicBezTo>
                  <a:lnTo>
                    <a:pt x="3571" y="8171"/>
                  </a:lnTo>
                  <a:cubicBezTo>
                    <a:pt x="3569" y="8192"/>
                    <a:pt x="3586" y="8209"/>
                    <a:pt x="3608" y="8211"/>
                  </a:cubicBezTo>
                  <a:lnTo>
                    <a:pt x="6231" y="8290"/>
                  </a:lnTo>
                  <a:cubicBezTo>
                    <a:pt x="6232" y="8290"/>
                    <a:pt x="6233" y="8290"/>
                    <a:pt x="6233" y="8290"/>
                  </a:cubicBezTo>
                  <a:cubicBezTo>
                    <a:pt x="6253" y="8290"/>
                    <a:pt x="6269" y="8273"/>
                    <a:pt x="6271" y="8253"/>
                  </a:cubicBezTo>
                  <a:lnTo>
                    <a:pt x="6293" y="7473"/>
                  </a:lnTo>
                  <a:cubicBezTo>
                    <a:pt x="6295" y="7453"/>
                    <a:pt x="6278" y="7435"/>
                    <a:pt x="6256" y="7435"/>
                  </a:cubicBezTo>
                  <a:lnTo>
                    <a:pt x="3633" y="7354"/>
                  </a:lnTo>
                  <a:close/>
                  <a:moveTo>
                    <a:pt x="16627" y="1803"/>
                  </a:moveTo>
                  <a:cubicBezTo>
                    <a:pt x="17923" y="1904"/>
                    <a:pt x="19152" y="2059"/>
                    <a:pt x="20251" y="2267"/>
                  </a:cubicBezTo>
                  <a:cubicBezTo>
                    <a:pt x="23908" y="2958"/>
                    <a:pt x="28800" y="5033"/>
                    <a:pt x="28800" y="5033"/>
                  </a:cubicBezTo>
                  <a:lnTo>
                    <a:pt x="28800" y="8711"/>
                  </a:lnTo>
                  <a:cubicBezTo>
                    <a:pt x="26588" y="8385"/>
                    <a:pt x="24144" y="8037"/>
                    <a:pt x="21643" y="7707"/>
                  </a:cubicBezTo>
                  <a:cubicBezTo>
                    <a:pt x="20131" y="7510"/>
                    <a:pt x="18694" y="7329"/>
                    <a:pt x="17331" y="7166"/>
                  </a:cubicBezTo>
                  <a:lnTo>
                    <a:pt x="16627" y="1803"/>
                  </a:lnTo>
                  <a:close/>
                  <a:moveTo>
                    <a:pt x="17378" y="8636"/>
                  </a:moveTo>
                  <a:cubicBezTo>
                    <a:pt x="17343" y="8636"/>
                    <a:pt x="17312" y="8661"/>
                    <a:pt x="17307" y="8698"/>
                  </a:cubicBezTo>
                  <a:lnTo>
                    <a:pt x="17218" y="9406"/>
                  </a:lnTo>
                  <a:cubicBezTo>
                    <a:pt x="17214" y="9446"/>
                    <a:pt x="17240" y="9481"/>
                    <a:pt x="17280" y="9486"/>
                  </a:cubicBezTo>
                  <a:lnTo>
                    <a:pt x="19819" y="9804"/>
                  </a:lnTo>
                  <a:cubicBezTo>
                    <a:pt x="19822" y="9804"/>
                    <a:pt x="19825" y="9804"/>
                    <a:pt x="19829" y="9804"/>
                  </a:cubicBezTo>
                  <a:cubicBezTo>
                    <a:pt x="19864" y="9804"/>
                    <a:pt x="19894" y="9778"/>
                    <a:pt x="19899" y="9741"/>
                  </a:cubicBezTo>
                  <a:lnTo>
                    <a:pt x="19987" y="9033"/>
                  </a:lnTo>
                  <a:cubicBezTo>
                    <a:pt x="19993" y="8994"/>
                    <a:pt x="19964" y="8958"/>
                    <a:pt x="19926" y="8954"/>
                  </a:cubicBezTo>
                  <a:lnTo>
                    <a:pt x="17386" y="8636"/>
                  </a:lnTo>
                  <a:cubicBezTo>
                    <a:pt x="17383" y="8636"/>
                    <a:pt x="17381" y="8636"/>
                    <a:pt x="17378" y="8636"/>
                  </a:cubicBezTo>
                  <a:close/>
                  <a:moveTo>
                    <a:pt x="31952" y="5488"/>
                  </a:moveTo>
                  <a:cubicBezTo>
                    <a:pt x="35794" y="7542"/>
                    <a:pt x="37750" y="9487"/>
                    <a:pt x="38064" y="9814"/>
                  </a:cubicBezTo>
                  <a:lnTo>
                    <a:pt x="38064" y="10164"/>
                  </a:lnTo>
                  <a:cubicBezTo>
                    <a:pt x="37391" y="10052"/>
                    <a:pt x="35098" y="9672"/>
                    <a:pt x="31952" y="9187"/>
                  </a:cubicBezTo>
                  <a:lnTo>
                    <a:pt x="31952" y="5488"/>
                  </a:lnTo>
                  <a:close/>
                  <a:moveTo>
                    <a:pt x="3840" y="6462"/>
                  </a:moveTo>
                  <a:cubicBezTo>
                    <a:pt x="7006" y="6462"/>
                    <a:pt x="11482" y="6849"/>
                    <a:pt x="16161" y="7385"/>
                  </a:cubicBezTo>
                  <a:lnTo>
                    <a:pt x="16148" y="18518"/>
                  </a:lnTo>
                  <a:cubicBezTo>
                    <a:pt x="11869" y="18160"/>
                    <a:pt x="6830" y="16744"/>
                    <a:pt x="3366" y="12595"/>
                  </a:cubicBezTo>
                  <a:cubicBezTo>
                    <a:pt x="1210" y="10013"/>
                    <a:pt x="547" y="7402"/>
                    <a:pt x="406" y="6732"/>
                  </a:cubicBezTo>
                  <a:cubicBezTo>
                    <a:pt x="1200" y="6544"/>
                    <a:pt x="2381" y="6462"/>
                    <a:pt x="3840" y="6462"/>
                  </a:cubicBezTo>
                  <a:close/>
                  <a:moveTo>
                    <a:pt x="16334" y="7405"/>
                  </a:moveTo>
                  <a:cubicBezTo>
                    <a:pt x="22586" y="8124"/>
                    <a:pt x="29176" y="9104"/>
                    <a:pt x="33469" y="9775"/>
                  </a:cubicBezTo>
                  <a:cubicBezTo>
                    <a:pt x="33686" y="15856"/>
                    <a:pt x="32253" y="18211"/>
                    <a:pt x="31623" y="18944"/>
                  </a:cubicBezTo>
                  <a:cubicBezTo>
                    <a:pt x="31482" y="19108"/>
                    <a:pt x="31277" y="19195"/>
                    <a:pt x="31060" y="19195"/>
                  </a:cubicBezTo>
                  <a:cubicBezTo>
                    <a:pt x="31051" y="19195"/>
                    <a:pt x="31043" y="19195"/>
                    <a:pt x="31035" y="19195"/>
                  </a:cubicBezTo>
                  <a:lnTo>
                    <a:pt x="18603" y="18618"/>
                  </a:lnTo>
                  <a:cubicBezTo>
                    <a:pt x="17879" y="18618"/>
                    <a:pt x="17115" y="18593"/>
                    <a:pt x="16322" y="18532"/>
                  </a:cubicBezTo>
                  <a:lnTo>
                    <a:pt x="16334" y="7405"/>
                  </a:lnTo>
                  <a:close/>
                  <a:moveTo>
                    <a:pt x="11164" y="1"/>
                  </a:moveTo>
                  <a:cubicBezTo>
                    <a:pt x="6889" y="1"/>
                    <a:pt x="3779" y="904"/>
                    <a:pt x="1889" y="2701"/>
                  </a:cubicBezTo>
                  <a:cubicBezTo>
                    <a:pt x="0" y="4499"/>
                    <a:pt x="109" y="6509"/>
                    <a:pt x="115" y="6594"/>
                  </a:cubicBezTo>
                  <a:lnTo>
                    <a:pt x="129" y="6801"/>
                  </a:lnTo>
                  <a:lnTo>
                    <a:pt x="238" y="6775"/>
                  </a:lnTo>
                  <a:cubicBezTo>
                    <a:pt x="386" y="7471"/>
                    <a:pt x="1060" y="10102"/>
                    <a:pt x="3226" y="12698"/>
                  </a:cubicBezTo>
                  <a:cubicBezTo>
                    <a:pt x="7427" y="17735"/>
                    <a:pt x="13906" y="18792"/>
                    <a:pt x="18599" y="18792"/>
                  </a:cubicBezTo>
                  <a:lnTo>
                    <a:pt x="31027" y="19367"/>
                  </a:lnTo>
                  <a:cubicBezTo>
                    <a:pt x="31042" y="19369"/>
                    <a:pt x="31057" y="19369"/>
                    <a:pt x="31071" y="19369"/>
                  </a:cubicBezTo>
                  <a:cubicBezTo>
                    <a:pt x="31337" y="19369"/>
                    <a:pt x="31584" y="19257"/>
                    <a:pt x="31754" y="19058"/>
                  </a:cubicBezTo>
                  <a:cubicBezTo>
                    <a:pt x="32397" y="18310"/>
                    <a:pt x="33856" y="15920"/>
                    <a:pt x="33644" y="9804"/>
                  </a:cubicBezTo>
                  <a:lnTo>
                    <a:pt x="33644" y="9804"/>
                  </a:lnTo>
                  <a:cubicBezTo>
                    <a:pt x="36376" y="10232"/>
                    <a:pt x="38134" y="10529"/>
                    <a:pt x="38208" y="10541"/>
                  </a:cubicBezTo>
                  <a:lnTo>
                    <a:pt x="38411" y="10575"/>
                  </a:lnTo>
                  <a:lnTo>
                    <a:pt x="38411" y="9678"/>
                  </a:lnTo>
                  <a:lnTo>
                    <a:pt x="38366" y="9628"/>
                  </a:lnTo>
                  <a:cubicBezTo>
                    <a:pt x="38297" y="9551"/>
                    <a:pt x="36626" y="7722"/>
                    <a:pt x="32979" y="5641"/>
                  </a:cubicBezTo>
                  <a:cubicBezTo>
                    <a:pt x="29621" y="3724"/>
                    <a:pt x="23891" y="1238"/>
                    <a:pt x="15659" y="283"/>
                  </a:cubicBezTo>
                  <a:cubicBezTo>
                    <a:pt x="14041" y="94"/>
                    <a:pt x="12542" y="1"/>
                    <a:pt x="1116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35" name="Google Shape;935;p57"/>
            <p:cNvSpPr/>
            <p:nvPr/>
          </p:nvSpPr>
          <p:spPr>
            <a:xfrm>
              <a:off x="4512327" y="3458161"/>
              <a:ext cx="144245" cy="200920"/>
            </a:xfrm>
            <a:custGeom>
              <a:avLst/>
              <a:gdLst/>
              <a:ahLst/>
              <a:cxnLst/>
              <a:rect l="l" t="t" r="r" b="b"/>
              <a:pathLst>
                <a:path w="2143" h="2985" extrusionOk="0">
                  <a:moveTo>
                    <a:pt x="1" y="1"/>
                  </a:moveTo>
                  <a:lnTo>
                    <a:pt x="1" y="2658"/>
                  </a:lnTo>
                  <a:lnTo>
                    <a:pt x="145" y="2658"/>
                  </a:lnTo>
                  <a:cubicBezTo>
                    <a:pt x="318" y="2791"/>
                    <a:pt x="626" y="2984"/>
                    <a:pt x="962" y="2984"/>
                  </a:cubicBezTo>
                  <a:cubicBezTo>
                    <a:pt x="1152" y="2984"/>
                    <a:pt x="1350" y="2922"/>
                    <a:pt x="1539" y="2753"/>
                  </a:cubicBezTo>
                  <a:cubicBezTo>
                    <a:pt x="1574" y="2720"/>
                    <a:pt x="1605" y="2685"/>
                    <a:pt x="1633" y="2647"/>
                  </a:cubicBezTo>
                  <a:cubicBezTo>
                    <a:pt x="1669" y="2630"/>
                    <a:pt x="1693" y="2594"/>
                    <a:pt x="1694" y="2553"/>
                  </a:cubicBezTo>
                  <a:cubicBezTo>
                    <a:pt x="2142" y="1765"/>
                    <a:pt x="1694" y="1"/>
                    <a:pt x="1694" y="1"/>
                  </a:cubicBezTo>
                  <a:lnTo>
                    <a:pt x="1656" y="26"/>
                  </a:lnTo>
                  <a:cubicBezTo>
                    <a:pt x="1636" y="10"/>
                    <a:pt x="1612" y="1"/>
                    <a:pt x="158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36" name="Google Shape;936;p57"/>
            <p:cNvSpPr/>
            <p:nvPr/>
          </p:nvSpPr>
          <p:spPr>
            <a:xfrm>
              <a:off x="2634214" y="3190600"/>
              <a:ext cx="1275525" cy="281356"/>
            </a:xfrm>
            <a:custGeom>
              <a:avLst/>
              <a:gdLst/>
              <a:ahLst/>
              <a:cxnLst/>
              <a:rect l="l" t="t" r="r" b="b"/>
              <a:pathLst>
                <a:path w="18950" h="4180" extrusionOk="0">
                  <a:moveTo>
                    <a:pt x="1235" y="1"/>
                  </a:moveTo>
                  <a:cubicBezTo>
                    <a:pt x="1" y="1570"/>
                    <a:pt x="103" y="3109"/>
                    <a:pt x="103" y="3109"/>
                  </a:cubicBezTo>
                  <a:cubicBezTo>
                    <a:pt x="607" y="2982"/>
                    <a:pt x="1279" y="2899"/>
                    <a:pt x="2083" y="2855"/>
                  </a:cubicBezTo>
                  <a:lnTo>
                    <a:pt x="2083" y="1438"/>
                  </a:lnTo>
                  <a:cubicBezTo>
                    <a:pt x="2082" y="819"/>
                    <a:pt x="1739" y="281"/>
                    <a:pt x="1235" y="1"/>
                  </a:cubicBezTo>
                  <a:close/>
                  <a:moveTo>
                    <a:pt x="16376" y="72"/>
                  </a:moveTo>
                  <a:lnTo>
                    <a:pt x="16882" y="3926"/>
                  </a:lnTo>
                  <a:cubicBezTo>
                    <a:pt x="17553" y="4007"/>
                    <a:pt x="18242" y="4090"/>
                    <a:pt x="18950" y="4179"/>
                  </a:cubicBezTo>
                  <a:lnTo>
                    <a:pt x="18950" y="2705"/>
                  </a:lnTo>
                  <a:cubicBezTo>
                    <a:pt x="18950" y="1270"/>
                    <a:pt x="17804" y="104"/>
                    <a:pt x="16376" y="72"/>
                  </a:cubicBezTo>
                  <a:close/>
                </a:path>
              </a:pathLst>
            </a:custGeom>
            <a:gradFill>
              <a:gsLst>
                <a:gs pos="0">
                  <a:schemeClr val="lt1"/>
                </a:gs>
                <a:gs pos="100000">
                  <a:schemeClr val="accent3"/>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937" name="Google Shape;937;p57"/>
          <p:cNvSpPr/>
          <p:nvPr/>
        </p:nvSpPr>
        <p:spPr>
          <a:xfrm>
            <a:off x="2235299" y="4165138"/>
            <a:ext cx="5141117" cy="457200"/>
          </a:xfrm>
          <a:prstGeom prst="roundRect">
            <a:avLst>
              <a:gd name="adj" fmla="val 50000"/>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p>
        </p:txBody>
      </p:sp>
      <p:sp>
        <p:nvSpPr>
          <p:cNvPr id="942" name="Google Shape;942;p57"/>
          <p:cNvSpPr txBox="1">
            <a:spLocks noGrp="1"/>
          </p:cNvSpPr>
          <p:nvPr>
            <p:ph type="title"/>
          </p:nvPr>
        </p:nvSpPr>
        <p:spPr>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sz="3200" b="1" dirty="0">
                <a:solidFill>
                  <a:schemeClr val="bg1"/>
                </a:solidFill>
                <a:effectLst/>
                <a:latin typeface="Montserrat" panose="00000500000000000000" pitchFamily="2" charset="0"/>
              </a:rPr>
              <a:t>General Specification of Golf Cart </a:t>
            </a:r>
            <a:endParaRPr sz="3200" b="1" dirty="0">
              <a:solidFill>
                <a:schemeClr val="bg1"/>
              </a:solidFill>
              <a:effectLst/>
            </a:endParaRPr>
          </a:p>
        </p:txBody>
      </p:sp>
      <p:sp>
        <p:nvSpPr>
          <p:cNvPr id="938" name="Google Shape;938;p57"/>
          <p:cNvSpPr txBox="1">
            <a:spLocks noGrp="1"/>
          </p:cNvSpPr>
          <p:nvPr>
            <p:ph type="title" idx="2"/>
          </p:nvPr>
        </p:nvSpPr>
        <p:spPr>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chemeClr val="tx1"/>
                </a:solidFill>
                <a:effectLst/>
              </a:rPr>
              <a:t>02</a:t>
            </a:r>
            <a:endParaRPr dirty="0">
              <a:solidFill>
                <a:schemeClr val="tx1"/>
              </a:solidFill>
              <a:effectLst/>
            </a:endParaRPr>
          </a:p>
        </p:txBody>
      </p:sp>
      <p:sp>
        <p:nvSpPr>
          <p:cNvPr id="939" name="Google Shape;939;p57"/>
          <p:cNvSpPr txBox="1">
            <a:spLocks noGrp="1"/>
          </p:cNvSpPr>
          <p:nvPr>
            <p:ph type="subTitle" idx="1"/>
          </p:nvPr>
        </p:nvSpPr>
        <p:spPr>
          <a:xfrm>
            <a:off x="2419351" y="4245700"/>
            <a:ext cx="4829174" cy="2961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sz="1400" dirty="0">
                <a:solidFill>
                  <a:schemeClr val="bg1"/>
                </a:solidFill>
                <a:effectLst/>
                <a:latin typeface="SF Pro Text" panose="00000500000000000000" pitchFamily="2" charset="0"/>
                <a:ea typeface="SF Pro Text" panose="00000500000000000000" pitchFamily="2" charset="0"/>
              </a:rPr>
              <a:t>Electrical Drive, Performance &amp; Mechanical spare </a:t>
            </a:r>
            <a:endParaRPr sz="1400" dirty="0">
              <a:solidFill>
                <a:schemeClr val="bg1"/>
              </a:solidFill>
              <a:effectLst/>
              <a:latin typeface="SF Pro Text" panose="00000500000000000000" pitchFamily="2" charset="0"/>
              <a:ea typeface="SF Pro Text" panose="00000500000000000000" pitchFamily="2" charset="0"/>
            </a:endParaRPr>
          </a:p>
        </p:txBody>
      </p:sp>
      <p:sp>
        <p:nvSpPr>
          <p:cNvPr id="941" name="Google Shape;941;p57"/>
          <p:cNvSpPr/>
          <p:nvPr/>
        </p:nvSpPr>
        <p:spPr>
          <a:xfrm rot="-5400000">
            <a:off x="4468802" y="-103549"/>
            <a:ext cx="4226946" cy="930116"/>
          </a:xfrm>
          <a:custGeom>
            <a:avLst/>
            <a:gdLst/>
            <a:ahLst/>
            <a:cxnLst/>
            <a:rect l="l" t="t" r="r" b="b"/>
            <a:pathLst>
              <a:path w="53074" h="11679" extrusionOk="0">
                <a:moveTo>
                  <a:pt x="4423" y="398"/>
                </a:moveTo>
                <a:cubicBezTo>
                  <a:pt x="4545" y="398"/>
                  <a:pt x="4645" y="497"/>
                  <a:pt x="4645" y="618"/>
                </a:cubicBezTo>
                <a:lnTo>
                  <a:pt x="4645" y="1647"/>
                </a:lnTo>
                <a:cubicBezTo>
                  <a:pt x="4645" y="1770"/>
                  <a:pt x="4545" y="1869"/>
                  <a:pt x="4423" y="1869"/>
                </a:cubicBezTo>
                <a:cubicBezTo>
                  <a:pt x="4300" y="1869"/>
                  <a:pt x="4200" y="1770"/>
                  <a:pt x="4200" y="1647"/>
                </a:cubicBezTo>
                <a:lnTo>
                  <a:pt x="4200" y="618"/>
                </a:lnTo>
                <a:cubicBezTo>
                  <a:pt x="4200" y="497"/>
                  <a:pt x="4300" y="398"/>
                  <a:pt x="4423" y="398"/>
                </a:cubicBezTo>
                <a:close/>
                <a:moveTo>
                  <a:pt x="1463" y="446"/>
                </a:moveTo>
                <a:cubicBezTo>
                  <a:pt x="1585" y="446"/>
                  <a:pt x="1684" y="546"/>
                  <a:pt x="1684" y="668"/>
                </a:cubicBezTo>
                <a:lnTo>
                  <a:pt x="1684" y="1697"/>
                </a:lnTo>
                <a:cubicBezTo>
                  <a:pt x="1684" y="1820"/>
                  <a:pt x="1585" y="1919"/>
                  <a:pt x="1463" y="1919"/>
                </a:cubicBezTo>
                <a:cubicBezTo>
                  <a:pt x="1339" y="1919"/>
                  <a:pt x="1240" y="1820"/>
                  <a:pt x="1240" y="1697"/>
                </a:cubicBezTo>
                <a:lnTo>
                  <a:pt x="1240" y="668"/>
                </a:lnTo>
                <a:cubicBezTo>
                  <a:pt x="1240" y="546"/>
                  <a:pt x="1339" y="446"/>
                  <a:pt x="1463" y="446"/>
                </a:cubicBezTo>
                <a:close/>
                <a:moveTo>
                  <a:pt x="4249" y="1"/>
                </a:moveTo>
                <a:cubicBezTo>
                  <a:pt x="3923" y="1"/>
                  <a:pt x="3658" y="265"/>
                  <a:pt x="3658" y="591"/>
                </a:cubicBezTo>
                <a:lnTo>
                  <a:pt x="3658" y="3202"/>
                </a:lnTo>
                <a:lnTo>
                  <a:pt x="1981" y="3202"/>
                </a:lnTo>
                <a:lnTo>
                  <a:pt x="1981" y="673"/>
                </a:lnTo>
                <a:cubicBezTo>
                  <a:pt x="1981" y="510"/>
                  <a:pt x="1914" y="364"/>
                  <a:pt x="1808" y="257"/>
                </a:cubicBezTo>
                <a:cubicBezTo>
                  <a:pt x="1701" y="149"/>
                  <a:pt x="1552" y="81"/>
                  <a:pt x="1390" y="81"/>
                </a:cubicBezTo>
                <a:cubicBezTo>
                  <a:pt x="1065" y="81"/>
                  <a:pt x="799" y="348"/>
                  <a:pt x="799" y="672"/>
                </a:cubicBezTo>
                <a:lnTo>
                  <a:pt x="799" y="3202"/>
                </a:lnTo>
                <a:lnTo>
                  <a:pt x="734" y="3202"/>
                </a:lnTo>
                <a:cubicBezTo>
                  <a:pt x="330" y="3202"/>
                  <a:pt x="0" y="3533"/>
                  <a:pt x="0" y="3939"/>
                </a:cubicBezTo>
                <a:lnTo>
                  <a:pt x="0" y="7273"/>
                </a:lnTo>
                <a:cubicBezTo>
                  <a:pt x="0" y="7677"/>
                  <a:pt x="330" y="8008"/>
                  <a:pt x="734" y="8008"/>
                </a:cubicBezTo>
                <a:lnTo>
                  <a:pt x="1369" y="8008"/>
                </a:lnTo>
                <a:lnTo>
                  <a:pt x="1369" y="8946"/>
                </a:lnTo>
                <a:lnTo>
                  <a:pt x="2522" y="8946"/>
                </a:lnTo>
                <a:lnTo>
                  <a:pt x="2522" y="9290"/>
                </a:lnTo>
                <a:cubicBezTo>
                  <a:pt x="2522" y="10607"/>
                  <a:pt x="3593" y="11679"/>
                  <a:pt x="4911" y="11679"/>
                </a:cubicBezTo>
                <a:lnTo>
                  <a:pt x="50099" y="11679"/>
                </a:lnTo>
                <a:cubicBezTo>
                  <a:pt x="51739" y="11679"/>
                  <a:pt x="53073" y="10344"/>
                  <a:pt x="53073" y="8705"/>
                </a:cubicBezTo>
                <a:lnTo>
                  <a:pt x="53073" y="3031"/>
                </a:lnTo>
                <a:lnTo>
                  <a:pt x="52282" y="3031"/>
                </a:lnTo>
                <a:lnTo>
                  <a:pt x="52282" y="8705"/>
                </a:lnTo>
                <a:cubicBezTo>
                  <a:pt x="52282" y="9908"/>
                  <a:pt x="51302" y="10887"/>
                  <a:pt x="50099" y="10887"/>
                </a:cubicBezTo>
                <a:lnTo>
                  <a:pt x="4911" y="10887"/>
                </a:lnTo>
                <a:cubicBezTo>
                  <a:pt x="4030" y="10887"/>
                  <a:pt x="3313" y="10171"/>
                  <a:pt x="3313" y="9290"/>
                </a:cubicBezTo>
                <a:lnTo>
                  <a:pt x="3313" y="8948"/>
                </a:lnTo>
                <a:lnTo>
                  <a:pt x="4463" y="8948"/>
                </a:lnTo>
                <a:lnTo>
                  <a:pt x="4463" y="8009"/>
                </a:lnTo>
                <a:lnTo>
                  <a:pt x="4864" y="8009"/>
                </a:lnTo>
                <a:cubicBezTo>
                  <a:pt x="5270" y="8009"/>
                  <a:pt x="5600" y="7677"/>
                  <a:pt x="5600" y="7273"/>
                </a:cubicBezTo>
                <a:lnTo>
                  <a:pt x="5600" y="3939"/>
                </a:lnTo>
                <a:cubicBezTo>
                  <a:pt x="5600" y="3533"/>
                  <a:pt x="5270" y="3202"/>
                  <a:pt x="4864" y="3202"/>
                </a:cubicBezTo>
                <a:lnTo>
                  <a:pt x="4840" y="3202"/>
                </a:lnTo>
                <a:lnTo>
                  <a:pt x="4840" y="591"/>
                </a:lnTo>
                <a:cubicBezTo>
                  <a:pt x="4840" y="428"/>
                  <a:pt x="4774" y="281"/>
                  <a:pt x="4666" y="173"/>
                </a:cubicBezTo>
                <a:cubicBezTo>
                  <a:pt x="4560" y="66"/>
                  <a:pt x="4412" y="1"/>
                  <a:pt x="4249" y="1"/>
                </a:cubicBezTo>
                <a:close/>
              </a:path>
            </a:pathLst>
          </a:custGeom>
          <a:gradFill>
            <a:gsLst>
              <a:gs pos="0">
                <a:schemeClr val="lt1"/>
              </a:gs>
              <a:gs pos="100000">
                <a:schemeClr val="dk2"/>
              </a:gs>
            </a:gsLst>
            <a:lin ang="5400012"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p>
        </p:txBody>
      </p:sp>
      <p:sp>
        <p:nvSpPr>
          <p:cNvPr id="943" name="Google Shape;943;p57"/>
          <p:cNvSpPr/>
          <p:nvPr/>
        </p:nvSpPr>
        <p:spPr>
          <a:xfrm>
            <a:off x="2864675" y="1391948"/>
            <a:ext cx="1029023" cy="243877"/>
          </a:xfrm>
          <a:custGeom>
            <a:avLst/>
            <a:gdLst/>
            <a:ahLst/>
            <a:cxnLst/>
            <a:rect l="l" t="t" r="r" b="b"/>
            <a:pathLst>
              <a:path w="30587" h="7248" extrusionOk="0">
                <a:moveTo>
                  <a:pt x="15926" y="0"/>
                </a:moveTo>
                <a:cubicBezTo>
                  <a:pt x="13961" y="0"/>
                  <a:pt x="12266" y="6080"/>
                  <a:pt x="12266" y="6080"/>
                </a:cubicBezTo>
                <a:cubicBezTo>
                  <a:pt x="12266" y="6080"/>
                  <a:pt x="12617" y="3734"/>
                  <a:pt x="10866" y="3624"/>
                </a:cubicBezTo>
                <a:cubicBezTo>
                  <a:pt x="10828" y="3621"/>
                  <a:pt x="10789" y="3620"/>
                  <a:pt x="10751" y="3620"/>
                </a:cubicBezTo>
                <a:cubicBezTo>
                  <a:pt x="9060" y="3620"/>
                  <a:pt x="7833" y="5963"/>
                  <a:pt x="7833" y="5963"/>
                </a:cubicBezTo>
                <a:lnTo>
                  <a:pt x="1" y="7248"/>
                </a:lnTo>
                <a:lnTo>
                  <a:pt x="30587" y="7248"/>
                </a:lnTo>
                <a:cubicBezTo>
                  <a:pt x="30587" y="7248"/>
                  <a:pt x="23118" y="6780"/>
                  <a:pt x="22652" y="6080"/>
                </a:cubicBezTo>
                <a:cubicBezTo>
                  <a:pt x="22185" y="5381"/>
                  <a:pt x="21404" y="2579"/>
                  <a:pt x="19519" y="2346"/>
                </a:cubicBezTo>
                <a:cubicBezTo>
                  <a:pt x="19441" y="2336"/>
                  <a:pt x="19365" y="2332"/>
                  <a:pt x="19291" y="2332"/>
                </a:cubicBezTo>
                <a:cubicBezTo>
                  <a:pt x="18256" y="2332"/>
                  <a:pt x="17651" y="3241"/>
                  <a:pt x="17336" y="3955"/>
                </a:cubicBezTo>
                <a:lnTo>
                  <a:pt x="17336" y="3955"/>
                </a:lnTo>
                <a:cubicBezTo>
                  <a:pt x="17642" y="2843"/>
                  <a:pt x="17903" y="933"/>
                  <a:pt x="16414" y="130"/>
                </a:cubicBezTo>
                <a:cubicBezTo>
                  <a:pt x="16250" y="41"/>
                  <a:pt x="16087" y="0"/>
                  <a:pt x="1592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44" name="Google Shape;944;p57"/>
          <p:cNvSpPr/>
          <p:nvPr/>
        </p:nvSpPr>
        <p:spPr>
          <a:xfrm flipH="1">
            <a:off x="7376417" y="1421177"/>
            <a:ext cx="1356610" cy="321503"/>
          </a:xfrm>
          <a:custGeom>
            <a:avLst/>
            <a:gdLst/>
            <a:ahLst/>
            <a:cxnLst/>
            <a:rect l="l" t="t" r="r" b="b"/>
            <a:pathLst>
              <a:path w="30587" h="7248" extrusionOk="0">
                <a:moveTo>
                  <a:pt x="15926" y="0"/>
                </a:moveTo>
                <a:cubicBezTo>
                  <a:pt x="13961" y="0"/>
                  <a:pt x="12266" y="6080"/>
                  <a:pt x="12266" y="6080"/>
                </a:cubicBezTo>
                <a:cubicBezTo>
                  <a:pt x="12266" y="6080"/>
                  <a:pt x="12617" y="3734"/>
                  <a:pt x="10866" y="3624"/>
                </a:cubicBezTo>
                <a:cubicBezTo>
                  <a:pt x="10828" y="3621"/>
                  <a:pt x="10789" y="3620"/>
                  <a:pt x="10751" y="3620"/>
                </a:cubicBezTo>
                <a:cubicBezTo>
                  <a:pt x="9060" y="3620"/>
                  <a:pt x="7833" y="5963"/>
                  <a:pt x="7833" y="5963"/>
                </a:cubicBezTo>
                <a:lnTo>
                  <a:pt x="1" y="7248"/>
                </a:lnTo>
                <a:lnTo>
                  <a:pt x="30587" y="7248"/>
                </a:lnTo>
                <a:cubicBezTo>
                  <a:pt x="30587" y="7248"/>
                  <a:pt x="23118" y="6780"/>
                  <a:pt x="22652" y="6080"/>
                </a:cubicBezTo>
                <a:cubicBezTo>
                  <a:pt x="22185" y="5381"/>
                  <a:pt x="21404" y="2579"/>
                  <a:pt x="19519" y="2346"/>
                </a:cubicBezTo>
                <a:cubicBezTo>
                  <a:pt x="19441" y="2336"/>
                  <a:pt x="19365" y="2332"/>
                  <a:pt x="19291" y="2332"/>
                </a:cubicBezTo>
                <a:cubicBezTo>
                  <a:pt x="18256" y="2332"/>
                  <a:pt x="17651" y="3241"/>
                  <a:pt x="17336" y="3955"/>
                </a:cubicBezTo>
                <a:lnTo>
                  <a:pt x="17336" y="3955"/>
                </a:lnTo>
                <a:cubicBezTo>
                  <a:pt x="17642" y="2843"/>
                  <a:pt x="17903" y="933"/>
                  <a:pt x="16414" y="130"/>
                </a:cubicBezTo>
                <a:cubicBezTo>
                  <a:pt x="16250" y="41"/>
                  <a:pt x="16087" y="0"/>
                  <a:pt x="1592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12303034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552"/>
        <p:cNvGrpSpPr/>
        <p:nvPr/>
      </p:nvGrpSpPr>
      <p:grpSpPr>
        <a:xfrm>
          <a:off x="0" y="0"/>
          <a:ext cx="0" cy="0"/>
          <a:chOff x="0" y="0"/>
          <a:chExt cx="0" cy="0"/>
        </a:xfrm>
      </p:grpSpPr>
      <p:sp>
        <p:nvSpPr>
          <p:cNvPr id="553" name="Google Shape;553;p46"/>
          <p:cNvSpPr/>
          <p:nvPr/>
        </p:nvSpPr>
        <p:spPr>
          <a:xfrm>
            <a:off x="527250" y="572417"/>
            <a:ext cx="8089500" cy="607800"/>
          </a:xfrm>
          <a:prstGeom prst="round2DiagRect">
            <a:avLst>
              <a:gd name="adj1" fmla="val 16667"/>
              <a:gd name="adj2" fmla="val 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54" name="Google Shape;554;p46"/>
          <p:cNvSpPr txBox="1">
            <a:spLocks noGrp="1"/>
          </p:cNvSpPr>
          <p:nvPr>
            <p:ph type="title"/>
          </p:nvPr>
        </p:nvSpPr>
        <p:spPr>
          <a:prstGeom prst="rect">
            <a:avLst/>
          </a:prstGeom>
        </p:spPr>
        <p:txBody>
          <a:bodyPr spcFirstLastPara="1" wrap="square" lIns="91425" tIns="91425" rIns="91425" bIns="91425" anchor="t" anchorCtr="0">
            <a:noAutofit/>
          </a:bodyPr>
          <a:lstStyle/>
          <a:p>
            <a:pPr algn="ctr"/>
            <a:r>
              <a:rPr lang="en-US" sz="3200" b="0" dirty="0">
                <a:solidFill>
                  <a:schemeClr val="bg1"/>
                </a:solidFill>
                <a:effectLst/>
                <a:latin typeface="Montserrat" panose="00000500000000000000" pitchFamily="2" charset="0"/>
              </a:rPr>
              <a:t>General specification of Golf Cart </a:t>
            </a:r>
            <a:endParaRPr lang="en-IN" sz="3200" b="0" dirty="0">
              <a:solidFill>
                <a:schemeClr val="bg1"/>
              </a:solidFill>
              <a:effectLst/>
              <a:latin typeface="Montserrat" panose="00000500000000000000" pitchFamily="2" charset="0"/>
            </a:endParaRPr>
          </a:p>
        </p:txBody>
      </p:sp>
      <p:sp>
        <p:nvSpPr>
          <p:cNvPr id="26" name="Google Shape;573;p47">
            <a:extLst>
              <a:ext uri="{FF2B5EF4-FFF2-40B4-BE49-F238E27FC236}">
                <a16:creationId xmlns:a16="http://schemas.microsoft.com/office/drawing/2014/main" id="{BBAF4331-419D-49AE-BDCB-6384FA3FA439}"/>
              </a:ext>
            </a:extLst>
          </p:cNvPr>
          <p:cNvSpPr txBox="1">
            <a:spLocks noGrp="1"/>
          </p:cNvSpPr>
          <p:nvPr>
            <p:ph type="subTitle" idx="1"/>
          </p:nvPr>
        </p:nvSpPr>
        <p:spPr>
          <a:xfrm>
            <a:off x="1218686" y="1527152"/>
            <a:ext cx="3353314" cy="365700"/>
          </a:xfrm>
          <a:prstGeom prst="rect">
            <a:avLst/>
          </a:prstGeom>
        </p:spPr>
        <p:txBody>
          <a:bodyPr spcFirstLastPara="1" wrap="square" lIns="91425" tIns="91425" rIns="91425" bIns="91425" anchor="b" anchorCtr="0">
            <a:noAutofit/>
          </a:bodyPr>
          <a:lstStyle/>
          <a:p>
            <a:pPr algn="just"/>
            <a:r>
              <a:rPr lang="en-IN" dirty="0"/>
              <a:t>PERFORMANCE </a:t>
            </a:r>
          </a:p>
        </p:txBody>
      </p:sp>
      <p:sp>
        <p:nvSpPr>
          <p:cNvPr id="561" name="Google Shape;561;p46"/>
          <p:cNvSpPr/>
          <p:nvPr/>
        </p:nvSpPr>
        <p:spPr>
          <a:xfrm flipH="1">
            <a:off x="-546310" y="4268756"/>
            <a:ext cx="3228757" cy="710463"/>
          </a:xfrm>
          <a:custGeom>
            <a:avLst/>
            <a:gdLst/>
            <a:ahLst/>
            <a:cxnLst/>
            <a:rect l="l" t="t" r="r" b="b"/>
            <a:pathLst>
              <a:path w="53074" h="11679" extrusionOk="0">
                <a:moveTo>
                  <a:pt x="4423" y="398"/>
                </a:moveTo>
                <a:cubicBezTo>
                  <a:pt x="4545" y="398"/>
                  <a:pt x="4645" y="497"/>
                  <a:pt x="4645" y="618"/>
                </a:cubicBezTo>
                <a:lnTo>
                  <a:pt x="4645" y="1647"/>
                </a:lnTo>
                <a:cubicBezTo>
                  <a:pt x="4645" y="1770"/>
                  <a:pt x="4545" y="1869"/>
                  <a:pt x="4423" y="1869"/>
                </a:cubicBezTo>
                <a:cubicBezTo>
                  <a:pt x="4300" y="1869"/>
                  <a:pt x="4200" y="1770"/>
                  <a:pt x="4200" y="1647"/>
                </a:cubicBezTo>
                <a:lnTo>
                  <a:pt x="4200" y="618"/>
                </a:lnTo>
                <a:cubicBezTo>
                  <a:pt x="4200" y="497"/>
                  <a:pt x="4300" y="398"/>
                  <a:pt x="4423" y="398"/>
                </a:cubicBezTo>
                <a:close/>
                <a:moveTo>
                  <a:pt x="1463" y="446"/>
                </a:moveTo>
                <a:cubicBezTo>
                  <a:pt x="1585" y="446"/>
                  <a:pt x="1684" y="546"/>
                  <a:pt x="1684" y="668"/>
                </a:cubicBezTo>
                <a:lnTo>
                  <a:pt x="1684" y="1697"/>
                </a:lnTo>
                <a:cubicBezTo>
                  <a:pt x="1684" y="1820"/>
                  <a:pt x="1585" y="1919"/>
                  <a:pt x="1463" y="1919"/>
                </a:cubicBezTo>
                <a:cubicBezTo>
                  <a:pt x="1339" y="1919"/>
                  <a:pt x="1240" y="1820"/>
                  <a:pt x="1240" y="1697"/>
                </a:cubicBezTo>
                <a:lnTo>
                  <a:pt x="1240" y="668"/>
                </a:lnTo>
                <a:cubicBezTo>
                  <a:pt x="1240" y="546"/>
                  <a:pt x="1339" y="446"/>
                  <a:pt x="1463" y="446"/>
                </a:cubicBezTo>
                <a:close/>
                <a:moveTo>
                  <a:pt x="4249" y="1"/>
                </a:moveTo>
                <a:cubicBezTo>
                  <a:pt x="3923" y="1"/>
                  <a:pt x="3658" y="265"/>
                  <a:pt x="3658" y="591"/>
                </a:cubicBezTo>
                <a:lnTo>
                  <a:pt x="3658" y="3202"/>
                </a:lnTo>
                <a:lnTo>
                  <a:pt x="1981" y="3202"/>
                </a:lnTo>
                <a:lnTo>
                  <a:pt x="1981" y="673"/>
                </a:lnTo>
                <a:cubicBezTo>
                  <a:pt x="1981" y="510"/>
                  <a:pt x="1914" y="364"/>
                  <a:pt x="1808" y="257"/>
                </a:cubicBezTo>
                <a:cubicBezTo>
                  <a:pt x="1701" y="149"/>
                  <a:pt x="1552" y="81"/>
                  <a:pt x="1390" y="81"/>
                </a:cubicBezTo>
                <a:cubicBezTo>
                  <a:pt x="1065" y="81"/>
                  <a:pt x="799" y="348"/>
                  <a:pt x="799" y="672"/>
                </a:cubicBezTo>
                <a:lnTo>
                  <a:pt x="799" y="3202"/>
                </a:lnTo>
                <a:lnTo>
                  <a:pt x="734" y="3202"/>
                </a:lnTo>
                <a:cubicBezTo>
                  <a:pt x="330" y="3202"/>
                  <a:pt x="0" y="3533"/>
                  <a:pt x="0" y="3939"/>
                </a:cubicBezTo>
                <a:lnTo>
                  <a:pt x="0" y="7273"/>
                </a:lnTo>
                <a:cubicBezTo>
                  <a:pt x="0" y="7677"/>
                  <a:pt x="330" y="8008"/>
                  <a:pt x="734" y="8008"/>
                </a:cubicBezTo>
                <a:lnTo>
                  <a:pt x="1369" y="8008"/>
                </a:lnTo>
                <a:lnTo>
                  <a:pt x="1369" y="8946"/>
                </a:lnTo>
                <a:lnTo>
                  <a:pt x="2522" y="8946"/>
                </a:lnTo>
                <a:lnTo>
                  <a:pt x="2522" y="9290"/>
                </a:lnTo>
                <a:cubicBezTo>
                  <a:pt x="2522" y="10607"/>
                  <a:pt x="3593" y="11679"/>
                  <a:pt x="4911" y="11679"/>
                </a:cubicBezTo>
                <a:lnTo>
                  <a:pt x="50099" y="11679"/>
                </a:lnTo>
                <a:cubicBezTo>
                  <a:pt x="51739" y="11679"/>
                  <a:pt x="53073" y="10344"/>
                  <a:pt x="53073" y="8705"/>
                </a:cubicBezTo>
                <a:lnTo>
                  <a:pt x="53073" y="3031"/>
                </a:lnTo>
                <a:lnTo>
                  <a:pt x="52282" y="3031"/>
                </a:lnTo>
                <a:lnTo>
                  <a:pt x="52282" y="8705"/>
                </a:lnTo>
                <a:cubicBezTo>
                  <a:pt x="52282" y="9908"/>
                  <a:pt x="51302" y="10887"/>
                  <a:pt x="50099" y="10887"/>
                </a:cubicBezTo>
                <a:lnTo>
                  <a:pt x="4911" y="10887"/>
                </a:lnTo>
                <a:cubicBezTo>
                  <a:pt x="4030" y="10887"/>
                  <a:pt x="3313" y="10171"/>
                  <a:pt x="3313" y="9290"/>
                </a:cubicBezTo>
                <a:lnTo>
                  <a:pt x="3313" y="8948"/>
                </a:lnTo>
                <a:lnTo>
                  <a:pt x="4463" y="8948"/>
                </a:lnTo>
                <a:lnTo>
                  <a:pt x="4463" y="8009"/>
                </a:lnTo>
                <a:lnTo>
                  <a:pt x="4864" y="8009"/>
                </a:lnTo>
                <a:cubicBezTo>
                  <a:pt x="5270" y="8009"/>
                  <a:pt x="5600" y="7677"/>
                  <a:pt x="5600" y="7273"/>
                </a:cubicBezTo>
                <a:lnTo>
                  <a:pt x="5600" y="3939"/>
                </a:lnTo>
                <a:cubicBezTo>
                  <a:pt x="5600" y="3533"/>
                  <a:pt x="5270" y="3202"/>
                  <a:pt x="4864" y="3202"/>
                </a:cubicBezTo>
                <a:lnTo>
                  <a:pt x="4840" y="3202"/>
                </a:lnTo>
                <a:lnTo>
                  <a:pt x="4840" y="591"/>
                </a:lnTo>
                <a:cubicBezTo>
                  <a:pt x="4840" y="428"/>
                  <a:pt x="4774" y="281"/>
                  <a:pt x="4666" y="173"/>
                </a:cubicBezTo>
                <a:cubicBezTo>
                  <a:pt x="4560" y="66"/>
                  <a:pt x="4412" y="1"/>
                  <a:pt x="4249" y="1"/>
                </a:cubicBezTo>
                <a:close/>
              </a:path>
            </a:pathLst>
          </a:custGeom>
          <a:gradFill>
            <a:gsLst>
              <a:gs pos="0">
                <a:schemeClr val="l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62" name="Google Shape;562;p46"/>
          <p:cNvSpPr/>
          <p:nvPr/>
        </p:nvSpPr>
        <p:spPr>
          <a:xfrm rot="10800000" flipH="1">
            <a:off x="6514140" y="1334680"/>
            <a:ext cx="3228757" cy="710463"/>
          </a:xfrm>
          <a:custGeom>
            <a:avLst/>
            <a:gdLst/>
            <a:ahLst/>
            <a:cxnLst/>
            <a:rect l="l" t="t" r="r" b="b"/>
            <a:pathLst>
              <a:path w="53074" h="11679" extrusionOk="0">
                <a:moveTo>
                  <a:pt x="4423" y="398"/>
                </a:moveTo>
                <a:cubicBezTo>
                  <a:pt x="4545" y="398"/>
                  <a:pt x="4645" y="497"/>
                  <a:pt x="4645" y="618"/>
                </a:cubicBezTo>
                <a:lnTo>
                  <a:pt x="4645" y="1647"/>
                </a:lnTo>
                <a:cubicBezTo>
                  <a:pt x="4645" y="1770"/>
                  <a:pt x="4545" y="1869"/>
                  <a:pt x="4423" y="1869"/>
                </a:cubicBezTo>
                <a:cubicBezTo>
                  <a:pt x="4300" y="1869"/>
                  <a:pt x="4200" y="1770"/>
                  <a:pt x="4200" y="1647"/>
                </a:cubicBezTo>
                <a:lnTo>
                  <a:pt x="4200" y="618"/>
                </a:lnTo>
                <a:cubicBezTo>
                  <a:pt x="4200" y="497"/>
                  <a:pt x="4300" y="398"/>
                  <a:pt x="4423" y="398"/>
                </a:cubicBezTo>
                <a:close/>
                <a:moveTo>
                  <a:pt x="1463" y="446"/>
                </a:moveTo>
                <a:cubicBezTo>
                  <a:pt x="1585" y="446"/>
                  <a:pt x="1684" y="546"/>
                  <a:pt x="1684" y="668"/>
                </a:cubicBezTo>
                <a:lnTo>
                  <a:pt x="1684" y="1697"/>
                </a:lnTo>
                <a:cubicBezTo>
                  <a:pt x="1684" y="1820"/>
                  <a:pt x="1585" y="1919"/>
                  <a:pt x="1463" y="1919"/>
                </a:cubicBezTo>
                <a:cubicBezTo>
                  <a:pt x="1339" y="1919"/>
                  <a:pt x="1240" y="1820"/>
                  <a:pt x="1240" y="1697"/>
                </a:cubicBezTo>
                <a:lnTo>
                  <a:pt x="1240" y="668"/>
                </a:lnTo>
                <a:cubicBezTo>
                  <a:pt x="1240" y="546"/>
                  <a:pt x="1339" y="446"/>
                  <a:pt x="1463" y="446"/>
                </a:cubicBezTo>
                <a:close/>
                <a:moveTo>
                  <a:pt x="4249" y="1"/>
                </a:moveTo>
                <a:cubicBezTo>
                  <a:pt x="3923" y="1"/>
                  <a:pt x="3658" y="265"/>
                  <a:pt x="3658" y="591"/>
                </a:cubicBezTo>
                <a:lnTo>
                  <a:pt x="3658" y="3202"/>
                </a:lnTo>
                <a:lnTo>
                  <a:pt x="1981" y="3202"/>
                </a:lnTo>
                <a:lnTo>
                  <a:pt x="1981" y="673"/>
                </a:lnTo>
                <a:cubicBezTo>
                  <a:pt x="1981" y="510"/>
                  <a:pt x="1914" y="364"/>
                  <a:pt x="1808" y="257"/>
                </a:cubicBezTo>
                <a:cubicBezTo>
                  <a:pt x="1701" y="149"/>
                  <a:pt x="1552" y="81"/>
                  <a:pt x="1390" y="81"/>
                </a:cubicBezTo>
                <a:cubicBezTo>
                  <a:pt x="1065" y="81"/>
                  <a:pt x="799" y="348"/>
                  <a:pt x="799" y="672"/>
                </a:cubicBezTo>
                <a:lnTo>
                  <a:pt x="799" y="3202"/>
                </a:lnTo>
                <a:lnTo>
                  <a:pt x="734" y="3202"/>
                </a:lnTo>
                <a:cubicBezTo>
                  <a:pt x="330" y="3202"/>
                  <a:pt x="0" y="3533"/>
                  <a:pt x="0" y="3939"/>
                </a:cubicBezTo>
                <a:lnTo>
                  <a:pt x="0" y="7273"/>
                </a:lnTo>
                <a:cubicBezTo>
                  <a:pt x="0" y="7677"/>
                  <a:pt x="330" y="8008"/>
                  <a:pt x="734" y="8008"/>
                </a:cubicBezTo>
                <a:lnTo>
                  <a:pt x="1369" y="8008"/>
                </a:lnTo>
                <a:lnTo>
                  <a:pt x="1369" y="8946"/>
                </a:lnTo>
                <a:lnTo>
                  <a:pt x="2522" y="8946"/>
                </a:lnTo>
                <a:lnTo>
                  <a:pt x="2522" y="9290"/>
                </a:lnTo>
                <a:cubicBezTo>
                  <a:pt x="2522" y="10607"/>
                  <a:pt x="3593" y="11679"/>
                  <a:pt x="4911" y="11679"/>
                </a:cubicBezTo>
                <a:lnTo>
                  <a:pt x="50099" y="11679"/>
                </a:lnTo>
                <a:cubicBezTo>
                  <a:pt x="51739" y="11679"/>
                  <a:pt x="53073" y="10344"/>
                  <a:pt x="53073" y="8705"/>
                </a:cubicBezTo>
                <a:lnTo>
                  <a:pt x="53073" y="3031"/>
                </a:lnTo>
                <a:lnTo>
                  <a:pt x="52282" y="3031"/>
                </a:lnTo>
                <a:lnTo>
                  <a:pt x="52282" y="8705"/>
                </a:lnTo>
                <a:cubicBezTo>
                  <a:pt x="52282" y="9908"/>
                  <a:pt x="51302" y="10887"/>
                  <a:pt x="50099" y="10887"/>
                </a:cubicBezTo>
                <a:lnTo>
                  <a:pt x="4911" y="10887"/>
                </a:lnTo>
                <a:cubicBezTo>
                  <a:pt x="4030" y="10887"/>
                  <a:pt x="3313" y="10171"/>
                  <a:pt x="3313" y="9290"/>
                </a:cubicBezTo>
                <a:lnTo>
                  <a:pt x="3313" y="8948"/>
                </a:lnTo>
                <a:lnTo>
                  <a:pt x="4463" y="8948"/>
                </a:lnTo>
                <a:lnTo>
                  <a:pt x="4463" y="8009"/>
                </a:lnTo>
                <a:lnTo>
                  <a:pt x="4864" y="8009"/>
                </a:lnTo>
                <a:cubicBezTo>
                  <a:pt x="5270" y="8009"/>
                  <a:pt x="5600" y="7677"/>
                  <a:pt x="5600" y="7273"/>
                </a:cubicBezTo>
                <a:lnTo>
                  <a:pt x="5600" y="3939"/>
                </a:lnTo>
                <a:cubicBezTo>
                  <a:pt x="5600" y="3533"/>
                  <a:pt x="5270" y="3202"/>
                  <a:pt x="4864" y="3202"/>
                </a:cubicBezTo>
                <a:lnTo>
                  <a:pt x="4840" y="3202"/>
                </a:lnTo>
                <a:lnTo>
                  <a:pt x="4840" y="591"/>
                </a:lnTo>
                <a:cubicBezTo>
                  <a:pt x="4840" y="428"/>
                  <a:pt x="4774" y="281"/>
                  <a:pt x="4666" y="173"/>
                </a:cubicBezTo>
                <a:cubicBezTo>
                  <a:pt x="4560" y="66"/>
                  <a:pt x="4412" y="1"/>
                  <a:pt x="4249" y="1"/>
                </a:cubicBezTo>
                <a:close/>
              </a:path>
            </a:pathLst>
          </a:custGeom>
          <a:gradFill>
            <a:gsLst>
              <a:gs pos="0">
                <a:schemeClr val="lt1"/>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63" name="Google Shape;563;p46"/>
          <p:cNvSpPr/>
          <p:nvPr/>
        </p:nvSpPr>
        <p:spPr>
          <a:xfrm flipH="1">
            <a:off x="-317554" y="4353434"/>
            <a:ext cx="1836902" cy="435297"/>
          </a:xfrm>
          <a:custGeom>
            <a:avLst/>
            <a:gdLst/>
            <a:ahLst/>
            <a:cxnLst/>
            <a:rect l="l" t="t" r="r" b="b"/>
            <a:pathLst>
              <a:path w="30587" h="7248" extrusionOk="0">
                <a:moveTo>
                  <a:pt x="15926" y="0"/>
                </a:moveTo>
                <a:cubicBezTo>
                  <a:pt x="13961" y="0"/>
                  <a:pt x="12266" y="6080"/>
                  <a:pt x="12266" y="6080"/>
                </a:cubicBezTo>
                <a:cubicBezTo>
                  <a:pt x="12266" y="6080"/>
                  <a:pt x="12617" y="3734"/>
                  <a:pt x="10866" y="3624"/>
                </a:cubicBezTo>
                <a:cubicBezTo>
                  <a:pt x="10828" y="3621"/>
                  <a:pt x="10789" y="3620"/>
                  <a:pt x="10751" y="3620"/>
                </a:cubicBezTo>
                <a:cubicBezTo>
                  <a:pt x="9060" y="3620"/>
                  <a:pt x="7833" y="5963"/>
                  <a:pt x="7833" y="5963"/>
                </a:cubicBezTo>
                <a:lnTo>
                  <a:pt x="1" y="7248"/>
                </a:lnTo>
                <a:lnTo>
                  <a:pt x="30587" y="7248"/>
                </a:lnTo>
                <a:cubicBezTo>
                  <a:pt x="30587" y="7248"/>
                  <a:pt x="23118" y="6780"/>
                  <a:pt x="22652" y="6080"/>
                </a:cubicBezTo>
                <a:cubicBezTo>
                  <a:pt x="22185" y="5381"/>
                  <a:pt x="21404" y="2579"/>
                  <a:pt x="19519" y="2346"/>
                </a:cubicBezTo>
                <a:cubicBezTo>
                  <a:pt x="19441" y="2336"/>
                  <a:pt x="19365" y="2332"/>
                  <a:pt x="19291" y="2332"/>
                </a:cubicBezTo>
                <a:cubicBezTo>
                  <a:pt x="18256" y="2332"/>
                  <a:pt x="17651" y="3241"/>
                  <a:pt x="17336" y="3955"/>
                </a:cubicBezTo>
                <a:lnTo>
                  <a:pt x="17336" y="3955"/>
                </a:lnTo>
                <a:cubicBezTo>
                  <a:pt x="17642" y="2843"/>
                  <a:pt x="17903" y="933"/>
                  <a:pt x="16414" y="130"/>
                </a:cubicBezTo>
                <a:cubicBezTo>
                  <a:pt x="16250" y="41"/>
                  <a:pt x="16087" y="0"/>
                  <a:pt x="1592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64" name="Google Shape;564;p46"/>
          <p:cNvSpPr/>
          <p:nvPr/>
        </p:nvSpPr>
        <p:spPr>
          <a:xfrm flipH="1">
            <a:off x="7551571" y="1748916"/>
            <a:ext cx="2191329" cy="519301"/>
          </a:xfrm>
          <a:custGeom>
            <a:avLst/>
            <a:gdLst/>
            <a:ahLst/>
            <a:cxnLst/>
            <a:rect l="l" t="t" r="r" b="b"/>
            <a:pathLst>
              <a:path w="30587" h="7248" extrusionOk="0">
                <a:moveTo>
                  <a:pt x="15926" y="0"/>
                </a:moveTo>
                <a:cubicBezTo>
                  <a:pt x="13961" y="0"/>
                  <a:pt x="12266" y="6080"/>
                  <a:pt x="12266" y="6080"/>
                </a:cubicBezTo>
                <a:cubicBezTo>
                  <a:pt x="12266" y="6080"/>
                  <a:pt x="12617" y="3734"/>
                  <a:pt x="10866" y="3624"/>
                </a:cubicBezTo>
                <a:cubicBezTo>
                  <a:pt x="10828" y="3621"/>
                  <a:pt x="10789" y="3620"/>
                  <a:pt x="10751" y="3620"/>
                </a:cubicBezTo>
                <a:cubicBezTo>
                  <a:pt x="9060" y="3620"/>
                  <a:pt x="7833" y="5963"/>
                  <a:pt x="7833" y="5963"/>
                </a:cubicBezTo>
                <a:lnTo>
                  <a:pt x="1" y="7248"/>
                </a:lnTo>
                <a:lnTo>
                  <a:pt x="30587" y="7248"/>
                </a:lnTo>
                <a:cubicBezTo>
                  <a:pt x="30587" y="7248"/>
                  <a:pt x="23118" y="6780"/>
                  <a:pt x="22652" y="6080"/>
                </a:cubicBezTo>
                <a:cubicBezTo>
                  <a:pt x="22185" y="5381"/>
                  <a:pt x="21404" y="2579"/>
                  <a:pt x="19519" y="2346"/>
                </a:cubicBezTo>
                <a:cubicBezTo>
                  <a:pt x="19441" y="2336"/>
                  <a:pt x="19365" y="2332"/>
                  <a:pt x="19291" y="2332"/>
                </a:cubicBezTo>
                <a:cubicBezTo>
                  <a:pt x="18256" y="2332"/>
                  <a:pt x="17651" y="3241"/>
                  <a:pt x="17336" y="3955"/>
                </a:cubicBezTo>
                <a:lnTo>
                  <a:pt x="17336" y="3955"/>
                </a:lnTo>
                <a:cubicBezTo>
                  <a:pt x="17642" y="2843"/>
                  <a:pt x="17903" y="933"/>
                  <a:pt x="16414" y="130"/>
                </a:cubicBezTo>
                <a:cubicBezTo>
                  <a:pt x="16250" y="41"/>
                  <a:pt x="16087" y="0"/>
                  <a:pt x="1592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5" name="Google Shape;585;p47">
            <a:extLst>
              <a:ext uri="{FF2B5EF4-FFF2-40B4-BE49-F238E27FC236}">
                <a16:creationId xmlns:a16="http://schemas.microsoft.com/office/drawing/2014/main" id="{5591AB54-68B7-731C-DF69-837EDC0519C5}"/>
              </a:ext>
            </a:extLst>
          </p:cNvPr>
          <p:cNvGrpSpPr/>
          <p:nvPr/>
        </p:nvGrpSpPr>
        <p:grpSpPr>
          <a:xfrm>
            <a:off x="5090217" y="2387286"/>
            <a:ext cx="438600" cy="542493"/>
            <a:chOff x="1804767" y="1823078"/>
            <a:chExt cx="438600" cy="542493"/>
          </a:xfrm>
        </p:grpSpPr>
        <p:sp>
          <p:nvSpPr>
            <p:cNvPr id="6" name="Google Shape;586;p47">
              <a:extLst>
                <a:ext uri="{FF2B5EF4-FFF2-40B4-BE49-F238E27FC236}">
                  <a16:creationId xmlns:a16="http://schemas.microsoft.com/office/drawing/2014/main" id="{14FEA930-26CE-6DD3-F87B-ACB375C87C9C}"/>
                </a:ext>
              </a:extLst>
            </p:cNvPr>
            <p:cNvSpPr/>
            <p:nvPr/>
          </p:nvSpPr>
          <p:spPr>
            <a:xfrm>
              <a:off x="1806822" y="1823078"/>
              <a:ext cx="434479" cy="451817"/>
            </a:xfrm>
            <a:custGeom>
              <a:avLst/>
              <a:gdLst/>
              <a:ahLst/>
              <a:cxnLst/>
              <a:rect l="l" t="t" r="r" b="b"/>
              <a:pathLst>
                <a:path w="11553" h="12014" extrusionOk="0">
                  <a:moveTo>
                    <a:pt x="9857" y="973"/>
                  </a:moveTo>
                  <a:cubicBezTo>
                    <a:pt x="9826" y="973"/>
                    <a:pt x="9793" y="984"/>
                    <a:pt x="9762" y="1005"/>
                  </a:cubicBezTo>
                  <a:cubicBezTo>
                    <a:pt x="9581" y="1127"/>
                    <a:pt x="9405" y="1257"/>
                    <a:pt x="9235" y="1394"/>
                  </a:cubicBezTo>
                  <a:cubicBezTo>
                    <a:pt x="9131" y="1478"/>
                    <a:pt x="9160" y="1620"/>
                    <a:pt x="9281" y="1683"/>
                  </a:cubicBezTo>
                  <a:cubicBezTo>
                    <a:pt x="9316" y="1701"/>
                    <a:pt x="9356" y="1715"/>
                    <a:pt x="9410" y="1738"/>
                  </a:cubicBezTo>
                  <a:cubicBezTo>
                    <a:pt x="9334" y="1795"/>
                    <a:pt x="9268" y="1844"/>
                    <a:pt x="9205" y="1894"/>
                  </a:cubicBezTo>
                  <a:cubicBezTo>
                    <a:pt x="9103" y="1972"/>
                    <a:pt x="9083" y="2069"/>
                    <a:pt x="9148" y="2154"/>
                  </a:cubicBezTo>
                  <a:cubicBezTo>
                    <a:pt x="9183" y="2201"/>
                    <a:pt x="9228" y="2225"/>
                    <a:pt x="9278" y="2225"/>
                  </a:cubicBezTo>
                  <a:cubicBezTo>
                    <a:pt x="9321" y="2225"/>
                    <a:pt x="9368" y="2208"/>
                    <a:pt x="9416" y="2173"/>
                  </a:cubicBezTo>
                  <a:cubicBezTo>
                    <a:pt x="9550" y="2077"/>
                    <a:pt x="9680" y="1979"/>
                    <a:pt x="9812" y="1882"/>
                  </a:cubicBezTo>
                  <a:cubicBezTo>
                    <a:pt x="9888" y="1827"/>
                    <a:pt x="9972" y="1775"/>
                    <a:pt x="9962" y="1663"/>
                  </a:cubicBezTo>
                  <a:cubicBezTo>
                    <a:pt x="9952" y="1549"/>
                    <a:pt x="9861" y="1516"/>
                    <a:pt x="9771" y="1483"/>
                  </a:cubicBezTo>
                  <a:cubicBezTo>
                    <a:pt x="9761" y="1480"/>
                    <a:pt x="9752" y="1473"/>
                    <a:pt x="9734" y="1462"/>
                  </a:cubicBezTo>
                  <a:cubicBezTo>
                    <a:pt x="9815" y="1399"/>
                    <a:pt x="9895" y="1345"/>
                    <a:pt x="9967" y="1281"/>
                  </a:cubicBezTo>
                  <a:cubicBezTo>
                    <a:pt x="10040" y="1214"/>
                    <a:pt x="10047" y="1129"/>
                    <a:pt x="9990" y="1049"/>
                  </a:cubicBezTo>
                  <a:cubicBezTo>
                    <a:pt x="9954" y="999"/>
                    <a:pt x="9907" y="973"/>
                    <a:pt x="9857" y="973"/>
                  </a:cubicBezTo>
                  <a:close/>
                  <a:moveTo>
                    <a:pt x="4413" y="2486"/>
                  </a:moveTo>
                  <a:cubicBezTo>
                    <a:pt x="4272" y="2488"/>
                    <a:pt x="4197" y="2549"/>
                    <a:pt x="4194" y="2658"/>
                  </a:cubicBezTo>
                  <a:cubicBezTo>
                    <a:pt x="4193" y="2770"/>
                    <a:pt x="4271" y="2838"/>
                    <a:pt x="4406" y="2838"/>
                  </a:cubicBezTo>
                  <a:cubicBezTo>
                    <a:pt x="4610" y="2839"/>
                    <a:pt x="4813" y="2839"/>
                    <a:pt x="5017" y="2839"/>
                  </a:cubicBezTo>
                  <a:cubicBezTo>
                    <a:pt x="5220" y="2839"/>
                    <a:pt x="5423" y="2839"/>
                    <a:pt x="5627" y="2838"/>
                  </a:cubicBezTo>
                  <a:cubicBezTo>
                    <a:pt x="5754" y="2838"/>
                    <a:pt x="5834" y="2768"/>
                    <a:pt x="5836" y="2664"/>
                  </a:cubicBezTo>
                  <a:cubicBezTo>
                    <a:pt x="5838" y="2556"/>
                    <a:pt x="5757" y="2488"/>
                    <a:pt x="5621" y="2488"/>
                  </a:cubicBezTo>
                  <a:cubicBezTo>
                    <a:pt x="5418" y="2486"/>
                    <a:pt x="5215" y="2486"/>
                    <a:pt x="5012" y="2486"/>
                  </a:cubicBezTo>
                  <a:close/>
                  <a:moveTo>
                    <a:pt x="6497" y="2486"/>
                  </a:moveTo>
                  <a:cubicBezTo>
                    <a:pt x="6453" y="2486"/>
                    <a:pt x="6409" y="2487"/>
                    <a:pt x="6365" y="2488"/>
                  </a:cubicBezTo>
                  <a:cubicBezTo>
                    <a:pt x="6255" y="2490"/>
                    <a:pt x="6181" y="2560"/>
                    <a:pt x="6177" y="2657"/>
                  </a:cubicBezTo>
                  <a:cubicBezTo>
                    <a:pt x="6174" y="2757"/>
                    <a:pt x="6251" y="2835"/>
                    <a:pt x="6366" y="2837"/>
                  </a:cubicBezTo>
                  <a:cubicBezTo>
                    <a:pt x="6499" y="2839"/>
                    <a:pt x="6632" y="2839"/>
                    <a:pt x="6765" y="2839"/>
                  </a:cubicBezTo>
                  <a:cubicBezTo>
                    <a:pt x="6897" y="2839"/>
                    <a:pt x="7030" y="2839"/>
                    <a:pt x="7163" y="2838"/>
                  </a:cubicBezTo>
                  <a:cubicBezTo>
                    <a:pt x="7281" y="2837"/>
                    <a:pt x="7354" y="2764"/>
                    <a:pt x="7354" y="2661"/>
                  </a:cubicBezTo>
                  <a:cubicBezTo>
                    <a:pt x="7354" y="2557"/>
                    <a:pt x="7281" y="2489"/>
                    <a:pt x="7161" y="2488"/>
                  </a:cubicBezTo>
                  <a:cubicBezTo>
                    <a:pt x="7117" y="2487"/>
                    <a:pt x="7073" y="2486"/>
                    <a:pt x="7029" y="2486"/>
                  </a:cubicBezTo>
                  <a:cubicBezTo>
                    <a:pt x="6940" y="2486"/>
                    <a:pt x="6852" y="2488"/>
                    <a:pt x="6762" y="2488"/>
                  </a:cubicBezTo>
                  <a:cubicBezTo>
                    <a:pt x="6674" y="2488"/>
                    <a:pt x="6586" y="2486"/>
                    <a:pt x="6497" y="2486"/>
                  </a:cubicBezTo>
                  <a:close/>
                  <a:moveTo>
                    <a:pt x="9562" y="352"/>
                  </a:moveTo>
                  <a:cubicBezTo>
                    <a:pt x="10252" y="352"/>
                    <a:pt x="10816" y="910"/>
                    <a:pt x="10818" y="1597"/>
                  </a:cubicBezTo>
                  <a:cubicBezTo>
                    <a:pt x="10819" y="2287"/>
                    <a:pt x="10264" y="2844"/>
                    <a:pt x="9576" y="2846"/>
                  </a:cubicBezTo>
                  <a:cubicBezTo>
                    <a:pt x="9574" y="2847"/>
                    <a:pt x="9572" y="2847"/>
                    <a:pt x="9570" y="2847"/>
                  </a:cubicBezTo>
                  <a:cubicBezTo>
                    <a:pt x="8882" y="2847"/>
                    <a:pt x="8326" y="2298"/>
                    <a:pt x="8322" y="1610"/>
                  </a:cubicBezTo>
                  <a:cubicBezTo>
                    <a:pt x="8318" y="921"/>
                    <a:pt x="8872" y="357"/>
                    <a:pt x="9557" y="352"/>
                  </a:cubicBezTo>
                  <a:cubicBezTo>
                    <a:pt x="9559" y="352"/>
                    <a:pt x="9561" y="352"/>
                    <a:pt x="9562" y="352"/>
                  </a:cubicBezTo>
                  <a:close/>
                  <a:moveTo>
                    <a:pt x="7955" y="2180"/>
                  </a:moveTo>
                  <a:cubicBezTo>
                    <a:pt x="8046" y="2180"/>
                    <a:pt x="8089" y="2204"/>
                    <a:pt x="8128" y="2290"/>
                  </a:cubicBezTo>
                  <a:cubicBezTo>
                    <a:pt x="8278" y="2611"/>
                    <a:pt x="8516" y="2854"/>
                    <a:pt x="8829" y="3022"/>
                  </a:cubicBezTo>
                  <a:cubicBezTo>
                    <a:pt x="8866" y="3042"/>
                    <a:pt x="8896" y="3076"/>
                    <a:pt x="8929" y="3103"/>
                  </a:cubicBezTo>
                  <a:cubicBezTo>
                    <a:pt x="8920" y="3114"/>
                    <a:pt x="8913" y="3126"/>
                    <a:pt x="8905" y="3139"/>
                  </a:cubicBezTo>
                  <a:lnTo>
                    <a:pt x="2639" y="3139"/>
                  </a:lnTo>
                  <a:cubicBezTo>
                    <a:pt x="2637" y="3100"/>
                    <a:pt x="2631" y="3067"/>
                    <a:pt x="2631" y="3033"/>
                  </a:cubicBezTo>
                  <a:cubicBezTo>
                    <a:pt x="2631" y="2807"/>
                    <a:pt x="2631" y="2580"/>
                    <a:pt x="2631" y="2354"/>
                  </a:cubicBezTo>
                  <a:cubicBezTo>
                    <a:pt x="2631" y="2183"/>
                    <a:pt x="2631" y="2183"/>
                    <a:pt x="2808" y="2183"/>
                  </a:cubicBezTo>
                  <a:lnTo>
                    <a:pt x="4438" y="2183"/>
                  </a:lnTo>
                  <a:cubicBezTo>
                    <a:pt x="4907" y="2183"/>
                    <a:pt x="5376" y="2183"/>
                    <a:pt x="5844" y="2183"/>
                  </a:cubicBezTo>
                  <a:cubicBezTo>
                    <a:pt x="6548" y="2183"/>
                    <a:pt x="7251" y="2182"/>
                    <a:pt x="7955" y="2180"/>
                  </a:cubicBezTo>
                  <a:close/>
                  <a:moveTo>
                    <a:pt x="11191" y="4673"/>
                  </a:moveTo>
                  <a:lnTo>
                    <a:pt x="11191" y="4908"/>
                  </a:lnTo>
                  <a:cubicBezTo>
                    <a:pt x="11191" y="5197"/>
                    <a:pt x="11194" y="5486"/>
                    <a:pt x="11190" y="5775"/>
                  </a:cubicBezTo>
                  <a:cubicBezTo>
                    <a:pt x="11187" y="6013"/>
                    <a:pt x="11031" y="6173"/>
                    <a:pt x="10788" y="6184"/>
                  </a:cubicBezTo>
                  <a:lnTo>
                    <a:pt x="10788" y="4673"/>
                  </a:lnTo>
                  <a:close/>
                  <a:moveTo>
                    <a:pt x="757" y="4674"/>
                  </a:moveTo>
                  <a:lnTo>
                    <a:pt x="757" y="6187"/>
                  </a:lnTo>
                  <a:cubicBezTo>
                    <a:pt x="529" y="6167"/>
                    <a:pt x="371" y="6034"/>
                    <a:pt x="364" y="5829"/>
                  </a:cubicBezTo>
                  <a:cubicBezTo>
                    <a:pt x="351" y="5448"/>
                    <a:pt x="359" y="5064"/>
                    <a:pt x="359" y="4674"/>
                  </a:cubicBezTo>
                  <a:close/>
                  <a:moveTo>
                    <a:pt x="7986" y="1244"/>
                  </a:moveTo>
                  <a:lnTo>
                    <a:pt x="7986" y="1829"/>
                  </a:lnTo>
                  <a:lnTo>
                    <a:pt x="2768" y="1829"/>
                  </a:lnTo>
                  <a:cubicBezTo>
                    <a:pt x="2435" y="1829"/>
                    <a:pt x="2280" y="1985"/>
                    <a:pt x="2280" y="2317"/>
                  </a:cubicBezTo>
                  <a:cubicBezTo>
                    <a:pt x="2280" y="3157"/>
                    <a:pt x="2280" y="3997"/>
                    <a:pt x="2280" y="4838"/>
                  </a:cubicBezTo>
                  <a:cubicBezTo>
                    <a:pt x="2280" y="4869"/>
                    <a:pt x="2278" y="4901"/>
                    <a:pt x="2281" y="4932"/>
                  </a:cubicBezTo>
                  <a:cubicBezTo>
                    <a:pt x="2291" y="5035"/>
                    <a:pt x="2364" y="5106"/>
                    <a:pt x="2454" y="5106"/>
                  </a:cubicBezTo>
                  <a:cubicBezTo>
                    <a:pt x="2458" y="5106"/>
                    <a:pt x="2461" y="5106"/>
                    <a:pt x="2465" y="5106"/>
                  </a:cubicBezTo>
                  <a:cubicBezTo>
                    <a:pt x="2559" y="5100"/>
                    <a:pt x="2629" y="5032"/>
                    <a:pt x="2630" y="4926"/>
                  </a:cubicBezTo>
                  <a:cubicBezTo>
                    <a:pt x="2633" y="4695"/>
                    <a:pt x="2631" y="4465"/>
                    <a:pt x="2631" y="4234"/>
                  </a:cubicBezTo>
                  <a:lnTo>
                    <a:pt x="2631" y="3502"/>
                  </a:lnTo>
                  <a:lnTo>
                    <a:pt x="8916" y="3502"/>
                  </a:lnTo>
                  <a:lnTo>
                    <a:pt x="8916" y="3626"/>
                  </a:lnTo>
                  <a:cubicBezTo>
                    <a:pt x="8916" y="4627"/>
                    <a:pt x="8919" y="5627"/>
                    <a:pt x="8913" y="6628"/>
                  </a:cubicBezTo>
                  <a:cubicBezTo>
                    <a:pt x="8912" y="6769"/>
                    <a:pt x="8871" y="6909"/>
                    <a:pt x="8842" y="7081"/>
                  </a:cubicBezTo>
                  <a:cubicBezTo>
                    <a:pt x="8561" y="6855"/>
                    <a:pt x="8265" y="6767"/>
                    <a:pt x="7958" y="6710"/>
                  </a:cubicBezTo>
                  <a:cubicBezTo>
                    <a:pt x="7423" y="6610"/>
                    <a:pt x="6882" y="6572"/>
                    <a:pt x="6340" y="6572"/>
                  </a:cubicBezTo>
                  <a:cubicBezTo>
                    <a:pt x="6283" y="6572"/>
                    <a:pt x="6227" y="6572"/>
                    <a:pt x="6171" y="6573"/>
                  </a:cubicBezTo>
                  <a:cubicBezTo>
                    <a:pt x="5465" y="6581"/>
                    <a:pt x="4757" y="6599"/>
                    <a:pt x="4052" y="6648"/>
                  </a:cubicBezTo>
                  <a:cubicBezTo>
                    <a:pt x="3733" y="6670"/>
                    <a:pt x="3416" y="6765"/>
                    <a:pt x="3104" y="6849"/>
                  </a:cubicBezTo>
                  <a:cubicBezTo>
                    <a:pt x="2973" y="6885"/>
                    <a:pt x="2857" y="6976"/>
                    <a:pt x="2708" y="7054"/>
                  </a:cubicBezTo>
                  <a:cubicBezTo>
                    <a:pt x="2683" y="6923"/>
                    <a:pt x="2640" y="6794"/>
                    <a:pt x="2636" y="6661"/>
                  </a:cubicBezTo>
                  <a:cubicBezTo>
                    <a:pt x="2624" y="6356"/>
                    <a:pt x="2631" y="6052"/>
                    <a:pt x="2631" y="5747"/>
                  </a:cubicBezTo>
                  <a:cubicBezTo>
                    <a:pt x="2631" y="5605"/>
                    <a:pt x="2566" y="5521"/>
                    <a:pt x="2460" y="5521"/>
                  </a:cubicBezTo>
                  <a:cubicBezTo>
                    <a:pt x="2457" y="5521"/>
                    <a:pt x="2455" y="5522"/>
                    <a:pt x="2452" y="5522"/>
                  </a:cubicBezTo>
                  <a:cubicBezTo>
                    <a:pt x="2345" y="5524"/>
                    <a:pt x="2280" y="5607"/>
                    <a:pt x="2280" y="5744"/>
                  </a:cubicBezTo>
                  <a:cubicBezTo>
                    <a:pt x="2280" y="6331"/>
                    <a:pt x="2280" y="6918"/>
                    <a:pt x="2280" y="7504"/>
                  </a:cubicBezTo>
                  <a:lnTo>
                    <a:pt x="2280" y="7648"/>
                  </a:lnTo>
                  <a:cubicBezTo>
                    <a:pt x="2087" y="7503"/>
                    <a:pt x="1909" y="7373"/>
                    <a:pt x="1737" y="7235"/>
                  </a:cubicBezTo>
                  <a:cubicBezTo>
                    <a:pt x="1707" y="7210"/>
                    <a:pt x="1694" y="7147"/>
                    <a:pt x="1694" y="7101"/>
                  </a:cubicBezTo>
                  <a:cubicBezTo>
                    <a:pt x="1691" y="6436"/>
                    <a:pt x="1693" y="5772"/>
                    <a:pt x="1693" y="5107"/>
                  </a:cubicBezTo>
                  <a:cubicBezTo>
                    <a:pt x="1693" y="4110"/>
                    <a:pt x="1693" y="3113"/>
                    <a:pt x="1693" y="2116"/>
                  </a:cubicBezTo>
                  <a:cubicBezTo>
                    <a:pt x="1693" y="1574"/>
                    <a:pt x="2022" y="1244"/>
                    <a:pt x="2559" y="1244"/>
                  </a:cubicBezTo>
                  <a:close/>
                  <a:moveTo>
                    <a:pt x="5771" y="8126"/>
                  </a:moveTo>
                  <a:cubicBezTo>
                    <a:pt x="5666" y="8126"/>
                    <a:pt x="5561" y="8128"/>
                    <a:pt x="5456" y="8134"/>
                  </a:cubicBezTo>
                  <a:cubicBezTo>
                    <a:pt x="5359" y="8138"/>
                    <a:pt x="5304" y="8217"/>
                    <a:pt x="5311" y="8314"/>
                  </a:cubicBezTo>
                  <a:cubicBezTo>
                    <a:pt x="5318" y="8409"/>
                    <a:pt x="5376" y="8472"/>
                    <a:pt x="5479" y="8475"/>
                  </a:cubicBezTo>
                  <a:cubicBezTo>
                    <a:pt x="5511" y="8475"/>
                    <a:pt x="5544" y="8476"/>
                    <a:pt x="5576" y="8476"/>
                  </a:cubicBezTo>
                  <a:cubicBezTo>
                    <a:pt x="5641" y="8476"/>
                    <a:pt x="5705" y="8475"/>
                    <a:pt x="5771" y="8475"/>
                  </a:cubicBezTo>
                  <a:lnTo>
                    <a:pt x="5771" y="8476"/>
                  </a:lnTo>
                  <a:lnTo>
                    <a:pt x="6063" y="8476"/>
                  </a:lnTo>
                  <a:cubicBezTo>
                    <a:pt x="6164" y="8467"/>
                    <a:pt x="6240" y="8400"/>
                    <a:pt x="6238" y="8309"/>
                  </a:cubicBezTo>
                  <a:cubicBezTo>
                    <a:pt x="6237" y="8211"/>
                    <a:pt x="6183" y="8137"/>
                    <a:pt x="6086" y="8133"/>
                  </a:cubicBezTo>
                  <a:cubicBezTo>
                    <a:pt x="5981" y="8128"/>
                    <a:pt x="5876" y="8126"/>
                    <a:pt x="5771" y="8126"/>
                  </a:cubicBezTo>
                  <a:close/>
                  <a:moveTo>
                    <a:pt x="1698" y="7673"/>
                  </a:moveTo>
                  <a:cubicBezTo>
                    <a:pt x="2114" y="7899"/>
                    <a:pt x="2324" y="8198"/>
                    <a:pt x="2270" y="8634"/>
                  </a:cubicBezTo>
                  <a:lnTo>
                    <a:pt x="1698" y="8634"/>
                  </a:lnTo>
                  <a:lnTo>
                    <a:pt x="1698" y="7673"/>
                  </a:lnTo>
                  <a:close/>
                  <a:moveTo>
                    <a:pt x="9845" y="7665"/>
                  </a:moveTo>
                  <a:lnTo>
                    <a:pt x="9845" y="8635"/>
                  </a:lnTo>
                  <a:lnTo>
                    <a:pt x="9285" y="8635"/>
                  </a:lnTo>
                  <a:cubicBezTo>
                    <a:pt x="9205" y="8269"/>
                    <a:pt x="9398" y="7936"/>
                    <a:pt x="9845" y="7665"/>
                  </a:cubicBezTo>
                  <a:close/>
                  <a:moveTo>
                    <a:pt x="9848" y="8999"/>
                  </a:moveTo>
                  <a:lnTo>
                    <a:pt x="9848" y="9419"/>
                  </a:lnTo>
                  <a:lnTo>
                    <a:pt x="9275" y="9419"/>
                  </a:lnTo>
                  <a:lnTo>
                    <a:pt x="9275" y="8999"/>
                  </a:lnTo>
                  <a:close/>
                  <a:moveTo>
                    <a:pt x="2273" y="9003"/>
                  </a:moveTo>
                  <a:lnTo>
                    <a:pt x="2273" y="9423"/>
                  </a:lnTo>
                  <a:lnTo>
                    <a:pt x="1700" y="9423"/>
                  </a:lnTo>
                  <a:lnTo>
                    <a:pt x="1700" y="9003"/>
                  </a:lnTo>
                  <a:close/>
                  <a:moveTo>
                    <a:pt x="3083" y="9429"/>
                  </a:moveTo>
                  <a:cubicBezTo>
                    <a:pt x="2986" y="9429"/>
                    <a:pt x="2912" y="9500"/>
                    <a:pt x="2909" y="9597"/>
                  </a:cubicBezTo>
                  <a:cubicBezTo>
                    <a:pt x="2906" y="9692"/>
                    <a:pt x="2978" y="9772"/>
                    <a:pt x="3072" y="9778"/>
                  </a:cubicBezTo>
                  <a:cubicBezTo>
                    <a:pt x="3075" y="9778"/>
                    <a:pt x="3079" y="9778"/>
                    <a:pt x="3083" y="9778"/>
                  </a:cubicBezTo>
                  <a:cubicBezTo>
                    <a:pt x="3173" y="9778"/>
                    <a:pt x="3255" y="9700"/>
                    <a:pt x="3258" y="9607"/>
                  </a:cubicBezTo>
                  <a:cubicBezTo>
                    <a:pt x="3263" y="9514"/>
                    <a:pt x="3188" y="9435"/>
                    <a:pt x="3094" y="9429"/>
                  </a:cubicBezTo>
                  <a:cubicBezTo>
                    <a:pt x="3091" y="9429"/>
                    <a:pt x="3087" y="9429"/>
                    <a:pt x="3083" y="9429"/>
                  </a:cubicBezTo>
                  <a:close/>
                  <a:moveTo>
                    <a:pt x="8465" y="9429"/>
                  </a:moveTo>
                  <a:cubicBezTo>
                    <a:pt x="8369" y="9429"/>
                    <a:pt x="8291" y="9504"/>
                    <a:pt x="8289" y="9600"/>
                  </a:cubicBezTo>
                  <a:cubicBezTo>
                    <a:pt x="8288" y="9694"/>
                    <a:pt x="8371" y="9779"/>
                    <a:pt x="8465" y="9779"/>
                  </a:cubicBezTo>
                  <a:cubicBezTo>
                    <a:pt x="8466" y="9779"/>
                    <a:pt x="8467" y="9779"/>
                    <a:pt x="8467" y="9779"/>
                  </a:cubicBezTo>
                  <a:cubicBezTo>
                    <a:pt x="8561" y="9776"/>
                    <a:pt x="8637" y="9700"/>
                    <a:pt x="8638" y="9604"/>
                  </a:cubicBezTo>
                  <a:cubicBezTo>
                    <a:pt x="8640" y="9507"/>
                    <a:pt x="8570" y="9432"/>
                    <a:pt x="8473" y="9429"/>
                  </a:cubicBezTo>
                  <a:cubicBezTo>
                    <a:pt x="8471" y="9429"/>
                    <a:pt x="8468" y="9429"/>
                    <a:pt x="8465" y="9429"/>
                  </a:cubicBezTo>
                  <a:close/>
                  <a:moveTo>
                    <a:pt x="4899" y="9376"/>
                  </a:moveTo>
                  <a:lnTo>
                    <a:pt x="4899" y="10083"/>
                  </a:lnTo>
                  <a:lnTo>
                    <a:pt x="4576" y="10083"/>
                  </a:lnTo>
                  <a:lnTo>
                    <a:pt x="4576" y="9376"/>
                  </a:lnTo>
                  <a:close/>
                  <a:moveTo>
                    <a:pt x="5590" y="9378"/>
                  </a:moveTo>
                  <a:lnTo>
                    <a:pt x="5590" y="10083"/>
                  </a:lnTo>
                  <a:lnTo>
                    <a:pt x="5267" y="10083"/>
                  </a:lnTo>
                  <a:lnTo>
                    <a:pt x="5267" y="9378"/>
                  </a:lnTo>
                  <a:close/>
                  <a:moveTo>
                    <a:pt x="6282" y="9375"/>
                  </a:moveTo>
                  <a:lnTo>
                    <a:pt x="6282" y="10083"/>
                  </a:lnTo>
                  <a:lnTo>
                    <a:pt x="5958" y="10083"/>
                  </a:lnTo>
                  <a:lnTo>
                    <a:pt x="5958" y="9375"/>
                  </a:lnTo>
                  <a:close/>
                  <a:moveTo>
                    <a:pt x="6970" y="9375"/>
                  </a:moveTo>
                  <a:lnTo>
                    <a:pt x="6970" y="10083"/>
                  </a:lnTo>
                  <a:lnTo>
                    <a:pt x="6650" y="10083"/>
                  </a:lnTo>
                  <a:lnTo>
                    <a:pt x="6650" y="9375"/>
                  </a:lnTo>
                  <a:close/>
                  <a:moveTo>
                    <a:pt x="4211" y="9415"/>
                  </a:moveTo>
                  <a:lnTo>
                    <a:pt x="4211" y="10084"/>
                  </a:lnTo>
                  <a:lnTo>
                    <a:pt x="3851" y="10084"/>
                  </a:lnTo>
                  <a:cubicBezTo>
                    <a:pt x="3955" y="9855"/>
                    <a:pt x="3943" y="9578"/>
                    <a:pt x="4211" y="9415"/>
                  </a:cubicBezTo>
                  <a:close/>
                  <a:moveTo>
                    <a:pt x="7341" y="9420"/>
                  </a:moveTo>
                  <a:cubicBezTo>
                    <a:pt x="7607" y="9573"/>
                    <a:pt x="7586" y="9856"/>
                    <a:pt x="7704" y="10087"/>
                  </a:cubicBezTo>
                  <a:lnTo>
                    <a:pt x="7341" y="10087"/>
                  </a:lnTo>
                  <a:lnTo>
                    <a:pt x="7341" y="9420"/>
                  </a:lnTo>
                  <a:close/>
                  <a:moveTo>
                    <a:pt x="5840" y="6913"/>
                  </a:moveTo>
                  <a:cubicBezTo>
                    <a:pt x="6316" y="6913"/>
                    <a:pt x="6792" y="6931"/>
                    <a:pt x="7268" y="6975"/>
                  </a:cubicBezTo>
                  <a:cubicBezTo>
                    <a:pt x="7603" y="7006"/>
                    <a:pt x="7936" y="7087"/>
                    <a:pt x="8267" y="7158"/>
                  </a:cubicBezTo>
                  <a:cubicBezTo>
                    <a:pt x="8365" y="7180"/>
                    <a:pt x="8455" y="7245"/>
                    <a:pt x="8570" y="7302"/>
                  </a:cubicBezTo>
                  <a:cubicBezTo>
                    <a:pt x="8426" y="7408"/>
                    <a:pt x="8289" y="7433"/>
                    <a:pt x="8146" y="7435"/>
                  </a:cubicBezTo>
                  <a:cubicBezTo>
                    <a:pt x="8054" y="7435"/>
                    <a:pt x="7963" y="7435"/>
                    <a:pt x="7872" y="7435"/>
                  </a:cubicBezTo>
                  <a:cubicBezTo>
                    <a:pt x="7781" y="7435"/>
                    <a:pt x="7690" y="7435"/>
                    <a:pt x="7599" y="7435"/>
                  </a:cubicBezTo>
                  <a:cubicBezTo>
                    <a:pt x="7418" y="7435"/>
                    <a:pt x="7236" y="7435"/>
                    <a:pt x="7054" y="7438"/>
                  </a:cubicBezTo>
                  <a:cubicBezTo>
                    <a:pt x="7000" y="7438"/>
                    <a:pt x="6926" y="7453"/>
                    <a:pt x="6896" y="7489"/>
                  </a:cubicBezTo>
                  <a:cubicBezTo>
                    <a:pt x="6862" y="7533"/>
                    <a:pt x="6838" y="7620"/>
                    <a:pt x="6859" y="7665"/>
                  </a:cubicBezTo>
                  <a:cubicBezTo>
                    <a:pt x="6882" y="7718"/>
                    <a:pt x="6959" y="7779"/>
                    <a:pt x="7013" y="7781"/>
                  </a:cubicBezTo>
                  <a:cubicBezTo>
                    <a:pt x="7222" y="7784"/>
                    <a:pt x="7431" y="7787"/>
                    <a:pt x="7640" y="7787"/>
                  </a:cubicBezTo>
                  <a:cubicBezTo>
                    <a:pt x="7849" y="7787"/>
                    <a:pt x="8058" y="7784"/>
                    <a:pt x="8267" y="7778"/>
                  </a:cubicBezTo>
                  <a:cubicBezTo>
                    <a:pt x="8503" y="7769"/>
                    <a:pt x="8711" y="7664"/>
                    <a:pt x="8905" y="7499"/>
                  </a:cubicBezTo>
                  <a:lnTo>
                    <a:pt x="8905" y="10090"/>
                  </a:lnTo>
                  <a:cubicBezTo>
                    <a:pt x="8826" y="10090"/>
                    <a:pt x="8747" y="10090"/>
                    <a:pt x="8666" y="10090"/>
                  </a:cubicBezTo>
                  <a:cubicBezTo>
                    <a:pt x="8586" y="10090"/>
                    <a:pt x="8504" y="10090"/>
                    <a:pt x="8423" y="10088"/>
                  </a:cubicBezTo>
                  <a:cubicBezTo>
                    <a:pt x="8358" y="10088"/>
                    <a:pt x="8283" y="10100"/>
                    <a:pt x="8216" y="10100"/>
                  </a:cubicBezTo>
                  <a:cubicBezTo>
                    <a:pt x="8164" y="10100"/>
                    <a:pt x="8117" y="10093"/>
                    <a:pt x="8083" y="10068"/>
                  </a:cubicBezTo>
                  <a:cubicBezTo>
                    <a:pt x="8005" y="10011"/>
                    <a:pt x="7995" y="9861"/>
                    <a:pt x="7956" y="9751"/>
                  </a:cubicBezTo>
                  <a:cubicBezTo>
                    <a:pt x="7933" y="9684"/>
                    <a:pt x="7913" y="9617"/>
                    <a:pt x="7889" y="9551"/>
                  </a:cubicBezTo>
                  <a:cubicBezTo>
                    <a:pt x="7769" y="9228"/>
                    <a:pt x="7493" y="9020"/>
                    <a:pt x="7148" y="9017"/>
                  </a:cubicBezTo>
                  <a:cubicBezTo>
                    <a:pt x="6691" y="9015"/>
                    <a:pt x="6234" y="9014"/>
                    <a:pt x="5777" y="9014"/>
                  </a:cubicBezTo>
                  <a:cubicBezTo>
                    <a:pt x="5319" y="9014"/>
                    <a:pt x="4862" y="9015"/>
                    <a:pt x="4405" y="9017"/>
                  </a:cubicBezTo>
                  <a:cubicBezTo>
                    <a:pt x="4054" y="9019"/>
                    <a:pt x="3775" y="9228"/>
                    <a:pt x="3657" y="9557"/>
                  </a:cubicBezTo>
                  <a:cubicBezTo>
                    <a:pt x="3604" y="9708"/>
                    <a:pt x="3559" y="9862"/>
                    <a:pt x="3502" y="10011"/>
                  </a:cubicBezTo>
                  <a:cubicBezTo>
                    <a:pt x="3489" y="10044"/>
                    <a:pt x="3442" y="10086"/>
                    <a:pt x="3411" y="10086"/>
                  </a:cubicBezTo>
                  <a:cubicBezTo>
                    <a:pt x="3270" y="10090"/>
                    <a:pt x="3129" y="10090"/>
                    <a:pt x="2986" y="10090"/>
                  </a:cubicBezTo>
                  <a:cubicBezTo>
                    <a:pt x="2872" y="10090"/>
                    <a:pt x="2757" y="10090"/>
                    <a:pt x="2640" y="10090"/>
                  </a:cubicBezTo>
                  <a:lnTo>
                    <a:pt x="2640" y="7494"/>
                  </a:lnTo>
                  <a:cubicBezTo>
                    <a:pt x="2924" y="7753"/>
                    <a:pt x="3252" y="7790"/>
                    <a:pt x="3595" y="7790"/>
                  </a:cubicBezTo>
                  <a:cubicBezTo>
                    <a:pt x="3610" y="7790"/>
                    <a:pt x="3624" y="7789"/>
                    <a:pt x="3639" y="7789"/>
                  </a:cubicBezTo>
                  <a:cubicBezTo>
                    <a:pt x="4015" y="7786"/>
                    <a:pt x="4392" y="7785"/>
                    <a:pt x="4769" y="7785"/>
                  </a:cubicBezTo>
                  <a:cubicBezTo>
                    <a:pt x="5221" y="7785"/>
                    <a:pt x="5673" y="7786"/>
                    <a:pt x="6126" y="7786"/>
                  </a:cubicBezTo>
                  <a:cubicBezTo>
                    <a:pt x="6147" y="7786"/>
                    <a:pt x="6167" y="7787"/>
                    <a:pt x="6188" y="7787"/>
                  </a:cubicBezTo>
                  <a:cubicBezTo>
                    <a:pt x="6199" y="7787"/>
                    <a:pt x="6209" y="7787"/>
                    <a:pt x="6220" y="7786"/>
                  </a:cubicBezTo>
                  <a:cubicBezTo>
                    <a:pt x="6345" y="7782"/>
                    <a:pt x="6425" y="7712"/>
                    <a:pt x="6425" y="7608"/>
                  </a:cubicBezTo>
                  <a:cubicBezTo>
                    <a:pt x="6423" y="7504"/>
                    <a:pt x="6345" y="7436"/>
                    <a:pt x="6217" y="7436"/>
                  </a:cubicBezTo>
                  <a:cubicBezTo>
                    <a:pt x="5619" y="7435"/>
                    <a:pt x="5020" y="7435"/>
                    <a:pt x="4422" y="7435"/>
                  </a:cubicBezTo>
                  <a:cubicBezTo>
                    <a:pt x="4195" y="7435"/>
                    <a:pt x="3969" y="7435"/>
                    <a:pt x="3742" y="7435"/>
                  </a:cubicBezTo>
                  <a:cubicBezTo>
                    <a:pt x="3629" y="7435"/>
                    <a:pt x="3516" y="7435"/>
                    <a:pt x="3402" y="7435"/>
                  </a:cubicBezTo>
                  <a:cubicBezTo>
                    <a:pt x="3260" y="7435"/>
                    <a:pt x="3126" y="7403"/>
                    <a:pt x="2968" y="7302"/>
                  </a:cubicBezTo>
                  <a:cubicBezTo>
                    <a:pt x="3113" y="7238"/>
                    <a:pt x="3227" y="7174"/>
                    <a:pt x="3348" y="7134"/>
                  </a:cubicBezTo>
                  <a:cubicBezTo>
                    <a:pt x="3741" y="7007"/>
                    <a:pt x="4151" y="6972"/>
                    <a:pt x="4562" y="6950"/>
                  </a:cubicBezTo>
                  <a:cubicBezTo>
                    <a:pt x="4988" y="6927"/>
                    <a:pt x="5414" y="6913"/>
                    <a:pt x="5840" y="6913"/>
                  </a:cubicBezTo>
                  <a:close/>
                  <a:moveTo>
                    <a:pt x="8909" y="10450"/>
                  </a:moveTo>
                  <a:lnTo>
                    <a:pt x="8909" y="10772"/>
                  </a:lnTo>
                  <a:lnTo>
                    <a:pt x="2634" y="10772"/>
                  </a:lnTo>
                  <a:lnTo>
                    <a:pt x="2634" y="10450"/>
                  </a:lnTo>
                  <a:close/>
                  <a:moveTo>
                    <a:pt x="9846" y="9781"/>
                  </a:moveTo>
                  <a:cubicBezTo>
                    <a:pt x="9845" y="10041"/>
                    <a:pt x="9855" y="10298"/>
                    <a:pt x="9842" y="10553"/>
                  </a:cubicBezTo>
                  <a:cubicBezTo>
                    <a:pt x="9835" y="10668"/>
                    <a:pt x="9745" y="10754"/>
                    <a:pt x="9626" y="10769"/>
                  </a:cubicBezTo>
                  <a:cubicBezTo>
                    <a:pt x="9582" y="10775"/>
                    <a:pt x="9537" y="10776"/>
                    <a:pt x="9493" y="10776"/>
                  </a:cubicBezTo>
                  <a:cubicBezTo>
                    <a:pt x="9421" y="10776"/>
                    <a:pt x="9348" y="10772"/>
                    <a:pt x="9274" y="10772"/>
                  </a:cubicBezTo>
                  <a:lnTo>
                    <a:pt x="9274" y="9786"/>
                  </a:lnTo>
                  <a:cubicBezTo>
                    <a:pt x="9298" y="9784"/>
                    <a:pt x="9316" y="9781"/>
                    <a:pt x="9335" y="9781"/>
                  </a:cubicBezTo>
                  <a:close/>
                  <a:moveTo>
                    <a:pt x="2273" y="9789"/>
                  </a:moveTo>
                  <a:lnTo>
                    <a:pt x="2273" y="10778"/>
                  </a:lnTo>
                  <a:cubicBezTo>
                    <a:pt x="2203" y="10778"/>
                    <a:pt x="2138" y="10781"/>
                    <a:pt x="2073" y="10781"/>
                  </a:cubicBezTo>
                  <a:cubicBezTo>
                    <a:pt x="2035" y="10781"/>
                    <a:pt x="1997" y="10780"/>
                    <a:pt x="1959" y="10776"/>
                  </a:cubicBezTo>
                  <a:cubicBezTo>
                    <a:pt x="1807" y="10762"/>
                    <a:pt x="1700" y="10652"/>
                    <a:pt x="1696" y="10499"/>
                  </a:cubicBezTo>
                  <a:cubicBezTo>
                    <a:pt x="1688" y="10265"/>
                    <a:pt x="1694" y="10033"/>
                    <a:pt x="1694" y="9789"/>
                  </a:cubicBezTo>
                  <a:close/>
                  <a:moveTo>
                    <a:pt x="9671" y="11140"/>
                  </a:moveTo>
                  <a:cubicBezTo>
                    <a:pt x="9690" y="11312"/>
                    <a:pt x="9692" y="11480"/>
                    <a:pt x="9529" y="11597"/>
                  </a:cubicBezTo>
                  <a:cubicBezTo>
                    <a:pt x="9469" y="11640"/>
                    <a:pt x="9400" y="11661"/>
                    <a:pt x="9330" y="11661"/>
                  </a:cubicBezTo>
                  <a:cubicBezTo>
                    <a:pt x="9266" y="11661"/>
                    <a:pt x="9202" y="11643"/>
                    <a:pt x="9144" y="11607"/>
                  </a:cubicBezTo>
                  <a:cubicBezTo>
                    <a:pt x="9006" y="11519"/>
                    <a:pt x="8959" y="11378"/>
                    <a:pt x="8996" y="11140"/>
                  </a:cubicBezTo>
                  <a:close/>
                  <a:moveTo>
                    <a:pt x="2556" y="11138"/>
                  </a:moveTo>
                  <a:cubicBezTo>
                    <a:pt x="2579" y="11319"/>
                    <a:pt x="2577" y="11482"/>
                    <a:pt x="2416" y="11597"/>
                  </a:cubicBezTo>
                  <a:cubicBezTo>
                    <a:pt x="2356" y="11640"/>
                    <a:pt x="2287" y="11662"/>
                    <a:pt x="2217" y="11662"/>
                  </a:cubicBezTo>
                  <a:cubicBezTo>
                    <a:pt x="2154" y="11662"/>
                    <a:pt x="2090" y="11644"/>
                    <a:pt x="2033" y="11607"/>
                  </a:cubicBezTo>
                  <a:cubicBezTo>
                    <a:pt x="1858" y="11493"/>
                    <a:pt x="1857" y="11321"/>
                    <a:pt x="1875" y="11138"/>
                  </a:cubicBezTo>
                  <a:close/>
                  <a:moveTo>
                    <a:pt x="9365" y="0"/>
                  </a:moveTo>
                  <a:cubicBezTo>
                    <a:pt x="9343" y="8"/>
                    <a:pt x="9322" y="19"/>
                    <a:pt x="9301" y="23"/>
                  </a:cubicBezTo>
                  <a:cubicBezTo>
                    <a:pt x="8815" y="113"/>
                    <a:pt x="8443" y="368"/>
                    <a:pt x="8193" y="794"/>
                  </a:cubicBezTo>
                  <a:cubicBezTo>
                    <a:pt x="8146" y="874"/>
                    <a:pt x="8096" y="894"/>
                    <a:pt x="8009" y="894"/>
                  </a:cubicBezTo>
                  <a:cubicBezTo>
                    <a:pt x="6194" y="892"/>
                    <a:pt x="4379" y="892"/>
                    <a:pt x="2566" y="892"/>
                  </a:cubicBezTo>
                  <a:cubicBezTo>
                    <a:pt x="1827" y="892"/>
                    <a:pt x="1342" y="1379"/>
                    <a:pt x="1341" y="2120"/>
                  </a:cubicBezTo>
                  <a:cubicBezTo>
                    <a:pt x="1341" y="2637"/>
                    <a:pt x="1341" y="3153"/>
                    <a:pt x="1341" y="3668"/>
                  </a:cubicBezTo>
                  <a:lnTo>
                    <a:pt x="1341" y="3792"/>
                  </a:lnTo>
                  <a:cubicBezTo>
                    <a:pt x="1023" y="3812"/>
                    <a:pt x="828" y="3955"/>
                    <a:pt x="768" y="4262"/>
                  </a:cubicBezTo>
                  <a:cubicBezTo>
                    <a:pt x="764" y="4284"/>
                    <a:pt x="714" y="4311"/>
                    <a:pt x="684" y="4312"/>
                  </a:cubicBezTo>
                  <a:cubicBezTo>
                    <a:pt x="629" y="4315"/>
                    <a:pt x="573" y="4315"/>
                    <a:pt x="517" y="4315"/>
                  </a:cubicBezTo>
                  <a:cubicBezTo>
                    <a:pt x="464" y="4315"/>
                    <a:pt x="412" y="4315"/>
                    <a:pt x="359" y="4315"/>
                  </a:cubicBezTo>
                  <a:cubicBezTo>
                    <a:pt x="338" y="4315"/>
                    <a:pt x="318" y="4315"/>
                    <a:pt x="297" y="4315"/>
                  </a:cubicBezTo>
                  <a:cubicBezTo>
                    <a:pt x="117" y="4319"/>
                    <a:pt x="9" y="4419"/>
                    <a:pt x="8" y="4597"/>
                  </a:cubicBezTo>
                  <a:cubicBezTo>
                    <a:pt x="3" y="5000"/>
                    <a:pt x="0" y="5403"/>
                    <a:pt x="9" y="5805"/>
                  </a:cubicBezTo>
                  <a:cubicBezTo>
                    <a:pt x="16" y="6175"/>
                    <a:pt x="274" y="6465"/>
                    <a:pt x="639" y="6532"/>
                  </a:cubicBezTo>
                  <a:cubicBezTo>
                    <a:pt x="676" y="6538"/>
                    <a:pt x="713" y="6542"/>
                    <a:pt x="747" y="6542"/>
                  </a:cubicBezTo>
                  <a:cubicBezTo>
                    <a:pt x="973" y="6542"/>
                    <a:pt x="1116" y="6394"/>
                    <a:pt x="1117" y="6141"/>
                  </a:cubicBezTo>
                  <a:cubicBezTo>
                    <a:pt x="1120" y="5798"/>
                    <a:pt x="1119" y="5453"/>
                    <a:pt x="1119" y="5110"/>
                  </a:cubicBezTo>
                  <a:cubicBezTo>
                    <a:pt x="1119" y="4855"/>
                    <a:pt x="1116" y="4601"/>
                    <a:pt x="1120" y="4346"/>
                  </a:cubicBezTo>
                  <a:cubicBezTo>
                    <a:pt x="1123" y="4222"/>
                    <a:pt x="1177" y="4163"/>
                    <a:pt x="1286" y="4163"/>
                  </a:cubicBezTo>
                  <a:cubicBezTo>
                    <a:pt x="1303" y="4163"/>
                    <a:pt x="1321" y="4164"/>
                    <a:pt x="1341" y="4167"/>
                  </a:cubicBezTo>
                  <a:lnTo>
                    <a:pt x="1341" y="4307"/>
                  </a:lnTo>
                  <a:cubicBezTo>
                    <a:pt x="1341" y="6344"/>
                    <a:pt x="1341" y="8380"/>
                    <a:pt x="1345" y="10417"/>
                  </a:cubicBezTo>
                  <a:cubicBezTo>
                    <a:pt x="1345" y="10540"/>
                    <a:pt x="1358" y="10681"/>
                    <a:pt x="1419" y="10778"/>
                  </a:cubicBezTo>
                  <a:cubicBezTo>
                    <a:pt x="1513" y="10926"/>
                    <a:pt x="1523" y="11073"/>
                    <a:pt x="1518" y="11234"/>
                  </a:cubicBezTo>
                  <a:cubicBezTo>
                    <a:pt x="1516" y="11281"/>
                    <a:pt x="1519" y="11328"/>
                    <a:pt x="1522" y="11373"/>
                  </a:cubicBezTo>
                  <a:cubicBezTo>
                    <a:pt x="1553" y="11736"/>
                    <a:pt x="1856" y="12013"/>
                    <a:pt x="2220" y="12013"/>
                  </a:cubicBezTo>
                  <a:cubicBezTo>
                    <a:pt x="2225" y="12013"/>
                    <a:pt x="2229" y="12013"/>
                    <a:pt x="2234" y="12013"/>
                  </a:cubicBezTo>
                  <a:cubicBezTo>
                    <a:pt x="2597" y="12006"/>
                    <a:pt x="2898" y="11717"/>
                    <a:pt x="2915" y="11353"/>
                  </a:cubicBezTo>
                  <a:cubicBezTo>
                    <a:pt x="2919" y="11285"/>
                    <a:pt x="2916" y="11215"/>
                    <a:pt x="2916" y="11144"/>
                  </a:cubicBezTo>
                  <a:lnTo>
                    <a:pt x="8633" y="11144"/>
                  </a:lnTo>
                  <a:cubicBezTo>
                    <a:pt x="8633" y="11214"/>
                    <a:pt x="8631" y="11275"/>
                    <a:pt x="8633" y="11338"/>
                  </a:cubicBezTo>
                  <a:cubicBezTo>
                    <a:pt x="8647" y="11708"/>
                    <a:pt x="8945" y="12004"/>
                    <a:pt x="9311" y="12013"/>
                  </a:cubicBezTo>
                  <a:cubicBezTo>
                    <a:pt x="9317" y="12013"/>
                    <a:pt x="9324" y="12013"/>
                    <a:pt x="9330" y="12013"/>
                  </a:cubicBezTo>
                  <a:cubicBezTo>
                    <a:pt x="9696" y="12013"/>
                    <a:pt x="9999" y="11734"/>
                    <a:pt x="10027" y="11366"/>
                  </a:cubicBezTo>
                  <a:cubicBezTo>
                    <a:pt x="10034" y="11249"/>
                    <a:pt x="10027" y="11133"/>
                    <a:pt x="10033" y="11014"/>
                  </a:cubicBezTo>
                  <a:cubicBezTo>
                    <a:pt x="10036" y="10974"/>
                    <a:pt x="10046" y="10927"/>
                    <a:pt x="10069" y="10896"/>
                  </a:cubicBezTo>
                  <a:cubicBezTo>
                    <a:pt x="10171" y="10754"/>
                    <a:pt x="10210" y="10597"/>
                    <a:pt x="10208" y="10423"/>
                  </a:cubicBezTo>
                  <a:cubicBezTo>
                    <a:pt x="10207" y="8757"/>
                    <a:pt x="10208" y="7091"/>
                    <a:pt x="10208" y="5425"/>
                  </a:cubicBezTo>
                  <a:cubicBezTo>
                    <a:pt x="10208" y="5382"/>
                    <a:pt x="10217" y="5329"/>
                    <a:pt x="10197" y="5299"/>
                  </a:cubicBezTo>
                  <a:cubicBezTo>
                    <a:pt x="10163" y="5248"/>
                    <a:pt x="10113" y="5187"/>
                    <a:pt x="10060" y="5174"/>
                  </a:cubicBezTo>
                  <a:cubicBezTo>
                    <a:pt x="10054" y="5173"/>
                    <a:pt x="10047" y="5172"/>
                    <a:pt x="10039" y="5172"/>
                  </a:cubicBezTo>
                  <a:cubicBezTo>
                    <a:pt x="9992" y="5172"/>
                    <a:pt x="9930" y="5202"/>
                    <a:pt x="9899" y="5235"/>
                  </a:cubicBezTo>
                  <a:cubicBezTo>
                    <a:pt x="9865" y="5272"/>
                    <a:pt x="9858" y="5342"/>
                    <a:pt x="9858" y="5399"/>
                  </a:cubicBezTo>
                  <a:cubicBezTo>
                    <a:pt x="9855" y="5969"/>
                    <a:pt x="9856" y="6540"/>
                    <a:pt x="9855" y="7111"/>
                  </a:cubicBezTo>
                  <a:cubicBezTo>
                    <a:pt x="9853" y="7153"/>
                    <a:pt x="9842" y="7211"/>
                    <a:pt x="9814" y="7234"/>
                  </a:cubicBezTo>
                  <a:cubicBezTo>
                    <a:pt x="9641" y="7372"/>
                    <a:pt x="9463" y="7503"/>
                    <a:pt x="9277" y="7643"/>
                  </a:cubicBezTo>
                  <a:lnTo>
                    <a:pt x="9277" y="3190"/>
                  </a:lnTo>
                  <a:lnTo>
                    <a:pt x="9856" y="3190"/>
                  </a:lnTo>
                  <a:lnTo>
                    <a:pt x="9856" y="3318"/>
                  </a:lnTo>
                  <a:cubicBezTo>
                    <a:pt x="9856" y="3720"/>
                    <a:pt x="9855" y="4123"/>
                    <a:pt x="9856" y="4526"/>
                  </a:cubicBezTo>
                  <a:cubicBezTo>
                    <a:pt x="9856" y="4668"/>
                    <a:pt x="9915" y="4744"/>
                    <a:pt x="10026" y="4747"/>
                  </a:cubicBezTo>
                  <a:cubicBezTo>
                    <a:pt x="10028" y="4747"/>
                    <a:pt x="10030" y="4747"/>
                    <a:pt x="10032" y="4747"/>
                  </a:cubicBezTo>
                  <a:cubicBezTo>
                    <a:pt x="10143" y="4747"/>
                    <a:pt x="10207" y="4667"/>
                    <a:pt x="10208" y="4525"/>
                  </a:cubicBezTo>
                  <a:cubicBezTo>
                    <a:pt x="10208" y="4402"/>
                    <a:pt x="10208" y="4278"/>
                    <a:pt x="10208" y="4156"/>
                  </a:cubicBezTo>
                  <a:cubicBezTo>
                    <a:pt x="10381" y="4160"/>
                    <a:pt x="10430" y="4214"/>
                    <a:pt x="10430" y="4386"/>
                  </a:cubicBezTo>
                  <a:cubicBezTo>
                    <a:pt x="10432" y="4973"/>
                    <a:pt x="10429" y="5560"/>
                    <a:pt x="10432" y="6146"/>
                  </a:cubicBezTo>
                  <a:cubicBezTo>
                    <a:pt x="10433" y="6393"/>
                    <a:pt x="10579" y="6542"/>
                    <a:pt x="10803" y="6542"/>
                  </a:cubicBezTo>
                  <a:cubicBezTo>
                    <a:pt x="10835" y="6542"/>
                    <a:pt x="10868" y="6539"/>
                    <a:pt x="10903" y="6533"/>
                  </a:cubicBezTo>
                  <a:cubicBezTo>
                    <a:pt x="11262" y="6469"/>
                    <a:pt x="11523" y="6198"/>
                    <a:pt x="11537" y="5836"/>
                  </a:cubicBezTo>
                  <a:cubicBezTo>
                    <a:pt x="11553" y="5418"/>
                    <a:pt x="11546" y="4999"/>
                    <a:pt x="11540" y="4581"/>
                  </a:cubicBezTo>
                  <a:cubicBezTo>
                    <a:pt x="11539" y="4416"/>
                    <a:pt x="11427" y="4319"/>
                    <a:pt x="11259" y="4315"/>
                  </a:cubicBezTo>
                  <a:cubicBezTo>
                    <a:pt x="11205" y="4314"/>
                    <a:pt x="11150" y="4311"/>
                    <a:pt x="11095" y="4311"/>
                  </a:cubicBezTo>
                  <a:cubicBezTo>
                    <a:pt x="11052" y="4311"/>
                    <a:pt x="11009" y="4313"/>
                    <a:pt x="10966" y="4317"/>
                  </a:cubicBezTo>
                  <a:cubicBezTo>
                    <a:pt x="10950" y="4318"/>
                    <a:pt x="10936" y="4318"/>
                    <a:pt x="10922" y="4318"/>
                  </a:cubicBezTo>
                  <a:cubicBezTo>
                    <a:pt x="10833" y="4318"/>
                    <a:pt x="10782" y="4289"/>
                    <a:pt x="10751" y="4168"/>
                  </a:cubicBezTo>
                  <a:cubicBezTo>
                    <a:pt x="10684" y="3911"/>
                    <a:pt x="10479" y="3804"/>
                    <a:pt x="10207" y="3794"/>
                  </a:cubicBezTo>
                  <a:cubicBezTo>
                    <a:pt x="10207" y="3596"/>
                    <a:pt x="10214" y="3401"/>
                    <a:pt x="10205" y="3207"/>
                  </a:cubicBezTo>
                  <a:cubicBezTo>
                    <a:pt x="10201" y="3107"/>
                    <a:pt x="10231" y="3057"/>
                    <a:pt x="10321" y="3010"/>
                  </a:cubicBezTo>
                  <a:cubicBezTo>
                    <a:pt x="10892" y="2713"/>
                    <a:pt x="11231" y="2080"/>
                    <a:pt x="11165" y="1455"/>
                  </a:cubicBezTo>
                  <a:cubicBezTo>
                    <a:pt x="11093" y="780"/>
                    <a:pt x="10631" y="228"/>
                    <a:pt x="9989" y="56"/>
                  </a:cubicBezTo>
                  <a:cubicBezTo>
                    <a:pt x="9913" y="36"/>
                    <a:pt x="9838" y="19"/>
                    <a:pt x="976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cxnSp>
          <p:nvCxnSpPr>
            <p:cNvPr id="7" name="Google Shape;587;p47">
              <a:extLst>
                <a:ext uri="{FF2B5EF4-FFF2-40B4-BE49-F238E27FC236}">
                  <a16:creationId xmlns:a16="http://schemas.microsoft.com/office/drawing/2014/main" id="{96EFDE52-D184-BA0C-FECD-C157976A1668}"/>
                </a:ext>
              </a:extLst>
            </p:cNvPr>
            <p:cNvCxnSpPr/>
            <p:nvPr/>
          </p:nvCxnSpPr>
          <p:spPr>
            <a:xfrm>
              <a:off x="1804767" y="2365571"/>
              <a:ext cx="438600" cy="0"/>
            </a:xfrm>
            <a:prstGeom prst="straightConnector1">
              <a:avLst/>
            </a:prstGeom>
            <a:noFill/>
            <a:ln w="28575" cap="flat" cmpd="sng">
              <a:solidFill>
                <a:schemeClr val="dk2"/>
              </a:solidFill>
              <a:prstDash val="solid"/>
              <a:round/>
              <a:headEnd type="none" w="med" len="med"/>
              <a:tailEnd type="none" w="med" len="med"/>
            </a:ln>
          </p:spPr>
        </p:cxnSp>
      </p:grpSp>
      <p:sp>
        <p:nvSpPr>
          <p:cNvPr id="27" name="Google Shape;576;p47">
            <a:extLst>
              <a:ext uri="{FF2B5EF4-FFF2-40B4-BE49-F238E27FC236}">
                <a16:creationId xmlns:a16="http://schemas.microsoft.com/office/drawing/2014/main" id="{D34A3850-58C8-4898-BB1B-29AF3CCB3208}"/>
              </a:ext>
            </a:extLst>
          </p:cNvPr>
          <p:cNvSpPr txBox="1">
            <a:spLocks/>
          </p:cNvSpPr>
          <p:nvPr/>
        </p:nvSpPr>
        <p:spPr>
          <a:xfrm>
            <a:off x="993515" y="1892852"/>
            <a:ext cx="5913244" cy="5192662"/>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Nanum Gothic"/>
              <a:buChar char="●"/>
              <a:defRPr sz="1400" b="0" i="0" u="none" strike="noStrike" cap="none">
                <a:solidFill>
                  <a:schemeClr val="dk1"/>
                </a:solidFill>
                <a:latin typeface="Nanum Gothic"/>
                <a:ea typeface="Nanum Gothic"/>
                <a:cs typeface="Nanum Gothic"/>
                <a:sym typeface="Nanum Gothic"/>
              </a:defRPr>
            </a:lvl1pPr>
            <a:lvl2pPr marL="914400" marR="0" lvl="1" indent="-317500" algn="l" rtl="0">
              <a:lnSpc>
                <a:spcPct val="115000"/>
              </a:lnSpc>
              <a:spcBef>
                <a:spcPts val="0"/>
              </a:spcBef>
              <a:spcAft>
                <a:spcPts val="0"/>
              </a:spcAft>
              <a:buClr>
                <a:schemeClr val="dk1"/>
              </a:buClr>
              <a:buSzPts val="1400"/>
              <a:buFont typeface="Nanum Gothic"/>
              <a:buChar char="○"/>
              <a:defRPr sz="1400" b="0" i="0" u="none" strike="noStrike" cap="none">
                <a:solidFill>
                  <a:schemeClr val="dk1"/>
                </a:solidFill>
                <a:latin typeface="Nanum Gothic"/>
                <a:ea typeface="Nanum Gothic"/>
                <a:cs typeface="Nanum Gothic"/>
                <a:sym typeface="Nanum Gothic"/>
              </a:defRPr>
            </a:lvl2pPr>
            <a:lvl3pPr marL="1371600" marR="0" lvl="2" indent="-317500" algn="l" rtl="0">
              <a:lnSpc>
                <a:spcPct val="115000"/>
              </a:lnSpc>
              <a:spcBef>
                <a:spcPts val="0"/>
              </a:spcBef>
              <a:spcAft>
                <a:spcPts val="0"/>
              </a:spcAft>
              <a:buClr>
                <a:schemeClr val="dk1"/>
              </a:buClr>
              <a:buSzPts val="1400"/>
              <a:buFont typeface="Nanum Gothic"/>
              <a:buChar char="■"/>
              <a:defRPr sz="1400" b="0" i="0" u="none" strike="noStrike" cap="none">
                <a:solidFill>
                  <a:schemeClr val="dk1"/>
                </a:solidFill>
                <a:latin typeface="Nanum Gothic"/>
                <a:ea typeface="Nanum Gothic"/>
                <a:cs typeface="Nanum Gothic"/>
                <a:sym typeface="Nanum Gothic"/>
              </a:defRPr>
            </a:lvl3pPr>
            <a:lvl4pPr marL="1828800" marR="0" lvl="3" indent="-317500" algn="l" rtl="0">
              <a:lnSpc>
                <a:spcPct val="115000"/>
              </a:lnSpc>
              <a:spcBef>
                <a:spcPts val="0"/>
              </a:spcBef>
              <a:spcAft>
                <a:spcPts val="0"/>
              </a:spcAft>
              <a:buClr>
                <a:schemeClr val="dk1"/>
              </a:buClr>
              <a:buSzPts val="1400"/>
              <a:buFont typeface="Nanum Gothic"/>
              <a:buChar char="●"/>
              <a:defRPr sz="1400" b="0" i="0" u="none" strike="noStrike" cap="none">
                <a:solidFill>
                  <a:schemeClr val="dk1"/>
                </a:solidFill>
                <a:latin typeface="Nanum Gothic"/>
                <a:ea typeface="Nanum Gothic"/>
                <a:cs typeface="Nanum Gothic"/>
                <a:sym typeface="Nanum Gothic"/>
              </a:defRPr>
            </a:lvl4pPr>
            <a:lvl5pPr marL="2286000" marR="0" lvl="4" indent="-317500" algn="l" rtl="0">
              <a:lnSpc>
                <a:spcPct val="115000"/>
              </a:lnSpc>
              <a:spcBef>
                <a:spcPts val="0"/>
              </a:spcBef>
              <a:spcAft>
                <a:spcPts val="0"/>
              </a:spcAft>
              <a:buClr>
                <a:schemeClr val="dk1"/>
              </a:buClr>
              <a:buSzPts val="1400"/>
              <a:buFont typeface="Nanum Gothic"/>
              <a:buChar char="○"/>
              <a:defRPr sz="1400" b="0" i="0" u="none" strike="noStrike" cap="none">
                <a:solidFill>
                  <a:schemeClr val="dk1"/>
                </a:solidFill>
                <a:latin typeface="Nanum Gothic"/>
                <a:ea typeface="Nanum Gothic"/>
                <a:cs typeface="Nanum Gothic"/>
                <a:sym typeface="Nanum Gothic"/>
              </a:defRPr>
            </a:lvl5pPr>
            <a:lvl6pPr marL="2743200" marR="0" lvl="5" indent="-317500" algn="l" rtl="0">
              <a:lnSpc>
                <a:spcPct val="115000"/>
              </a:lnSpc>
              <a:spcBef>
                <a:spcPts val="0"/>
              </a:spcBef>
              <a:spcAft>
                <a:spcPts val="0"/>
              </a:spcAft>
              <a:buClr>
                <a:schemeClr val="dk1"/>
              </a:buClr>
              <a:buSzPts val="1400"/>
              <a:buFont typeface="Nanum Gothic"/>
              <a:buChar char="■"/>
              <a:defRPr sz="1400" b="0" i="0" u="none" strike="noStrike" cap="none">
                <a:solidFill>
                  <a:schemeClr val="dk1"/>
                </a:solidFill>
                <a:latin typeface="Nanum Gothic"/>
                <a:ea typeface="Nanum Gothic"/>
                <a:cs typeface="Nanum Gothic"/>
                <a:sym typeface="Nanum Gothic"/>
              </a:defRPr>
            </a:lvl6pPr>
            <a:lvl7pPr marL="3200400" marR="0" lvl="6" indent="-317500" algn="l" rtl="0">
              <a:lnSpc>
                <a:spcPct val="115000"/>
              </a:lnSpc>
              <a:spcBef>
                <a:spcPts val="0"/>
              </a:spcBef>
              <a:spcAft>
                <a:spcPts val="0"/>
              </a:spcAft>
              <a:buClr>
                <a:schemeClr val="dk1"/>
              </a:buClr>
              <a:buSzPts val="1400"/>
              <a:buFont typeface="Nanum Gothic"/>
              <a:buChar char="●"/>
              <a:defRPr sz="1400" b="0" i="0" u="none" strike="noStrike" cap="none">
                <a:solidFill>
                  <a:schemeClr val="dk1"/>
                </a:solidFill>
                <a:latin typeface="Nanum Gothic"/>
                <a:ea typeface="Nanum Gothic"/>
                <a:cs typeface="Nanum Gothic"/>
                <a:sym typeface="Nanum Gothic"/>
              </a:defRPr>
            </a:lvl7pPr>
            <a:lvl8pPr marL="3657600" marR="0" lvl="7" indent="-317500" algn="l" rtl="0">
              <a:lnSpc>
                <a:spcPct val="115000"/>
              </a:lnSpc>
              <a:spcBef>
                <a:spcPts val="0"/>
              </a:spcBef>
              <a:spcAft>
                <a:spcPts val="0"/>
              </a:spcAft>
              <a:buClr>
                <a:schemeClr val="dk1"/>
              </a:buClr>
              <a:buSzPts val="1400"/>
              <a:buFont typeface="Nanum Gothic"/>
              <a:buChar char="○"/>
              <a:defRPr sz="1400" b="0" i="0" u="none" strike="noStrike" cap="none">
                <a:solidFill>
                  <a:schemeClr val="dk1"/>
                </a:solidFill>
                <a:latin typeface="Nanum Gothic"/>
                <a:ea typeface="Nanum Gothic"/>
                <a:cs typeface="Nanum Gothic"/>
                <a:sym typeface="Nanum Gothic"/>
              </a:defRPr>
            </a:lvl8pPr>
            <a:lvl9pPr marL="4114800" marR="0" lvl="8" indent="-317500" algn="l" rtl="0">
              <a:lnSpc>
                <a:spcPct val="115000"/>
              </a:lnSpc>
              <a:spcBef>
                <a:spcPts val="0"/>
              </a:spcBef>
              <a:spcAft>
                <a:spcPts val="0"/>
              </a:spcAft>
              <a:buClr>
                <a:schemeClr val="dk1"/>
              </a:buClr>
              <a:buSzPts val="1400"/>
              <a:buFont typeface="Nanum Gothic"/>
              <a:buChar char="■"/>
              <a:defRPr sz="1400" b="0" i="0" u="none" strike="noStrike" cap="none">
                <a:solidFill>
                  <a:schemeClr val="dk1"/>
                </a:solidFill>
                <a:latin typeface="Nanum Gothic"/>
                <a:ea typeface="Nanum Gothic"/>
                <a:cs typeface="Nanum Gothic"/>
                <a:sym typeface="Nanum Gothic"/>
              </a:defRPr>
            </a:lvl9pPr>
          </a:lstStyle>
          <a:p>
            <a:pPr marL="285750" indent="-285750">
              <a:lnSpc>
                <a:spcPct val="150000"/>
              </a:lnSpc>
              <a:buFont typeface="Nanum Gothic"/>
              <a:buBlip>
                <a:blip r:embed="rId3">
                  <a:extLst>
                    <a:ext uri="{96DAC541-7B7A-43D3-8B79-37D633B846F1}">
                      <asvg:svgBlip xmlns:asvg="http://schemas.microsoft.com/office/drawing/2016/SVG/main" r:embed="rId4"/>
                    </a:ext>
                  </a:extLst>
                </a:blip>
              </a:buBlip>
            </a:pPr>
            <a:r>
              <a:rPr lang="en-IN" sz="1200" dirty="0">
                <a:solidFill>
                  <a:schemeClr val="tx1"/>
                </a:solidFill>
                <a:latin typeface="SF Pro Text" panose="00000500000000000000" pitchFamily="2" charset="0"/>
                <a:ea typeface="SF Pro Text" panose="00000500000000000000" pitchFamily="2" charset="0"/>
              </a:rPr>
              <a:t>Max. Speed		: 25 Km/H </a:t>
            </a:r>
          </a:p>
          <a:p>
            <a:pPr marL="285750" indent="-285750">
              <a:lnSpc>
                <a:spcPct val="150000"/>
              </a:lnSpc>
              <a:buFont typeface="Nanum Gothic"/>
              <a:buBlip>
                <a:blip r:embed="rId3">
                  <a:extLst>
                    <a:ext uri="{96DAC541-7B7A-43D3-8B79-37D633B846F1}">
                      <asvg:svgBlip xmlns:asvg="http://schemas.microsoft.com/office/drawing/2016/SVG/main" r:embed="rId4"/>
                    </a:ext>
                  </a:extLst>
                </a:blip>
              </a:buBlip>
            </a:pPr>
            <a:r>
              <a:rPr lang="en-IN" sz="1200" dirty="0">
                <a:solidFill>
                  <a:schemeClr val="tx1"/>
                </a:solidFill>
                <a:latin typeface="SF Pro Text" panose="00000500000000000000" pitchFamily="2" charset="0"/>
                <a:ea typeface="SF Pro Text" panose="00000500000000000000" pitchFamily="2" charset="0"/>
              </a:rPr>
              <a:t>Max Travel		: 60-65 Km In Single Full Charge</a:t>
            </a:r>
          </a:p>
          <a:p>
            <a:pPr marL="285750" indent="-285750">
              <a:lnSpc>
                <a:spcPct val="150000"/>
              </a:lnSpc>
              <a:buFont typeface="Nanum Gothic"/>
              <a:buBlip>
                <a:blip r:embed="rId3">
                  <a:extLst>
                    <a:ext uri="{96DAC541-7B7A-43D3-8B79-37D633B846F1}">
                      <asvg:svgBlip xmlns:asvg="http://schemas.microsoft.com/office/drawing/2016/SVG/main" r:embed="rId4"/>
                    </a:ext>
                  </a:extLst>
                </a:blip>
              </a:buBlip>
            </a:pPr>
            <a:r>
              <a:rPr lang="en-IN" sz="1200" dirty="0">
                <a:solidFill>
                  <a:schemeClr val="tx1"/>
                </a:solidFill>
                <a:latin typeface="SF Pro Text" panose="00000500000000000000" pitchFamily="2" charset="0"/>
                <a:ea typeface="SF Pro Text" panose="00000500000000000000" pitchFamily="2" charset="0"/>
              </a:rPr>
              <a:t>Slop Gradient		: 40 Degree Climb 20% Reduces Speed </a:t>
            </a:r>
          </a:p>
          <a:p>
            <a:pPr marL="285750" indent="-285750">
              <a:lnSpc>
                <a:spcPct val="150000"/>
              </a:lnSpc>
              <a:buFont typeface="Nanum Gothic"/>
              <a:buBlip>
                <a:blip r:embed="rId3">
                  <a:extLst>
                    <a:ext uri="{96DAC541-7B7A-43D3-8B79-37D633B846F1}">
                      <asvg:svgBlip xmlns:asvg="http://schemas.microsoft.com/office/drawing/2016/SVG/main" r:embed="rId4"/>
                    </a:ext>
                  </a:extLst>
                </a:blip>
              </a:buBlip>
            </a:pPr>
            <a:r>
              <a:rPr lang="en-IN" sz="1200" dirty="0">
                <a:solidFill>
                  <a:schemeClr val="tx1"/>
                </a:solidFill>
                <a:latin typeface="SF Pro Text" panose="00000500000000000000" pitchFamily="2" charset="0"/>
                <a:ea typeface="SF Pro Text" panose="00000500000000000000" pitchFamily="2" charset="0"/>
              </a:rPr>
              <a:t>Weight Capacity	: 600kg Average &amp; Up To Max 800kg </a:t>
            </a:r>
          </a:p>
          <a:p>
            <a:pPr marL="285750" indent="-285750">
              <a:lnSpc>
                <a:spcPct val="150000"/>
              </a:lnSpc>
              <a:buFont typeface="Nanum Gothic"/>
              <a:buBlip>
                <a:blip r:embed="rId3">
                  <a:extLst>
                    <a:ext uri="{96DAC541-7B7A-43D3-8B79-37D633B846F1}">
                      <asvg:svgBlip xmlns:asvg="http://schemas.microsoft.com/office/drawing/2016/SVG/main" r:embed="rId4"/>
                    </a:ext>
                  </a:extLst>
                </a:blip>
              </a:buBlip>
            </a:pPr>
            <a:r>
              <a:rPr lang="en-IN" sz="1200" dirty="0">
                <a:solidFill>
                  <a:schemeClr val="tx1"/>
                </a:solidFill>
                <a:latin typeface="SF Pro Text" panose="00000500000000000000" pitchFamily="2" charset="0"/>
                <a:ea typeface="SF Pro Text" panose="00000500000000000000" pitchFamily="2" charset="0"/>
              </a:rPr>
              <a:t>Cart Weight		: 390kg </a:t>
            </a:r>
          </a:p>
          <a:p>
            <a:pPr marL="285750" indent="-285750">
              <a:lnSpc>
                <a:spcPct val="150000"/>
              </a:lnSpc>
              <a:buFont typeface="Nanum Gothic"/>
              <a:buBlip>
                <a:blip r:embed="rId3">
                  <a:extLst>
                    <a:ext uri="{96DAC541-7B7A-43D3-8B79-37D633B846F1}">
                      <asvg:svgBlip xmlns:asvg="http://schemas.microsoft.com/office/drawing/2016/SVG/main" r:embed="rId4"/>
                    </a:ext>
                  </a:extLst>
                </a:blip>
              </a:buBlip>
            </a:pPr>
            <a:r>
              <a:rPr lang="en-IN" sz="1200" dirty="0">
                <a:solidFill>
                  <a:schemeClr val="tx1"/>
                </a:solidFill>
                <a:latin typeface="SF Pro Text" panose="00000500000000000000" pitchFamily="2" charset="0"/>
                <a:ea typeface="SF Pro Text" panose="00000500000000000000" pitchFamily="2" charset="0"/>
              </a:rPr>
              <a:t>Cart Dimension	: 12ft Length * 4ft Width * 6.5ft Height </a:t>
            </a:r>
          </a:p>
          <a:p>
            <a:pPr marL="285750" indent="-285750">
              <a:lnSpc>
                <a:spcPct val="150000"/>
              </a:lnSpc>
              <a:buFont typeface="Nanum Gothic"/>
              <a:buBlip>
                <a:blip r:embed="rId3">
                  <a:extLst>
                    <a:ext uri="{96DAC541-7B7A-43D3-8B79-37D633B846F1}">
                      <asvg:svgBlip xmlns:asvg="http://schemas.microsoft.com/office/drawing/2016/SVG/main" r:embed="rId4"/>
                    </a:ext>
                  </a:extLst>
                </a:blip>
              </a:buBlip>
            </a:pPr>
            <a:r>
              <a:rPr lang="en-IN" sz="1200" dirty="0">
                <a:solidFill>
                  <a:schemeClr val="tx1"/>
                </a:solidFill>
                <a:latin typeface="SF Pro Text" panose="00000500000000000000" pitchFamily="2" charset="0"/>
                <a:ea typeface="SF Pro Text" panose="00000500000000000000" pitchFamily="2" charset="0"/>
              </a:rPr>
              <a:t>Roof Top	           : Fiber Body Roof Top</a:t>
            </a:r>
          </a:p>
        </p:txBody>
      </p:sp>
      <p:grpSp>
        <p:nvGrpSpPr>
          <p:cNvPr id="28" name="Google Shape;582;p47">
            <a:extLst>
              <a:ext uri="{FF2B5EF4-FFF2-40B4-BE49-F238E27FC236}">
                <a16:creationId xmlns:a16="http://schemas.microsoft.com/office/drawing/2014/main" id="{6B07CBC4-4947-4F37-9562-50979C9CB257}"/>
              </a:ext>
            </a:extLst>
          </p:cNvPr>
          <p:cNvGrpSpPr/>
          <p:nvPr/>
        </p:nvGrpSpPr>
        <p:grpSpPr>
          <a:xfrm>
            <a:off x="679031" y="1440960"/>
            <a:ext cx="456818" cy="542531"/>
            <a:chOff x="6891519" y="1823065"/>
            <a:chExt cx="456818" cy="542531"/>
          </a:xfrm>
        </p:grpSpPr>
        <p:sp>
          <p:nvSpPr>
            <p:cNvPr id="29" name="Google Shape;583;p47">
              <a:extLst>
                <a:ext uri="{FF2B5EF4-FFF2-40B4-BE49-F238E27FC236}">
                  <a16:creationId xmlns:a16="http://schemas.microsoft.com/office/drawing/2014/main" id="{D4E680FE-BEE9-4BCE-A8FE-9DB79DCC239A}"/>
                </a:ext>
              </a:extLst>
            </p:cNvPr>
            <p:cNvSpPr/>
            <p:nvPr/>
          </p:nvSpPr>
          <p:spPr>
            <a:xfrm>
              <a:off x="6891519" y="1823065"/>
              <a:ext cx="456818" cy="451892"/>
            </a:xfrm>
            <a:custGeom>
              <a:avLst/>
              <a:gdLst/>
              <a:ahLst/>
              <a:cxnLst/>
              <a:rect l="l" t="t" r="r" b="b"/>
              <a:pathLst>
                <a:path w="12147" h="12016" extrusionOk="0">
                  <a:moveTo>
                    <a:pt x="11241" y="535"/>
                  </a:moveTo>
                  <a:cubicBezTo>
                    <a:pt x="11290" y="535"/>
                    <a:pt x="11338" y="538"/>
                    <a:pt x="11387" y="542"/>
                  </a:cubicBezTo>
                  <a:cubicBezTo>
                    <a:pt x="11508" y="552"/>
                    <a:pt x="11579" y="600"/>
                    <a:pt x="11634" y="714"/>
                  </a:cubicBezTo>
                  <a:cubicBezTo>
                    <a:pt x="12146" y="1805"/>
                    <a:pt x="11352" y="3069"/>
                    <a:pt x="10145" y="3070"/>
                  </a:cubicBezTo>
                  <a:cubicBezTo>
                    <a:pt x="10114" y="3070"/>
                    <a:pt x="10082" y="3067"/>
                    <a:pt x="10021" y="3063"/>
                  </a:cubicBezTo>
                  <a:cubicBezTo>
                    <a:pt x="10122" y="2919"/>
                    <a:pt x="10209" y="2790"/>
                    <a:pt x="10303" y="2667"/>
                  </a:cubicBezTo>
                  <a:cubicBezTo>
                    <a:pt x="10320" y="2643"/>
                    <a:pt x="10362" y="2633"/>
                    <a:pt x="10394" y="2627"/>
                  </a:cubicBezTo>
                  <a:cubicBezTo>
                    <a:pt x="10560" y="2594"/>
                    <a:pt x="10725" y="2569"/>
                    <a:pt x="10890" y="2536"/>
                  </a:cubicBezTo>
                  <a:cubicBezTo>
                    <a:pt x="11014" y="2512"/>
                    <a:pt x="11078" y="2428"/>
                    <a:pt x="11058" y="2325"/>
                  </a:cubicBezTo>
                  <a:cubicBezTo>
                    <a:pt x="11041" y="2237"/>
                    <a:pt x="10970" y="2186"/>
                    <a:pt x="10873" y="2186"/>
                  </a:cubicBezTo>
                  <a:cubicBezTo>
                    <a:pt x="10857" y="2186"/>
                    <a:pt x="10840" y="2187"/>
                    <a:pt x="10823" y="2190"/>
                  </a:cubicBezTo>
                  <a:cubicBezTo>
                    <a:pt x="10759" y="2201"/>
                    <a:pt x="10695" y="2211"/>
                    <a:pt x="10608" y="2227"/>
                  </a:cubicBezTo>
                  <a:cubicBezTo>
                    <a:pt x="10743" y="2032"/>
                    <a:pt x="10867" y="1857"/>
                    <a:pt x="10990" y="1681"/>
                  </a:cubicBezTo>
                  <a:cubicBezTo>
                    <a:pt x="11074" y="1559"/>
                    <a:pt x="11162" y="1439"/>
                    <a:pt x="11243" y="1315"/>
                  </a:cubicBezTo>
                  <a:cubicBezTo>
                    <a:pt x="11300" y="1228"/>
                    <a:pt x="11280" y="1130"/>
                    <a:pt x="11205" y="1075"/>
                  </a:cubicBezTo>
                  <a:cubicBezTo>
                    <a:pt x="11171" y="1050"/>
                    <a:pt x="11135" y="1037"/>
                    <a:pt x="11099" y="1037"/>
                  </a:cubicBezTo>
                  <a:cubicBezTo>
                    <a:pt x="11047" y="1037"/>
                    <a:pt x="10996" y="1063"/>
                    <a:pt x="10957" y="1116"/>
                  </a:cubicBezTo>
                  <a:cubicBezTo>
                    <a:pt x="10850" y="1260"/>
                    <a:pt x="10750" y="1409"/>
                    <a:pt x="10646" y="1556"/>
                  </a:cubicBezTo>
                  <a:cubicBezTo>
                    <a:pt x="10625" y="1587"/>
                    <a:pt x="10601" y="1617"/>
                    <a:pt x="10562" y="1669"/>
                  </a:cubicBezTo>
                  <a:cubicBezTo>
                    <a:pt x="10545" y="1577"/>
                    <a:pt x="10534" y="1509"/>
                    <a:pt x="10520" y="1444"/>
                  </a:cubicBezTo>
                  <a:cubicBezTo>
                    <a:pt x="10498" y="1342"/>
                    <a:pt x="10434" y="1285"/>
                    <a:pt x="10348" y="1285"/>
                  </a:cubicBezTo>
                  <a:cubicBezTo>
                    <a:pt x="10336" y="1285"/>
                    <a:pt x="10323" y="1286"/>
                    <a:pt x="10310" y="1288"/>
                  </a:cubicBezTo>
                  <a:cubicBezTo>
                    <a:pt x="10213" y="1305"/>
                    <a:pt x="10155" y="1388"/>
                    <a:pt x="10172" y="1499"/>
                  </a:cubicBezTo>
                  <a:cubicBezTo>
                    <a:pt x="10198" y="1657"/>
                    <a:pt x="10236" y="1812"/>
                    <a:pt x="10253" y="1972"/>
                  </a:cubicBezTo>
                  <a:cubicBezTo>
                    <a:pt x="10260" y="2038"/>
                    <a:pt x="10245" y="2120"/>
                    <a:pt x="10209" y="2176"/>
                  </a:cubicBezTo>
                  <a:cubicBezTo>
                    <a:pt x="10060" y="2404"/>
                    <a:pt x="9899" y="2624"/>
                    <a:pt x="9733" y="2861"/>
                  </a:cubicBezTo>
                  <a:cubicBezTo>
                    <a:pt x="9552" y="2438"/>
                    <a:pt x="9538" y="2028"/>
                    <a:pt x="9689" y="1613"/>
                  </a:cubicBezTo>
                  <a:cubicBezTo>
                    <a:pt x="9927" y="961"/>
                    <a:pt x="10556" y="535"/>
                    <a:pt x="11241" y="535"/>
                  </a:cubicBezTo>
                  <a:close/>
                  <a:moveTo>
                    <a:pt x="7896" y="365"/>
                  </a:moveTo>
                  <a:cubicBezTo>
                    <a:pt x="7941" y="365"/>
                    <a:pt x="7993" y="380"/>
                    <a:pt x="8021" y="407"/>
                  </a:cubicBezTo>
                  <a:cubicBezTo>
                    <a:pt x="8471" y="830"/>
                    <a:pt x="8658" y="1350"/>
                    <a:pt x="8535" y="1956"/>
                  </a:cubicBezTo>
                  <a:cubicBezTo>
                    <a:pt x="8407" y="2582"/>
                    <a:pt x="8020" y="2992"/>
                    <a:pt x="7417" y="3201"/>
                  </a:cubicBezTo>
                  <a:cubicBezTo>
                    <a:pt x="7407" y="3204"/>
                    <a:pt x="7397" y="3203"/>
                    <a:pt x="7373" y="3206"/>
                  </a:cubicBezTo>
                  <a:cubicBezTo>
                    <a:pt x="7416" y="3047"/>
                    <a:pt x="7453" y="2896"/>
                    <a:pt x="7498" y="2750"/>
                  </a:cubicBezTo>
                  <a:cubicBezTo>
                    <a:pt x="7508" y="2718"/>
                    <a:pt x="7547" y="2691"/>
                    <a:pt x="7578" y="2673"/>
                  </a:cubicBezTo>
                  <a:cubicBezTo>
                    <a:pt x="7719" y="2589"/>
                    <a:pt x="7863" y="2509"/>
                    <a:pt x="8004" y="2425"/>
                  </a:cubicBezTo>
                  <a:cubicBezTo>
                    <a:pt x="8111" y="2359"/>
                    <a:pt x="8145" y="2260"/>
                    <a:pt x="8092" y="2170"/>
                  </a:cubicBezTo>
                  <a:cubicBezTo>
                    <a:pt x="8060" y="2114"/>
                    <a:pt x="8010" y="2086"/>
                    <a:pt x="7951" y="2086"/>
                  </a:cubicBezTo>
                  <a:cubicBezTo>
                    <a:pt x="7912" y="2086"/>
                    <a:pt x="7870" y="2098"/>
                    <a:pt x="7826" y="2122"/>
                  </a:cubicBezTo>
                  <a:cubicBezTo>
                    <a:pt x="7769" y="2153"/>
                    <a:pt x="7712" y="2187"/>
                    <a:pt x="7635" y="2231"/>
                  </a:cubicBezTo>
                  <a:cubicBezTo>
                    <a:pt x="7728" y="1884"/>
                    <a:pt x="7813" y="1560"/>
                    <a:pt x="7899" y="1237"/>
                  </a:cubicBezTo>
                  <a:cubicBezTo>
                    <a:pt x="7907" y="1207"/>
                    <a:pt x="7917" y="1177"/>
                    <a:pt x="7921" y="1146"/>
                  </a:cubicBezTo>
                  <a:cubicBezTo>
                    <a:pt x="7934" y="1040"/>
                    <a:pt x="7884" y="958"/>
                    <a:pt x="7792" y="941"/>
                  </a:cubicBezTo>
                  <a:cubicBezTo>
                    <a:pt x="7776" y="938"/>
                    <a:pt x="7760" y="936"/>
                    <a:pt x="7745" y="936"/>
                  </a:cubicBezTo>
                  <a:cubicBezTo>
                    <a:pt x="7667" y="936"/>
                    <a:pt x="7609" y="978"/>
                    <a:pt x="7584" y="1065"/>
                  </a:cubicBezTo>
                  <a:cubicBezTo>
                    <a:pt x="7530" y="1255"/>
                    <a:pt x="7478" y="1449"/>
                    <a:pt x="7426" y="1640"/>
                  </a:cubicBezTo>
                  <a:cubicBezTo>
                    <a:pt x="7422" y="1659"/>
                    <a:pt x="7416" y="1676"/>
                    <a:pt x="7402" y="1721"/>
                  </a:cubicBezTo>
                  <a:cubicBezTo>
                    <a:pt x="7356" y="1644"/>
                    <a:pt x="7326" y="1592"/>
                    <a:pt x="7293" y="1539"/>
                  </a:cubicBezTo>
                  <a:cubicBezTo>
                    <a:pt x="7246" y="1463"/>
                    <a:pt x="7185" y="1423"/>
                    <a:pt x="7121" y="1423"/>
                  </a:cubicBezTo>
                  <a:cubicBezTo>
                    <a:pt x="7093" y="1423"/>
                    <a:pt x="7066" y="1430"/>
                    <a:pt x="7038" y="1445"/>
                  </a:cubicBezTo>
                  <a:cubicBezTo>
                    <a:pt x="6943" y="1496"/>
                    <a:pt x="6924" y="1600"/>
                    <a:pt x="6993" y="1720"/>
                  </a:cubicBezTo>
                  <a:cubicBezTo>
                    <a:pt x="7071" y="1859"/>
                    <a:pt x="7154" y="1996"/>
                    <a:pt x="7231" y="2136"/>
                  </a:cubicBezTo>
                  <a:cubicBezTo>
                    <a:pt x="7249" y="2169"/>
                    <a:pt x="7269" y="2211"/>
                    <a:pt x="7262" y="2244"/>
                  </a:cubicBezTo>
                  <a:cubicBezTo>
                    <a:pt x="7191" y="2529"/>
                    <a:pt x="7112" y="2814"/>
                    <a:pt x="7006" y="3110"/>
                  </a:cubicBezTo>
                  <a:cubicBezTo>
                    <a:pt x="6931" y="3008"/>
                    <a:pt x="6850" y="2909"/>
                    <a:pt x="6786" y="2801"/>
                  </a:cubicBezTo>
                  <a:cubicBezTo>
                    <a:pt x="6224" y="1834"/>
                    <a:pt x="6771" y="597"/>
                    <a:pt x="7865" y="368"/>
                  </a:cubicBezTo>
                  <a:cubicBezTo>
                    <a:pt x="7874" y="366"/>
                    <a:pt x="7885" y="365"/>
                    <a:pt x="7896" y="365"/>
                  </a:cubicBezTo>
                  <a:close/>
                  <a:moveTo>
                    <a:pt x="11272" y="188"/>
                  </a:moveTo>
                  <a:cubicBezTo>
                    <a:pt x="10561" y="188"/>
                    <a:pt x="9978" y="470"/>
                    <a:pt x="9572" y="1080"/>
                  </a:cubicBezTo>
                  <a:cubicBezTo>
                    <a:pt x="9138" y="1737"/>
                    <a:pt x="9122" y="2435"/>
                    <a:pt x="9477" y="3139"/>
                  </a:cubicBezTo>
                  <a:cubicBezTo>
                    <a:pt x="9554" y="3290"/>
                    <a:pt x="9676" y="3375"/>
                    <a:pt x="9843" y="3399"/>
                  </a:cubicBezTo>
                  <a:cubicBezTo>
                    <a:pt x="9944" y="3414"/>
                    <a:pt x="10043" y="3421"/>
                    <a:pt x="10141" y="3421"/>
                  </a:cubicBezTo>
                  <a:cubicBezTo>
                    <a:pt x="11226" y="3421"/>
                    <a:pt x="12138" y="2547"/>
                    <a:pt x="12141" y="1428"/>
                  </a:cubicBezTo>
                  <a:cubicBezTo>
                    <a:pt x="12142" y="1130"/>
                    <a:pt x="12071" y="851"/>
                    <a:pt x="11958" y="576"/>
                  </a:cubicBezTo>
                  <a:cubicBezTo>
                    <a:pt x="11854" y="325"/>
                    <a:pt x="11679" y="204"/>
                    <a:pt x="11411" y="191"/>
                  </a:cubicBezTo>
                  <a:cubicBezTo>
                    <a:pt x="11365" y="189"/>
                    <a:pt x="11318" y="188"/>
                    <a:pt x="11272" y="188"/>
                  </a:cubicBezTo>
                  <a:close/>
                  <a:moveTo>
                    <a:pt x="7823" y="1"/>
                  </a:moveTo>
                  <a:cubicBezTo>
                    <a:pt x="7799" y="11"/>
                    <a:pt x="7775" y="20"/>
                    <a:pt x="7749" y="28"/>
                  </a:cubicBezTo>
                  <a:cubicBezTo>
                    <a:pt x="6987" y="238"/>
                    <a:pt x="6471" y="714"/>
                    <a:pt x="6276" y="1485"/>
                  </a:cubicBezTo>
                  <a:cubicBezTo>
                    <a:pt x="6081" y="2254"/>
                    <a:pt x="6305" y="2918"/>
                    <a:pt x="6877" y="3466"/>
                  </a:cubicBezTo>
                  <a:cubicBezTo>
                    <a:pt x="6976" y="3560"/>
                    <a:pt x="7086" y="3601"/>
                    <a:pt x="7208" y="3601"/>
                  </a:cubicBezTo>
                  <a:cubicBezTo>
                    <a:pt x="7252" y="3601"/>
                    <a:pt x="7297" y="3596"/>
                    <a:pt x="7343" y="3586"/>
                  </a:cubicBezTo>
                  <a:cubicBezTo>
                    <a:pt x="8427" y="3355"/>
                    <a:pt x="9127" y="2270"/>
                    <a:pt x="8870" y="1189"/>
                  </a:cubicBezTo>
                  <a:cubicBezTo>
                    <a:pt x="8751" y="687"/>
                    <a:pt x="8507" y="260"/>
                    <a:pt x="8034" y="1"/>
                  </a:cubicBezTo>
                  <a:close/>
                  <a:moveTo>
                    <a:pt x="4611" y="1537"/>
                  </a:moveTo>
                  <a:cubicBezTo>
                    <a:pt x="4638" y="1537"/>
                    <a:pt x="4664" y="1542"/>
                    <a:pt x="4685" y="1550"/>
                  </a:cubicBezTo>
                  <a:cubicBezTo>
                    <a:pt x="5249" y="1793"/>
                    <a:pt x="5593" y="2224"/>
                    <a:pt x="5681" y="2830"/>
                  </a:cubicBezTo>
                  <a:cubicBezTo>
                    <a:pt x="5769" y="3435"/>
                    <a:pt x="5558" y="3943"/>
                    <a:pt x="5093" y="4342"/>
                  </a:cubicBezTo>
                  <a:cubicBezTo>
                    <a:pt x="5073" y="4359"/>
                    <a:pt x="5050" y="4371"/>
                    <a:pt x="5016" y="4394"/>
                  </a:cubicBezTo>
                  <a:cubicBezTo>
                    <a:pt x="5000" y="4224"/>
                    <a:pt x="4984" y="4070"/>
                    <a:pt x="4976" y="3916"/>
                  </a:cubicBezTo>
                  <a:cubicBezTo>
                    <a:pt x="4974" y="3886"/>
                    <a:pt x="5000" y="3852"/>
                    <a:pt x="5021" y="3825"/>
                  </a:cubicBezTo>
                  <a:cubicBezTo>
                    <a:pt x="5125" y="3698"/>
                    <a:pt x="5232" y="3575"/>
                    <a:pt x="5336" y="3448"/>
                  </a:cubicBezTo>
                  <a:cubicBezTo>
                    <a:pt x="5423" y="3339"/>
                    <a:pt x="5420" y="3240"/>
                    <a:pt x="5332" y="3170"/>
                  </a:cubicBezTo>
                  <a:cubicBezTo>
                    <a:pt x="5299" y="3144"/>
                    <a:pt x="5264" y="3131"/>
                    <a:pt x="5229" y="3131"/>
                  </a:cubicBezTo>
                  <a:cubicBezTo>
                    <a:pt x="5174" y="3131"/>
                    <a:pt x="5119" y="3162"/>
                    <a:pt x="5067" y="3221"/>
                  </a:cubicBezTo>
                  <a:cubicBezTo>
                    <a:pt x="5027" y="3268"/>
                    <a:pt x="4987" y="3315"/>
                    <a:pt x="4927" y="3386"/>
                  </a:cubicBezTo>
                  <a:cubicBezTo>
                    <a:pt x="4906" y="3146"/>
                    <a:pt x="4886" y="2935"/>
                    <a:pt x="4867" y="2723"/>
                  </a:cubicBezTo>
                  <a:cubicBezTo>
                    <a:pt x="4855" y="2579"/>
                    <a:pt x="4846" y="2435"/>
                    <a:pt x="4828" y="2291"/>
                  </a:cubicBezTo>
                  <a:cubicBezTo>
                    <a:pt x="4814" y="2182"/>
                    <a:pt x="4745" y="2116"/>
                    <a:pt x="4657" y="2116"/>
                  </a:cubicBezTo>
                  <a:cubicBezTo>
                    <a:pt x="4650" y="2116"/>
                    <a:pt x="4642" y="2116"/>
                    <a:pt x="4634" y="2117"/>
                  </a:cubicBezTo>
                  <a:cubicBezTo>
                    <a:pt x="4533" y="2130"/>
                    <a:pt x="4473" y="2213"/>
                    <a:pt x="4481" y="2331"/>
                  </a:cubicBezTo>
                  <a:cubicBezTo>
                    <a:pt x="4499" y="2540"/>
                    <a:pt x="4517" y="2751"/>
                    <a:pt x="4538" y="2989"/>
                  </a:cubicBezTo>
                  <a:cubicBezTo>
                    <a:pt x="4470" y="2934"/>
                    <a:pt x="4419" y="2891"/>
                    <a:pt x="4366" y="2849"/>
                  </a:cubicBezTo>
                  <a:cubicBezTo>
                    <a:pt x="4317" y="2811"/>
                    <a:pt x="4267" y="2792"/>
                    <a:pt x="4220" y="2792"/>
                  </a:cubicBezTo>
                  <a:cubicBezTo>
                    <a:pt x="4173" y="2792"/>
                    <a:pt x="4129" y="2812"/>
                    <a:pt x="4095" y="2852"/>
                  </a:cubicBezTo>
                  <a:cubicBezTo>
                    <a:pt x="4027" y="2935"/>
                    <a:pt x="4043" y="3035"/>
                    <a:pt x="4141" y="3119"/>
                  </a:cubicBezTo>
                  <a:cubicBezTo>
                    <a:pt x="4265" y="3227"/>
                    <a:pt x="4393" y="3330"/>
                    <a:pt x="4517" y="3438"/>
                  </a:cubicBezTo>
                  <a:cubicBezTo>
                    <a:pt x="4544" y="3462"/>
                    <a:pt x="4580" y="3495"/>
                    <a:pt x="4583" y="3528"/>
                  </a:cubicBezTo>
                  <a:cubicBezTo>
                    <a:pt x="4612" y="3818"/>
                    <a:pt x="4635" y="4110"/>
                    <a:pt x="4662" y="4419"/>
                  </a:cubicBezTo>
                  <a:cubicBezTo>
                    <a:pt x="4621" y="4404"/>
                    <a:pt x="4594" y="4396"/>
                    <a:pt x="4568" y="4384"/>
                  </a:cubicBezTo>
                  <a:cubicBezTo>
                    <a:pt x="3494" y="3791"/>
                    <a:pt x="3450" y="2211"/>
                    <a:pt x="4493" y="1566"/>
                  </a:cubicBezTo>
                  <a:cubicBezTo>
                    <a:pt x="4523" y="1548"/>
                    <a:pt x="4568" y="1537"/>
                    <a:pt x="4611" y="1537"/>
                  </a:cubicBezTo>
                  <a:close/>
                  <a:moveTo>
                    <a:pt x="4590" y="1165"/>
                  </a:moveTo>
                  <a:cubicBezTo>
                    <a:pt x="4501" y="1165"/>
                    <a:pt x="4415" y="1192"/>
                    <a:pt x="4332" y="1247"/>
                  </a:cubicBezTo>
                  <a:cubicBezTo>
                    <a:pt x="3645" y="1703"/>
                    <a:pt x="3312" y="2344"/>
                    <a:pt x="3396" y="3161"/>
                  </a:cubicBezTo>
                  <a:cubicBezTo>
                    <a:pt x="3479" y="3951"/>
                    <a:pt x="3920" y="4498"/>
                    <a:pt x="4650" y="4811"/>
                  </a:cubicBezTo>
                  <a:cubicBezTo>
                    <a:pt x="4714" y="4839"/>
                    <a:pt x="4776" y="4852"/>
                    <a:pt x="4838" y="4852"/>
                  </a:cubicBezTo>
                  <a:cubicBezTo>
                    <a:pt x="4926" y="4852"/>
                    <a:pt x="5012" y="4825"/>
                    <a:pt x="5095" y="4771"/>
                  </a:cubicBezTo>
                  <a:cubicBezTo>
                    <a:pt x="5716" y="4374"/>
                    <a:pt x="6024" y="3800"/>
                    <a:pt x="6051" y="3186"/>
                  </a:cubicBezTo>
                  <a:cubicBezTo>
                    <a:pt x="6064" y="2258"/>
                    <a:pt x="5530" y="1482"/>
                    <a:pt x="4768" y="1199"/>
                  </a:cubicBezTo>
                  <a:cubicBezTo>
                    <a:pt x="4707" y="1176"/>
                    <a:pt x="4648" y="1165"/>
                    <a:pt x="4590" y="1165"/>
                  </a:cubicBezTo>
                  <a:close/>
                  <a:moveTo>
                    <a:pt x="10730" y="3827"/>
                  </a:moveTo>
                  <a:cubicBezTo>
                    <a:pt x="10475" y="3827"/>
                    <a:pt x="10212" y="3828"/>
                    <a:pt x="9920" y="3828"/>
                  </a:cubicBezTo>
                  <a:cubicBezTo>
                    <a:pt x="9144" y="3894"/>
                    <a:pt x="8308" y="3965"/>
                    <a:pt x="7471" y="4035"/>
                  </a:cubicBezTo>
                  <a:cubicBezTo>
                    <a:pt x="7045" y="4072"/>
                    <a:pt x="6736" y="4319"/>
                    <a:pt x="6450" y="4604"/>
                  </a:cubicBezTo>
                  <a:cubicBezTo>
                    <a:pt x="6376" y="4678"/>
                    <a:pt x="6382" y="4777"/>
                    <a:pt x="6449" y="4847"/>
                  </a:cubicBezTo>
                  <a:cubicBezTo>
                    <a:pt x="6483" y="4883"/>
                    <a:pt x="6525" y="4902"/>
                    <a:pt x="6569" y="4902"/>
                  </a:cubicBezTo>
                  <a:cubicBezTo>
                    <a:pt x="6609" y="4902"/>
                    <a:pt x="6651" y="4887"/>
                    <a:pt x="6691" y="4855"/>
                  </a:cubicBezTo>
                  <a:cubicBezTo>
                    <a:pt x="6739" y="4817"/>
                    <a:pt x="6782" y="4771"/>
                    <a:pt x="6829" y="4730"/>
                  </a:cubicBezTo>
                  <a:cubicBezTo>
                    <a:pt x="7023" y="4562"/>
                    <a:pt x="7224" y="4408"/>
                    <a:pt x="7493" y="4386"/>
                  </a:cubicBezTo>
                  <a:cubicBezTo>
                    <a:pt x="8185" y="4331"/>
                    <a:pt x="8877" y="4267"/>
                    <a:pt x="9571" y="4224"/>
                  </a:cubicBezTo>
                  <a:cubicBezTo>
                    <a:pt x="10078" y="4194"/>
                    <a:pt x="10587" y="4197"/>
                    <a:pt x="11094" y="4176"/>
                  </a:cubicBezTo>
                  <a:cubicBezTo>
                    <a:pt x="11162" y="4173"/>
                    <a:pt x="11252" y="4137"/>
                    <a:pt x="11290" y="4084"/>
                  </a:cubicBezTo>
                  <a:cubicBezTo>
                    <a:pt x="11377" y="3971"/>
                    <a:pt x="11270" y="3828"/>
                    <a:pt x="11107" y="3828"/>
                  </a:cubicBezTo>
                  <a:cubicBezTo>
                    <a:pt x="10982" y="3828"/>
                    <a:pt x="10857" y="3827"/>
                    <a:pt x="10730" y="3827"/>
                  </a:cubicBezTo>
                  <a:close/>
                  <a:moveTo>
                    <a:pt x="9423" y="4854"/>
                  </a:moveTo>
                  <a:cubicBezTo>
                    <a:pt x="9442" y="4854"/>
                    <a:pt x="9463" y="4855"/>
                    <a:pt x="9488" y="4855"/>
                  </a:cubicBezTo>
                  <a:cubicBezTo>
                    <a:pt x="9488" y="5416"/>
                    <a:pt x="9488" y="5966"/>
                    <a:pt x="9488" y="6525"/>
                  </a:cubicBezTo>
                  <a:cubicBezTo>
                    <a:pt x="9447" y="6527"/>
                    <a:pt x="9409" y="6532"/>
                    <a:pt x="9372" y="6532"/>
                  </a:cubicBezTo>
                  <a:lnTo>
                    <a:pt x="6642" y="6532"/>
                  </a:lnTo>
                  <a:cubicBezTo>
                    <a:pt x="6622" y="6532"/>
                    <a:pt x="6602" y="6532"/>
                    <a:pt x="6583" y="6530"/>
                  </a:cubicBezTo>
                  <a:cubicBezTo>
                    <a:pt x="6450" y="6520"/>
                    <a:pt x="6394" y="6419"/>
                    <a:pt x="6473" y="6311"/>
                  </a:cubicBezTo>
                  <a:cubicBezTo>
                    <a:pt x="6681" y="6023"/>
                    <a:pt x="6882" y="5728"/>
                    <a:pt x="7112" y="5460"/>
                  </a:cubicBezTo>
                  <a:cubicBezTo>
                    <a:pt x="7407" y="5119"/>
                    <a:pt x="7803" y="4965"/>
                    <a:pt x="8251" y="4936"/>
                  </a:cubicBezTo>
                  <a:cubicBezTo>
                    <a:pt x="8632" y="4911"/>
                    <a:pt x="9014" y="4882"/>
                    <a:pt x="9396" y="4855"/>
                  </a:cubicBezTo>
                  <a:cubicBezTo>
                    <a:pt x="9405" y="4855"/>
                    <a:pt x="9414" y="4854"/>
                    <a:pt x="9423" y="4854"/>
                  </a:cubicBezTo>
                  <a:close/>
                  <a:moveTo>
                    <a:pt x="2107" y="3711"/>
                  </a:moveTo>
                  <a:cubicBezTo>
                    <a:pt x="1953" y="3711"/>
                    <a:pt x="1827" y="3777"/>
                    <a:pt x="1727" y="3902"/>
                  </a:cubicBezTo>
                  <a:cubicBezTo>
                    <a:pt x="1490" y="4201"/>
                    <a:pt x="1341" y="4539"/>
                    <a:pt x="1308" y="4916"/>
                  </a:cubicBezTo>
                  <a:cubicBezTo>
                    <a:pt x="1289" y="5129"/>
                    <a:pt x="1313" y="5345"/>
                    <a:pt x="1333" y="5559"/>
                  </a:cubicBezTo>
                  <a:cubicBezTo>
                    <a:pt x="1342" y="5657"/>
                    <a:pt x="1414" y="5711"/>
                    <a:pt x="1500" y="5711"/>
                  </a:cubicBezTo>
                  <a:cubicBezTo>
                    <a:pt x="1511" y="5711"/>
                    <a:pt x="1523" y="5710"/>
                    <a:pt x="1534" y="5708"/>
                  </a:cubicBezTo>
                  <a:cubicBezTo>
                    <a:pt x="1633" y="5694"/>
                    <a:pt x="1685" y="5617"/>
                    <a:pt x="1677" y="5503"/>
                  </a:cubicBezTo>
                  <a:cubicBezTo>
                    <a:pt x="1675" y="5479"/>
                    <a:pt x="1670" y="5456"/>
                    <a:pt x="1667" y="5433"/>
                  </a:cubicBezTo>
                  <a:cubicBezTo>
                    <a:pt x="1593" y="4962"/>
                    <a:pt x="1697" y="4535"/>
                    <a:pt x="1980" y="4149"/>
                  </a:cubicBezTo>
                  <a:cubicBezTo>
                    <a:pt x="2024" y="4088"/>
                    <a:pt x="2074" y="4063"/>
                    <a:pt x="2142" y="4063"/>
                  </a:cubicBezTo>
                  <a:cubicBezTo>
                    <a:pt x="2151" y="4063"/>
                    <a:pt x="2160" y="4064"/>
                    <a:pt x="2170" y="4065"/>
                  </a:cubicBezTo>
                  <a:cubicBezTo>
                    <a:pt x="2803" y="4123"/>
                    <a:pt x="3283" y="4422"/>
                    <a:pt x="3563" y="4995"/>
                  </a:cubicBezTo>
                  <a:cubicBezTo>
                    <a:pt x="3833" y="5550"/>
                    <a:pt x="3776" y="6099"/>
                    <a:pt x="3447" y="6644"/>
                  </a:cubicBezTo>
                  <a:cubicBezTo>
                    <a:pt x="3370" y="6480"/>
                    <a:pt x="3302" y="6338"/>
                    <a:pt x="3239" y="6191"/>
                  </a:cubicBezTo>
                  <a:cubicBezTo>
                    <a:pt x="3228" y="6166"/>
                    <a:pt x="3241" y="6124"/>
                    <a:pt x="3252" y="6093"/>
                  </a:cubicBezTo>
                  <a:cubicBezTo>
                    <a:pt x="3306" y="5938"/>
                    <a:pt x="3366" y="5785"/>
                    <a:pt x="3420" y="5630"/>
                  </a:cubicBezTo>
                  <a:cubicBezTo>
                    <a:pt x="3463" y="5507"/>
                    <a:pt x="3426" y="5411"/>
                    <a:pt x="3329" y="5375"/>
                  </a:cubicBezTo>
                  <a:cubicBezTo>
                    <a:pt x="3306" y="5367"/>
                    <a:pt x="3284" y="5363"/>
                    <a:pt x="3263" y="5363"/>
                  </a:cubicBezTo>
                  <a:cubicBezTo>
                    <a:pt x="3190" y="5363"/>
                    <a:pt x="3129" y="5412"/>
                    <a:pt x="3091" y="5505"/>
                  </a:cubicBezTo>
                  <a:cubicBezTo>
                    <a:pt x="3067" y="5564"/>
                    <a:pt x="3046" y="5624"/>
                    <a:pt x="3013" y="5711"/>
                  </a:cubicBezTo>
                  <a:cubicBezTo>
                    <a:pt x="2903" y="5479"/>
                    <a:pt x="2808" y="5275"/>
                    <a:pt x="2712" y="5072"/>
                  </a:cubicBezTo>
                  <a:cubicBezTo>
                    <a:pt x="2655" y="4948"/>
                    <a:pt x="2601" y="4822"/>
                    <a:pt x="2537" y="4701"/>
                  </a:cubicBezTo>
                  <a:cubicBezTo>
                    <a:pt x="2505" y="4640"/>
                    <a:pt x="2455" y="4603"/>
                    <a:pt x="2393" y="4603"/>
                  </a:cubicBezTo>
                  <a:cubicBezTo>
                    <a:pt x="2370" y="4603"/>
                    <a:pt x="2346" y="4608"/>
                    <a:pt x="2321" y="4619"/>
                  </a:cubicBezTo>
                  <a:cubicBezTo>
                    <a:pt x="2229" y="4654"/>
                    <a:pt x="2189" y="4743"/>
                    <a:pt x="2219" y="4839"/>
                  </a:cubicBezTo>
                  <a:cubicBezTo>
                    <a:pt x="2232" y="4881"/>
                    <a:pt x="2254" y="4919"/>
                    <a:pt x="2272" y="4958"/>
                  </a:cubicBezTo>
                  <a:cubicBezTo>
                    <a:pt x="2348" y="5121"/>
                    <a:pt x="2425" y="5287"/>
                    <a:pt x="2513" y="5478"/>
                  </a:cubicBezTo>
                  <a:cubicBezTo>
                    <a:pt x="2425" y="5445"/>
                    <a:pt x="2365" y="5422"/>
                    <a:pt x="2303" y="5402"/>
                  </a:cubicBezTo>
                  <a:cubicBezTo>
                    <a:pt x="2271" y="5391"/>
                    <a:pt x="2240" y="5386"/>
                    <a:pt x="2212" y="5386"/>
                  </a:cubicBezTo>
                  <a:cubicBezTo>
                    <a:pt x="2135" y="5386"/>
                    <a:pt x="2075" y="5426"/>
                    <a:pt x="2051" y="5499"/>
                  </a:cubicBezTo>
                  <a:cubicBezTo>
                    <a:pt x="2017" y="5602"/>
                    <a:pt x="2064" y="5686"/>
                    <a:pt x="2185" y="5733"/>
                  </a:cubicBezTo>
                  <a:cubicBezTo>
                    <a:pt x="2339" y="5790"/>
                    <a:pt x="2494" y="5844"/>
                    <a:pt x="2647" y="5902"/>
                  </a:cubicBezTo>
                  <a:cubicBezTo>
                    <a:pt x="2678" y="5913"/>
                    <a:pt x="2721" y="5929"/>
                    <a:pt x="2732" y="5955"/>
                  </a:cubicBezTo>
                  <a:cubicBezTo>
                    <a:pt x="2863" y="6224"/>
                    <a:pt x="2989" y="6496"/>
                    <a:pt x="3123" y="6781"/>
                  </a:cubicBezTo>
                  <a:cubicBezTo>
                    <a:pt x="3073" y="6778"/>
                    <a:pt x="3043" y="6780"/>
                    <a:pt x="3013" y="6774"/>
                  </a:cubicBezTo>
                  <a:cubicBezTo>
                    <a:pt x="2610" y="6698"/>
                    <a:pt x="2274" y="6506"/>
                    <a:pt x="2011" y="6190"/>
                  </a:cubicBezTo>
                  <a:cubicBezTo>
                    <a:pt x="1989" y="6163"/>
                    <a:pt x="1969" y="6133"/>
                    <a:pt x="1943" y="6110"/>
                  </a:cubicBezTo>
                  <a:cubicBezTo>
                    <a:pt x="1905" y="6078"/>
                    <a:pt x="1865" y="6062"/>
                    <a:pt x="1825" y="6062"/>
                  </a:cubicBezTo>
                  <a:cubicBezTo>
                    <a:pt x="1789" y="6062"/>
                    <a:pt x="1753" y="6075"/>
                    <a:pt x="1718" y="6103"/>
                  </a:cubicBezTo>
                  <a:cubicBezTo>
                    <a:pt x="1645" y="6161"/>
                    <a:pt x="1630" y="6240"/>
                    <a:pt x="1675" y="6324"/>
                  </a:cubicBezTo>
                  <a:cubicBezTo>
                    <a:pt x="1690" y="6351"/>
                    <a:pt x="1709" y="6375"/>
                    <a:pt x="1729" y="6399"/>
                  </a:cubicBezTo>
                  <a:cubicBezTo>
                    <a:pt x="2123" y="6876"/>
                    <a:pt x="2631" y="7121"/>
                    <a:pt x="3245" y="7150"/>
                  </a:cubicBezTo>
                  <a:cubicBezTo>
                    <a:pt x="3253" y="7150"/>
                    <a:pt x="3261" y="7150"/>
                    <a:pt x="3269" y="7150"/>
                  </a:cubicBezTo>
                  <a:cubicBezTo>
                    <a:pt x="3426" y="7150"/>
                    <a:pt x="3555" y="7084"/>
                    <a:pt x="3650" y="6955"/>
                  </a:cubicBezTo>
                  <a:cubicBezTo>
                    <a:pt x="4128" y="6309"/>
                    <a:pt x="4229" y="5606"/>
                    <a:pt x="3895" y="4878"/>
                  </a:cubicBezTo>
                  <a:cubicBezTo>
                    <a:pt x="3558" y="4144"/>
                    <a:pt x="2952" y="3768"/>
                    <a:pt x="2145" y="3713"/>
                  </a:cubicBezTo>
                  <a:cubicBezTo>
                    <a:pt x="2133" y="3712"/>
                    <a:pt x="2120" y="3711"/>
                    <a:pt x="2107" y="3711"/>
                  </a:cubicBezTo>
                  <a:close/>
                  <a:moveTo>
                    <a:pt x="10776" y="7228"/>
                  </a:moveTo>
                  <a:cubicBezTo>
                    <a:pt x="10657" y="7228"/>
                    <a:pt x="10538" y="7228"/>
                    <a:pt x="10419" y="7230"/>
                  </a:cubicBezTo>
                  <a:cubicBezTo>
                    <a:pt x="10302" y="7231"/>
                    <a:pt x="10229" y="7307"/>
                    <a:pt x="10232" y="7411"/>
                  </a:cubicBezTo>
                  <a:cubicBezTo>
                    <a:pt x="10235" y="7510"/>
                    <a:pt x="10305" y="7577"/>
                    <a:pt x="10417" y="7580"/>
                  </a:cubicBezTo>
                  <a:cubicBezTo>
                    <a:pt x="10456" y="7581"/>
                    <a:pt x="10495" y="7581"/>
                    <a:pt x="10534" y="7581"/>
                  </a:cubicBezTo>
                  <a:cubicBezTo>
                    <a:pt x="10612" y="7581"/>
                    <a:pt x="10690" y="7580"/>
                    <a:pt x="10769" y="7580"/>
                  </a:cubicBezTo>
                  <a:cubicBezTo>
                    <a:pt x="10849" y="7580"/>
                    <a:pt x="10930" y="7581"/>
                    <a:pt x="11010" y="7581"/>
                  </a:cubicBezTo>
                  <a:cubicBezTo>
                    <a:pt x="11051" y="7581"/>
                    <a:pt x="11091" y="7581"/>
                    <a:pt x="11131" y="7580"/>
                  </a:cubicBezTo>
                  <a:cubicBezTo>
                    <a:pt x="11243" y="7577"/>
                    <a:pt x="11316" y="7509"/>
                    <a:pt x="11319" y="7412"/>
                  </a:cubicBezTo>
                  <a:cubicBezTo>
                    <a:pt x="11323" y="7309"/>
                    <a:pt x="11249" y="7231"/>
                    <a:pt x="11134" y="7230"/>
                  </a:cubicBezTo>
                  <a:cubicBezTo>
                    <a:pt x="11015" y="7228"/>
                    <a:pt x="10895" y="7228"/>
                    <a:pt x="10776" y="7228"/>
                  </a:cubicBezTo>
                  <a:close/>
                  <a:moveTo>
                    <a:pt x="4551" y="8136"/>
                  </a:moveTo>
                  <a:cubicBezTo>
                    <a:pt x="4630" y="8136"/>
                    <a:pt x="4707" y="8137"/>
                    <a:pt x="4785" y="8141"/>
                  </a:cubicBezTo>
                  <a:cubicBezTo>
                    <a:pt x="4893" y="8147"/>
                    <a:pt x="4947" y="8228"/>
                    <a:pt x="4956" y="8332"/>
                  </a:cubicBezTo>
                  <a:cubicBezTo>
                    <a:pt x="4963" y="8429"/>
                    <a:pt x="4885" y="8519"/>
                    <a:pt x="4782" y="8536"/>
                  </a:cubicBezTo>
                  <a:cubicBezTo>
                    <a:pt x="4765" y="8539"/>
                    <a:pt x="4747" y="8539"/>
                    <a:pt x="4730" y="8539"/>
                  </a:cubicBezTo>
                  <a:cubicBezTo>
                    <a:pt x="4713" y="8539"/>
                    <a:pt x="4695" y="8539"/>
                    <a:pt x="4678" y="8539"/>
                  </a:cubicBezTo>
                  <a:cubicBezTo>
                    <a:pt x="4523" y="8540"/>
                    <a:pt x="4367" y="8540"/>
                    <a:pt x="4209" y="8540"/>
                  </a:cubicBezTo>
                  <a:lnTo>
                    <a:pt x="4209" y="8138"/>
                  </a:lnTo>
                  <a:cubicBezTo>
                    <a:pt x="4326" y="8138"/>
                    <a:pt x="4439" y="8136"/>
                    <a:pt x="4551" y="8136"/>
                  </a:cubicBezTo>
                  <a:close/>
                  <a:moveTo>
                    <a:pt x="6669" y="7627"/>
                  </a:moveTo>
                  <a:cubicBezTo>
                    <a:pt x="6699" y="7627"/>
                    <a:pt x="6728" y="7629"/>
                    <a:pt x="6758" y="7634"/>
                  </a:cubicBezTo>
                  <a:cubicBezTo>
                    <a:pt x="7067" y="7684"/>
                    <a:pt x="7285" y="7936"/>
                    <a:pt x="7292" y="8244"/>
                  </a:cubicBezTo>
                  <a:cubicBezTo>
                    <a:pt x="7280" y="8305"/>
                    <a:pt x="7280" y="8372"/>
                    <a:pt x="7255" y="8426"/>
                  </a:cubicBezTo>
                  <a:cubicBezTo>
                    <a:pt x="7232" y="8472"/>
                    <a:pt x="7186" y="8515"/>
                    <a:pt x="7139" y="8537"/>
                  </a:cubicBezTo>
                  <a:cubicBezTo>
                    <a:pt x="6961" y="8623"/>
                    <a:pt x="6775" y="8693"/>
                    <a:pt x="6600" y="8785"/>
                  </a:cubicBezTo>
                  <a:cubicBezTo>
                    <a:pt x="6560" y="8806"/>
                    <a:pt x="6526" y="8817"/>
                    <a:pt x="6493" y="8817"/>
                  </a:cubicBezTo>
                  <a:cubicBezTo>
                    <a:pt x="6465" y="8817"/>
                    <a:pt x="6437" y="8810"/>
                    <a:pt x="6407" y="8795"/>
                  </a:cubicBezTo>
                  <a:cubicBezTo>
                    <a:pt x="6137" y="8664"/>
                    <a:pt x="6000" y="8354"/>
                    <a:pt x="6087" y="8064"/>
                  </a:cubicBezTo>
                  <a:cubicBezTo>
                    <a:pt x="6165" y="7807"/>
                    <a:pt x="6411" y="7627"/>
                    <a:pt x="6669" y="7627"/>
                  </a:cubicBezTo>
                  <a:close/>
                  <a:moveTo>
                    <a:pt x="1400" y="7420"/>
                  </a:moveTo>
                  <a:cubicBezTo>
                    <a:pt x="1790" y="7420"/>
                    <a:pt x="2150" y="7557"/>
                    <a:pt x="2470" y="7845"/>
                  </a:cubicBezTo>
                  <a:cubicBezTo>
                    <a:pt x="2934" y="8260"/>
                    <a:pt x="3091" y="8794"/>
                    <a:pt x="2983" y="9405"/>
                  </a:cubicBezTo>
                  <a:cubicBezTo>
                    <a:pt x="2981" y="9420"/>
                    <a:pt x="2972" y="9433"/>
                    <a:pt x="2959" y="9466"/>
                  </a:cubicBezTo>
                  <a:cubicBezTo>
                    <a:pt x="2843" y="9349"/>
                    <a:pt x="2736" y="9247"/>
                    <a:pt x="2637" y="9137"/>
                  </a:cubicBezTo>
                  <a:cubicBezTo>
                    <a:pt x="2611" y="9110"/>
                    <a:pt x="2601" y="9061"/>
                    <a:pt x="2600" y="9022"/>
                  </a:cubicBezTo>
                  <a:cubicBezTo>
                    <a:pt x="2595" y="8858"/>
                    <a:pt x="2600" y="8694"/>
                    <a:pt x="2597" y="8529"/>
                  </a:cubicBezTo>
                  <a:cubicBezTo>
                    <a:pt x="2595" y="8396"/>
                    <a:pt x="2533" y="8326"/>
                    <a:pt x="2423" y="8326"/>
                  </a:cubicBezTo>
                  <a:cubicBezTo>
                    <a:pt x="2315" y="8328"/>
                    <a:pt x="2251" y="8399"/>
                    <a:pt x="2246" y="8532"/>
                  </a:cubicBezTo>
                  <a:cubicBezTo>
                    <a:pt x="2245" y="8593"/>
                    <a:pt x="2246" y="8654"/>
                    <a:pt x="2246" y="8741"/>
                  </a:cubicBezTo>
                  <a:cubicBezTo>
                    <a:pt x="2201" y="8701"/>
                    <a:pt x="2172" y="8678"/>
                    <a:pt x="2147" y="8653"/>
                  </a:cubicBezTo>
                  <a:cubicBezTo>
                    <a:pt x="1929" y="8435"/>
                    <a:pt x="1711" y="8215"/>
                    <a:pt x="1492" y="7997"/>
                  </a:cubicBezTo>
                  <a:cubicBezTo>
                    <a:pt x="1434" y="7940"/>
                    <a:pt x="1378" y="7912"/>
                    <a:pt x="1325" y="7912"/>
                  </a:cubicBezTo>
                  <a:cubicBezTo>
                    <a:pt x="1282" y="7912"/>
                    <a:pt x="1242" y="7931"/>
                    <a:pt x="1207" y="7969"/>
                  </a:cubicBezTo>
                  <a:cubicBezTo>
                    <a:pt x="1133" y="8049"/>
                    <a:pt x="1145" y="8147"/>
                    <a:pt x="1244" y="8247"/>
                  </a:cubicBezTo>
                  <a:cubicBezTo>
                    <a:pt x="1380" y="8386"/>
                    <a:pt x="1519" y="8523"/>
                    <a:pt x="1657" y="8663"/>
                  </a:cubicBezTo>
                  <a:cubicBezTo>
                    <a:pt x="1662" y="8667"/>
                    <a:pt x="1664" y="8675"/>
                    <a:pt x="1677" y="8703"/>
                  </a:cubicBezTo>
                  <a:cubicBezTo>
                    <a:pt x="1605" y="8703"/>
                    <a:pt x="1541" y="8703"/>
                    <a:pt x="1477" y="8704"/>
                  </a:cubicBezTo>
                  <a:cubicBezTo>
                    <a:pt x="1345" y="8705"/>
                    <a:pt x="1272" y="8765"/>
                    <a:pt x="1269" y="8872"/>
                  </a:cubicBezTo>
                  <a:cubicBezTo>
                    <a:pt x="1266" y="8983"/>
                    <a:pt x="1345" y="9053"/>
                    <a:pt x="1480" y="9054"/>
                  </a:cubicBezTo>
                  <a:cubicBezTo>
                    <a:pt x="1529" y="9055"/>
                    <a:pt x="1577" y="9055"/>
                    <a:pt x="1626" y="9055"/>
                  </a:cubicBezTo>
                  <a:cubicBezTo>
                    <a:pt x="1678" y="9055"/>
                    <a:pt x="1729" y="9055"/>
                    <a:pt x="1781" y="9055"/>
                  </a:cubicBezTo>
                  <a:cubicBezTo>
                    <a:pt x="1844" y="9055"/>
                    <a:pt x="1908" y="9056"/>
                    <a:pt x="1972" y="9057"/>
                  </a:cubicBezTo>
                  <a:cubicBezTo>
                    <a:pt x="2009" y="9057"/>
                    <a:pt x="2056" y="9063"/>
                    <a:pt x="2078" y="9086"/>
                  </a:cubicBezTo>
                  <a:cubicBezTo>
                    <a:pt x="2289" y="9291"/>
                    <a:pt x="2494" y="9499"/>
                    <a:pt x="2714" y="9717"/>
                  </a:cubicBezTo>
                  <a:cubicBezTo>
                    <a:pt x="2581" y="9759"/>
                    <a:pt x="2453" y="9774"/>
                    <a:pt x="2327" y="9774"/>
                  </a:cubicBezTo>
                  <a:cubicBezTo>
                    <a:pt x="2247" y="9774"/>
                    <a:pt x="2167" y="9768"/>
                    <a:pt x="2088" y="9758"/>
                  </a:cubicBezTo>
                  <a:cubicBezTo>
                    <a:pt x="1088" y="9630"/>
                    <a:pt x="433" y="8599"/>
                    <a:pt x="738" y="7638"/>
                  </a:cubicBezTo>
                  <a:cubicBezTo>
                    <a:pt x="761" y="7566"/>
                    <a:pt x="796" y="7519"/>
                    <a:pt x="873" y="7497"/>
                  </a:cubicBezTo>
                  <a:cubicBezTo>
                    <a:pt x="1054" y="7446"/>
                    <a:pt x="1230" y="7420"/>
                    <a:pt x="1400" y="7420"/>
                  </a:cubicBezTo>
                  <a:close/>
                  <a:moveTo>
                    <a:pt x="1415" y="7067"/>
                  </a:moveTo>
                  <a:cubicBezTo>
                    <a:pt x="1201" y="7067"/>
                    <a:pt x="980" y="7101"/>
                    <a:pt x="751" y="7168"/>
                  </a:cubicBezTo>
                  <a:cubicBezTo>
                    <a:pt x="570" y="7221"/>
                    <a:pt x="463" y="7339"/>
                    <a:pt x="407" y="7517"/>
                  </a:cubicBezTo>
                  <a:cubicBezTo>
                    <a:pt x="0" y="8809"/>
                    <a:pt x="946" y="10110"/>
                    <a:pt x="2311" y="10151"/>
                  </a:cubicBezTo>
                  <a:cubicBezTo>
                    <a:pt x="2527" y="10107"/>
                    <a:pt x="2745" y="10069"/>
                    <a:pt x="2960" y="10016"/>
                  </a:cubicBezTo>
                  <a:cubicBezTo>
                    <a:pt x="3115" y="9977"/>
                    <a:pt x="3217" y="9866"/>
                    <a:pt x="3262" y="9714"/>
                  </a:cubicBezTo>
                  <a:cubicBezTo>
                    <a:pt x="3499" y="8938"/>
                    <a:pt x="3358" y="8234"/>
                    <a:pt x="2782" y="7658"/>
                  </a:cubicBezTo>
                  <a:cubicBezTo>
                    <a:pt x="2384" y="7259"/>
                    <a:pt x="1923" y="7067"/>
                    <a:pt x="1415" y="7067"/>
                  </a:cubicBezTo>
                  <a:close/>
                  <a:moveTo>
                    <a:pt x="4591" y="10429"/>
                  </a:moveTo>
                  <a:cubicBezTo>
                    <a:pt x="4532" y="10429"/>
                    <a:pt x="4473" y="10432"/>
                    <a:pt x="4416" y="10439"/>
                  </a:cubicBezTo>
                  <a:cubicBezTo>
                    <a:pt x="4323" y="10450"/>
                    <a:pt x="4276" y="10527"/>
                    <a:pt x="4286" y="10620"/>
                  </a:cubicBezTo>
                  <a:cubicBezTo>
                    <a:pt x="4296" y="10710"/>
                    <a:pt x="4352" y="10768"/>
                    <a:pt x="4449" y="10774"/>
                  </a:cubicBezTo>
                  <a:cubicBezTo>
                    <a:pt x="4468" y="10776"/>
                    <a:pt x="4488" y="10776"/>
                    <a:pt x="4508" y="10776"/>
                  </a:cubicBezTo>
                  <a:cubicBezTo>
                    <a:pt x="4535" y="10776"/>
                    <a:pt x="4561" y="10775"/>
                    <a:pt x="4588" y="10775"/>
                  </a:cubicBezTo>
                  <a:lnTo>
                    <a:pt x="4588" y="10774"/>
                  </a:lnTo>
                  <a:cubicBezTo>
                    <a:pt x="4622" y="10774"/>
                    <a:pt x="4654" y="10775"/>
                    <a:pt x="4687" y="10775"/>
                  </a:cubicBezTo>
                  <a:cubicBezTo>
                    <a:pt x="4709" y="10775"/>
                    <a:pt x="4730" y="10775"/>
                    <a:pt x="4752" y="10772"/>
                  </a:cubicBezTo>
                  <a:cubicBezTo>
                    <a:pt x="4849" y="10762"/>
                    <a:pt x="4900" y="10700"/>
                    <a:pt x="4904" y="10608"/>
                  </a:cubicBezTo>
                  <a:cubicBezTo>
                    <a:pt x="4909" y="10523"/>
                    <a:pt x="4863" y="10447"/>
                    <a:pt x="4776" y="10439"/>
                  </a:cubicBezTo>
                  <a:cubicBezTo>
                    <a:pt x="4715" y="10432"/>
                    <a:pt x="4653" y="10429"/>
                    <a:pt x="4591" y="10429"/>
                  </a:cubicBezTo>
                  <a:close/>
                  <a:moveTo>
                    <a:pt x="4602" y="9735"/>
                  </a:moveTo>
                  <a:cubicBezTo>
                    <a:pt x="4688" y="9735"/>
                    <a:pt x="4748" y="9771"/>
                    <a:pt x="4779" y="9852"/>
                  </a:cubicBezTo>
                  <a:cubicBezTo>
                    <a:pt x="4880" y="10115"/>
                    <a:pt x="5077" y="10221"/>
                    <a:pt x="5341" y="10221"/>
                  </a:cubicBezTo>
                  <a:cubicBezTo>
                    <a:pt x="5350" y="10221"/>
                    <a:pt x="5359" y="10221"/>
                    <a:pt x="5367" y="10221"/>
                  </a:cubicBezTo>
                  <a:cubicBezTo>
                    <a:pt x="5415" y="10220"/>
                    <a:pt x="5463" y="10220"/>
                    <a:pt x="5511" y="10220"/>
                  </a:cubicBezTo>
                  <a:cubicBezTo>
                    <a:pt x="5605" y="10220"/>
                    <a:pt x="5698" y="10221"/>
                    <a:pt x="5783" y="10221"/>
                  </a:cubicBezTo>
                  <a:cubicBezTo>
                    <a:pt x="5840" y="10489"/>
                    <a:pt x="5892" y="10731"/>
                    <a:pt x="5944" y="10979"/>
                  </a:cubicBezTo>
                  <a:cubicBezTo>
                    <a:pt x="5927" y="10980"/>
                    <a:pt x="5894" y="10985"/>
                    <a:pt x="5862" y="10985"/>
                  </a:cubicBezTo>
                  <a:lnTo>
                    <a:pt x="4256" y="10985"/>
                  </a:lnTo>
                  <a:cubicBezTo>
                    <a:pt x="4074" y="10985"/>
                    <a:pt x="4023" y="10932"/>
                    <a:pt x="4023" y="10747"/>
                  </a:cubicBezTo>
                  <a:cubicBezTo>
                    <a:pt x="4021" y="10482"/>
                    <a:pt x="4021" y="10215"/>
                    <a:pt x="4023" y="9950"/>
                  </a:cubicBezTo>
                  <a:cubicBezTo>
                    <a:pt x="4023" y="9797"/>
                    <a:pt x="4081" y="9738"/>
                    <a:pt x="4234" y="9737"/>
                  </a:cubicBezTo>
                  <a:cubicBezTo>
                    <a:pt x="4261" y="9736"/>
                    <a:pt x="4288" y="9736"/>
                    <a:pt x="4316" y="9736"/>
                  </a:cubicBezTo>
                  <a:cubicBezTo>
                    <a:pt x="4365" y="9736"/>
                    <a:pt x="4414" y="9737"/>
                    <a:pt x="4463" y="9737"/>
                  </a:cubicBezTo>
                  <a:cubicBezTo>
                    <a:pt x="4507" y="9737"/>
                    <a:pt x="4552" y="9736"/>
                    <a:pt x="4597" y="9735"/>
                  </a:cubicBezTo>
                  <a:cubicBezTo>
                    <a:pt x="4599" y="9735"/>
                    <a:pt x="4600" y="9735"/>
                    <a:pt x="4602" y="9735"/>
                  </a:cubicBezTo>
                  <a:close/>
                  <a:moveTo>
                    <a:pt x="7578" y="9097"/>
                  </a:moveTo>
                  <a:cubicBezTo>
                    <a:pt x="7487" y="9097"/>
                    <a:pt x="7396" y="9107"/>
                    <a:pt x="7305" y="9128"/>
                  </a:cubicBezTo>
                  <a:cubicBezTo>
                    <a:pt x="6795" y="9251"/>
                    <a:pt x="6427" y="9721"/>
                    <a:pt x="6430" y="10251"/>
                  </a:cubicBezTo>
                  <a:cubicBezTo>
                    <a:pt x="6432" y="10740"/>
                    <a:pt x="6738" y="11171"/>
                    <a:pt x="7199" y="11334"/>
                  </a:cubicBezTo>
                  <a:cubicBezTo>
                    <a:pt x="7325" y="11378"/>
                    <a:pt x="7456" y="11400"/>
                    <a:pt x="7584" y="11400"/>
                  </a:cubicBezTo>
                  <a:cubicBezTo>
                    <a:pt x="7924" y="11400"/>
                    <a:pt x="8254" y="11248"/>
                    <a:pt x="8476" y="10970"/>
                  </a:cubicBezTo>
                  <a:cubicBezTo>
                    <a:pt x="8538" y="10890"/>
                    <a:pt x="8590" y="10801"/>
                    <a:pt x="8632" y="10711"/>
                  </a:cubicBezTo>
                  <a:cubicBezTo>
                    <a:pt x="8681" y="10611"/>
                    <a:pt x="8642" y="10512"/>
                    <a:pt x="8555" y="10470"/>
                  </a:cubicBezTo>
                  <a:cubicBezTo>
                    <a:pt x="8531" y="10459"/>
                    <a:pt x="8507" y="10454"/>
                    <a:pt x="8483" y="10454"/>
                  </a:cubicBezTo>
                  <a:cubicBezTo>
                    <a:pt x="8418" y="10454"/>
                    <a:pt x="8357" y="10492"/>
                    <a:pt x="8319" y="10560"/>
                  </a:cubicBezTo>
                  <a:cubicBezTo>
                    <a:pt x="8303" y="10587"/>
                    <a:pt x="8290" y="10616"/>
                    <a:pt x="8275" y="10643"/>
                  </a:cubicBezTo>
                  <a:cubicBezTo>
                    <a:pt x="8128" y="10899"/>
                    <a:pt x="7862" y="11049"/>
                    <a:pt x="7580" y="11049"/>
                  </a:cubicBezTo>
                  <a:cubicBezTo>
                    <a:pt x="7511" y="11049"/>
                    <a:pt x="7441" y="11040"/>
                    <a:pt x="7372" y="11022"/>
                  </a:cubicBezTo>
                  <a:cubicBezTo>
                    <a:pt x="7026" y="10928"/>
                    <a:pt x="6783" y="10613"/>
                    <a:pt x="6782" y="10251"/>
                  </a:cubicBezTo>
                  <a:cubicBezTo>
                    <a:pt x="6779" y="9881"/>
                    <a:pt x="7026" y="9566"/>
                    <a:pt x="7389" y="9473"/>
                  </a:cubicBezTo>
                  <a:cubicBezTo>
                    <a:pt x="7454" y="9456"/>
                    <a:pt x="7520" y="9448"/>
                    <a:pt x="7584" y="9448"/>
                  </a:cubicBezTo>
                  <a:cubicBezTo>
                    <a:pt x="7866" y="9448"/>
                    <a:pt x="8133" y="9601"/>
                    <a:pt x="8278" y="9858"/>
                  </a:cubicBezTo>
                  <a:cubicBezTo>
                    <a:pt x="8299" y="9895"/>
                    <a:pt x="8316" y="9936"/>
                    <a:pt x="8342" y="9969"/>
                  </a:cubicBezTo>
                  <a:cubicBezTo>
                    <a:pt x="8378" y="10015"/>
                    <a:pt x="8432" y="10038"/>
                    <a:pt x="8484" y="10038"/>
                  </a:cubicBezTo>
                  <a:cubicBezTo>
                    <a:pt x="8547" y="10038"/>
                    <a:pt x="8608" y="10004"/>
                    <a:pt x="8629" y="9938"/>
                  </a:cubicBezTo>
                  <a:cubicBezTo>
                    <a:pt x="8648" y="9876"/>
                    <a:pt x="8634" y="9789"/>
                    <a:pt x="8604" y="9730"/>
                  </a:cubicBezTo>
                  <a:cubicBezTo>
                    <a:pt x="8410" y="9333"/>
                    <a:pt x="8008" y="9097"/>
                    <a:pt x="7578" y="9097"/>
                  </a:cubicBezTo>
                  <a:close/>
                  <a:moveTo>
                    <a:pt x="7591" y="8833"/>
                  </a:moveTo>
                  <a:cubicBezTo>
                    <a:pt x="8340" y="8833"/>
                    <a:pt x="8980" y="9459"/>
                    <a:pt x="8994" y="10215"/>
                  </a:cubicBezTo>
                  <a:cubicBezTo>
                    <a:pt x="9010" y="10992"/>
                    <a:pt x="8387" y="11647"/>
                    <a:pt x="7620" y="11661"/>
                  </a:cubicBezTo>
                  <a:cubicBezTo>
                    <a:pt x="7610" y="11661"/>
                    <a:pt x="7600" y="11661"/>
                    <a:pt x="7590" y="11661"/>
                  </a:cubicBezTo>
                  <a:cubicBezTo>
                    <a:pt x="6813" y="11661"/>
                    <a:pt x="6183" y="11049"/>
                    <a:pt x="6165" y="10269"/>
                  </a:cubicBezTo>
                  <a:cubicBezTo>
                    <a:pt x="6147" y="9497"/>
                    <a:pt x="6779" y="8849"/>
                    <a:pt x="7565" y="8834"/>
                  </a:cubicBezTo>
                  <a:cubicBezTo>
                    <a:pt x="7574" y="8833"/>
                    <a:pt x="7582" y="8833"/>
                    <a:pt x="7591" y="8833"/>
                  </a:cubicBezTo>
                  <a:close/>
                  <a:moveTo>
                    <a:pt x="11114" y="4433"/>
                  </a:moveTo>
                  <a:cubicBezTo>
                    <a:pt x="11096" y="4433"/>
                    <a:pt x="11078" y="4434"/>
                    <a:pt x="11060" y="4435"/>
                  </a:cubicBezTo>
                  <a:cubicBezTo>
                    <a:pt x="10128" y="4483"/>
                    <a:pt x="9195" y="4532"/>
                    <a:pt x="8262" y="4582"/>
                  </a:cubicBezTo>
                  <a:cubicBezTo>
                    <a:pt x="7699" y="4612"/>
                    <a:pt x="7205" y="4810"/>
                    <a:pt x="6835" y="5243"/>
                  </a:cubicBezTo>
                  <a:cubicBezTo>
                    <a:pt x="6594" y="5523"/>
                    <a:pt x="6385" y="5832"/>
                    <a:pt x="6168" y="6133"/>
                  </a:cubicBezTo>
                  <a:cubicBezTo>
                    <a:pt x="6073" y="6265"/>
                    <a:pt x="6060" y="6416"/>
                    <a:pt x="6115" y="6570"/>
                  </a:cubicBezTo>
                  <a:cubicBezTo>
                    <a:pt x="6189" y="6771"/>
                    <a:pt x="6366" y="6882"/>
                    <a:pt x="6615" y="6884"/>
                  </a:cubicBezTo>
                  <a:lnTo>
                    <a:pt x="9490" y="6884"/>
                  </a:lnTo>
                  <a:cubicBezTo>
                    <a:pt x="9540" y="7966"/>
                    <a:pt x="9735" y="8986"/>
                    <a:pt x="10427" y="9856"/>
                  </a:cubicBezTo>
                  <a:cubicBezTo>
                    <a:pt x="10403" y="9862"/>
                    <a:pt x="10389" y="9868"/>
                    <a:pt x="10374" y="9868"/>
                  </a:cubicBezTo>
                  <a:cubicBezTo>
                    <a:pt x="10291" y="9868"/>
                    <a:pt x="10208" y="9868"/>
                    <a:pt x="10125" y="9868"/>
                  </a:cubicBezTo>
                  <a:cubicBezTo>
                    <a:pt x="10041" y="9868"/>
                    <a:pt x="9958" y="9868"/>
                    <a:pt x="9875" y="9868"/>
                  </a:cubicBezTo>
                  <a:cubicBezTo>
                    <a:pt x="9709" y="9868"/>
                    <a:pt x="9543" y="9868"/>
                    <a:pt x="9377" y="9871"/>
                  </a:cubicBezTo>
                  <a:cubicBezTo>
                    <a:pt x="9298" y="9871"/>
                    <a:pt x="9293" y="9822"/>
                    <a:pt x="9278" y="9769"/>
                  </a:cubicBezTo>
                  <a:cubicBezTo>
                    <a:pt x="9075" y="9126"/>
                    <a:pt x="8651" y="8711"/>
                    <a:pt x="7998" y="8537"/>
                  </a:cubicBezTo>
                  <a:cubicBezTo>
                    <a:pt x="7874" y="8505"/>
                    <a:pt x="7746" y="8495"/>
                    <a:pt x="7621" y="8473"/>
                  </a:cubicBezTo>
                  <a:cubicBezTo>
                    <a:pt x="7658" y="7865"/>
                    <a:pt x="7434" y="7470"/>
                    <a:pt x="6973" y="7324"/>
                  </a:cubicBezTo>
                  <a:cubicBezTo>
                    <a:pt x="6874" y="7293"/>
                    <a:pt x="6774" y="7278"/>
                    <a:pt x="6675" y="7278"/>
                  </a:cubicBezTo>
                  <a:cubicBezTo>
                    <a:pt x="6344" y="7278"/>
                    <a:pt x="6030" y="7445"/>
                    <a:pt x="5850" y="7738"/>
                  </a:cubicBezTo>
                  <a:cubicBezTo>
                    <a:pt x="5734" y="7929"/>
                    <a:pt x="5688" y="8137"/>
                    <a:pt x="5715" y="8356"/>
                  </a:cubicBezTo>
                  <a:cubicBezTo>
                    <a:pt x="5756" y="8693"/>
                    <a:pt x="5941" y="8938"/>
                    <a:pt x="6222" y="9101"/>
                  </a:cubicBezTo>
                  <a:cubicBezTo>
                    <a:pt x="6148" y="9222"/>
                    <a:pt x="6071" y="9328"/>
                    <a:pt x="6014" y="9442"/>
                  </a:cubicBezTo>
                  <a:cubicBezTo>
                    <a:pt x="5957" y="9556"/>
                    <a:pt x="5923" y="9683"/>
                    <a:pt x="5872" y="9799"/>
                  </a:cubicBezTo>
                  <a:cubicBezTo>
                    <a:pt x="5857" y="9829"/>
                    <a:pt x="5815" y="9865"/>
                    <a:pt x="5785" y="9865"/>
                  </a:cubicBezTo>
                  <a:cubicBezTo>
                    <a:pt x="5704" y="9868"/>
                    <a:pt x="5624" y="9870"/>
                    <a:pt x="5544" y="9870"/>
                  </a:cubicBezTo>
                  <a:cubicBezTo>
                    <a:pt x="5464" y="9870"/>
                    <a:pt x="5384" y="9868"/>
                    <a:pt x="5303" y="9868"/>
                  </a:cubicBezTo>
                  <a:cubicBezTo>
                    <a:pt x="5212" y="9868"/>
                    <a:pt x="5148" y="9828"/>
                    <a:pt x="5114" y="9740"/>
                  </a:cubicBezTo>
                  <a:cubicBezTo>
                    <a:pt x="5018" y="9495"/>
                    <a:pt x="4837" y="9383"/>
                    <a:pt x="4583" y="9383"/>
                  </a:cubicBezTo>
                  <a:cubicBezTo>
                    <a:pt x="4573" y="9383"/>
                    <a:pt x="4564" y="9383"/>
                    <a:pt x="4554" y="9383"/>
                  </a:cubicBezTo>
                  <a:cubicBezTo>
                    <a:pt x="4505" y="9385"/>
                    <a:pt x="4455" y="9386"/>
                    <a:pt x="4406" y="9386"/>
                  </a:cubicBezTo>
                  <a:cubicBezTo>
                    <a:pt x="4340" y="9386"/>
                    <a:pt x="4274" y="9385"/>
                    <a:pt x="4208" y="9385"/>
                  </a:cubicBezTo>
                  <a:lnTo>
                    <a:pt x="4208" y="8905"/>
                  </a:lnTo>
                  <a:cubicBezTo>
                    <a:pt x="4222" y="8899"/>
                    <a:pt x="4229" y="8895"/>
                    <a:pt x="4236" y="8895"/>
                  </a:cubicBezTo>
                  <a:cubicBezTo>
                    <a:pt x="4246" y="8895"/>
                    <a:pt x="4255" y="8895"/>
                    <a:pt x="4264" y="8895"/>
                  </a:cubicBezTo>
                  <a:cubicBezTo>
                    <a:pt x="4348" y="8895"/>
                    <a:pt x="4431" y="8898"/>
                    <a:pt x="4515" y="8898"/>
                  </a:cubicBezTo>
                  <a:cubicBezTo>
                    <a:pt x="4590" y="8898"/>
                    <a:pt x="4666" y="8895"/>
                    <a:pt x="4741" y="8886"/>
                  </a:cubicBezTo>
                  <a:cubicBezTo>
                    <a:pt x="4859" y="8872"/>
                    <a:pt x="4987" y="8836"/>
                    <a:pt x="5087" y="8771"/>
                  </a:cubicBezTo>
                  <a:cubicBezTo>
                    <a:pt x="5281" y="8644"/>
                    <a:pt x="5350" y="8401"/>
                    <a:pt x="5286" y="8178"/>
                  </a:cubicBezTo>
                  <a:cubicBezTo>
                    <a:pt x="5222" y="7959"/>
                    <a:pt x="5030" y="7799"/>
                    <a:pt x="4796" y="7787"/>
                  </a:cubicBezTo>
                  <a:cubicBezTo>
                    <a:pt x="4734" y="7783"/>
                    <a:pt x="4671" y="7782"/>
                    <a:pt x="4608" y="7782"/>
                  </a:cubicBezTo>
                  <a:cubicBezTo>
                    <a:pt x="4502" y="7782"/>
                    <a:pt x="4393" y="7785"/>
                    <a:pt x="4276" y="7785"/>
                  </a:cubicBezTo>
                  <a:cubicBezTo>
                    <a:pt x="4410" y="7381"/>
                    <a:pt x="4651" y="7099"/>
                    <a:pt x="4993" y="6903"/>
                  </a:cubicBezTo>
                  <a:cubicBezTo>
                    <a:pt x="5206" y="6781"/>
                    <a:pt x="5397" y="6634"/>
                    <a:pt x="5537" y="6431"/>
                  </a:cubicBezTo>
                  <a:cubicBezTo>
                    <a:pt x="5765" y="6094"/>
                    <a:pt x="5989" y="5755"/>
                    <a:pt x="6212" y="5416"/>
                  </a:cubicBezTo>
                  <a:cubicBezTo>
                    <a:pt x="6283" y="5308"/>
                    <a:pt x="6249" y="5181"/>
                    <a:pt x="6141" y="5143"/>
                  </a:cubicBezTo>
                  <a:cubicBezTo>
                    <a:pt x="6117" y="5135"/>
                    <a:pt x="6095" y="5131"/>
                    <a:pt x="6073" y="5131"/>
                  </a:cubicBezTo>
                  <a:cubicBezTo>
                    <a:pt x="6010" y="5131"/>
                    <a:pt x="5958" y="5165"/>
                    <a:pt x="5917" y="5225"/>
                  </a:cubicBezTo>
                  <a:cubicBezTo>
                    <a:pt x="5736" y="5493"/>
                    <a:pt x="5546" y="5757"/>
                    <a:pt x="5377" y="6033"/>
                  </a:cubicBezTo>
                  <a:cubicBezTo>
                    <a:pt x="5226" y="6281"/>
                    <a:pt x="5036" y="6469"/>
                    <a:pt x="4788" y="6620"/>
                  </a:cubicBezTo>
                  <a:cubicBezTo>
                    <a:pt x="4202" y="6978"/>
                    <a:pt x="3880" y="7505"/>
                    <a:pt x="3855" y="8193"/>
                  </a:cubicBezTo>
                  <a:cubicBezTo>
                    <a:pt x="3839" y="8591"/>
                    <a:pt x="3852" y="8990"/>
                    <a:pt x="3845" y="9389"/>
                  </a:cubicBezTo>
                  <a:cubicBezTo>
                    <a:pt x="3843" y="9456"/>
                    <a:pt x="3801" y="9523"/>
                    <a:pt x="3778" y="9589"/>
                  </a:cubicBezTo>
                  <a:cubicBezTo>
                    <a:pt x="3742" y="9698"/>
                    <a:pt x="3681" y="9806"/>
                    <a:pt x="3675" y="9918"/>
                  </a:cubicBezTo>
                  <a:cubicBezTo>
                    <a:pt x="3660" y="10194"/>
                    <a:pt x="3669" y="10472"/>
                    <a:pt x="3669" y="10749"/>
                  </a:cubicBezTo>
                  <a:cubicBezTo>
                    <a:pt x="3671" y="11130"/>
                    <a:pt x="3876" y="11336"/>
                    <a:pt x="4256" y="11336"/>
                  </a:cubicBezTo>
                  <a:cubicBezTo>
                    <a:pt x="4409" y="11337"/>
                    <a:pt x="4562" y="11337"/>
                    <a:pt x="4714" y="11337"/>
                  </a:cubicBezTo>
                  <a:cubicBezTo>
                    <a:pt x="4867" y="11337"/>
                    <a:pt x="5020" y="11337"/>
                    <a:pt x="5172" y="11337"/>
                  </a:cubicBezTo>
                  <a:cubicBezTo>
                    <a:pt x="5477" y="11337"/>
                    <a:pt x="5782" y="11337"/>
                    <a:pt x="6087" y="11339"/>
                  </a:cubicBezTo>
                  <a:cubicBezTo>
                    <a:pt x="6141" y="11339"/>
                    <a:pt x="6209" y="11368"/>
                    <a:pt x="6245" y="11406"/>
                  </a:cubicBezTo>
                  <a:cubicBezTo>
                    <a:pt x="6608" y="11811"/>
                    <a:pt x="7094" y="12015"/>
                    <a:pt x="7579" y="12015"/>
                  </a:cubicBezTo>
                  <a:cubicBezTo>
                    <a:pt x="8058" y="12015"/>
                    <a:pt x="8536" y="11817"/>
                    <a:pt x="8896" y="11419"/>
                  </a:cubicBezTo>
                  <a:cubicBezTo>
                    <a:pt x="8950" y="11361"/>
                    <a:pt x="9001" y="11335"/>
                    <a:pt x="9080" y="11335"/>
                  </a:cubicBezTo>
                  <a:cubicBezTo>
                    <a:pt x="9082" y="11335"/>
                    <a:pt x="9085" y="11335"/>
                    <a:pt x="9087" y="11335"/>
                  </a:cubicBezTo>
                  <a:cubicBezTo>
                    <a:pt x="9413" y="11336"/>
                    <a:pt x="9739" y="11337"/>
                    <a:pt x="10066" y="11337"/>
                  </a:cubicBezTo>
                  <a:cubicBezTo>
                    <a:pt x="10393" y="11337"/>
                    <a:pt x="10719" y="11336"/>
                    <a:pt x="11045" y="11336"/>
                  </a:cubicBezTo>
                  <a:cubicBezTo>
                    <a:pt x="11065" y="11336"/>
                    <a:pt x="11085" y="11337"/>
                    <a:pt x="11104" y="11337"/>
                  </a:cubicBezTo>
                  <a:cubicBezTo>
                    <a:pt x="11124" y="11337"/>
                    <a:pt x="11143" y="11336"/>
                    <a:pt x="11162" y="11334"/>
                  </a:cubicBezTo>
                  <a:cubicBezTo>
                    <a:pt x="11256" y="11321"/>
                    <a:pt x="11310" y="11262"/>
                    <a:pt x="11316" y="11170"/>
                  </a:cubicBezTo>
                  <a:cubicBezTo>
                    <a:pt x="11322" y="11081"/>
                    <a:pt x="11275" y="11019"/>
                    <a:pt x="11189" y="10996"/>
                  </a:cubicBezTo>
                  <a:cubicBezTo>
                    <a:pt x="11148" y="10985"/>
                    <a:pt x="11104" y="10985"/>
                    <a:pt x="11061" y="10985"/>
                  </a:cubicBezTo>
                  <a:lnTo>
                    <a:pt x="9215" y="10985"/>
                  </a:lnTo>
                  <a:cubicBezTo>
                    <a:pt x="9270" y="10727"/>
                    <a:pt x="9322" y="10480"/>
                    <a:pt x="9377" y="10221"/>
                  </a:cubicBezTo>
                  <a:lnTo>
                    <a:pt x="9500" y="10221"/>
                  </a:lnTo>
                  <a:cubicBezTo>
                    <a:pt x="10011" y="10221"/>
                    <a:pt x="10524" y="10221"/>
                    <a:pt x="11037" y="10220"/>
                  </a:cubicBezTo>
                  <a:cubicBezTo>
                    <a:pt x="11087" y="10220"/>
                    <a:pt x="11139" y="10220"/>
                    <a:pt x="11188" y="10208"/>
                  </a:cubicBezTo>
                  <a:cubicBezTo>
                    <a:pt x="11275" y="10187"/>
                    <a:pt x="11320" y="10123"/>
                    <a:pt x="11316" y="10036"/>
                  </a:cubicBezTo>
                  <a:cubicBezTo>
                    <a:pt x="11312" y="9949"/>
                    <a:pt x="11263" y="9889"/>
                    <a:pt x="11174" y="9875"/>
                  </a:cubicBezTo>
                  <a:cubicBezTo>
                    <a:pt x="11161" y="9872"/>
                    <a:pt x="11148" y="9872"/>
                    <a:pt x="11135" y="9872"/>
                  </a:cubicBezTo>
                  <a:cubicBezTo>
                    <a:pt x="11126" y="9872"/>
                    <a:pt x="11117" y="9872"/>
                    <a:pt x="11109" y="9872"/>
                  </a:cubicBezTo>
                  <a:cubicBezTo>
                    <a:pt x="11091" y="9872"/>
                    <a:pt x="11074" y="9871"/>
                    <a:pt x="11058" y="9866"/>
                  </a:cubicBezTo>
                  <a:cubicBezTo>
                    <a:pt x="10990" y="9846"/>
                    <a:pt x="10904" y="9835"/>
                    <a:pt x="10864" y="9788"/>
                  </a:cubicBezTo>
                  <a:cubicBezTo>
                    <a:pt x="10703" y="9599"/>
                    <a:pt x="10537" y="9409"/>
                    <a:pt x="10409" y="9197"/>
                  </a:cubicBezTo>
                  <a:cubicBezTo>
                    <a:pt x="10148" y="8767"/>
                    <a:pt x="10015" y="8288"/>
                    <a:pt x="9937" y="7795"/>
                  </a:cubicBezTo>
                  <a:cubicBezTo>
                    <a:pt x="9890" y="7499"/>
                    <a:pt x="9867" y="7200"/>
                    <a:pt x="9832" y="6884"/>
                  </a:cubicBezTo>
                  <a:lnTo>
                    <a:pt x="11111" y="6884"/>
                  </a:lnTo>
                  <a:cubicBezTo>
                    <a:pt x="11239" y="6879"/>
                    <a:pt x="11317" y="6814"/>
                    <a:pt x="11317" y="6710"/>
                  </a:cubicBezTo>
                  <a:cubicBezTo>
                    <a:pt x="11317" y="6606"/>
                    <a:pt x="11240" y="6533"/>
                    <a:pt x="11112" y="6533"/>
                  </a:cubicBezTo>
                  <a:cubicBezTo>
                    <a:pt x="10938" y="6532"/>
                    <a:pt x="10764" y="6531"/>
                    <a:pt x="10590" y="6531"/>
                  </a:cubicBezTo>
                  <a:cubicBezTo>
                    <a:pt x="10416" y="6531"/>
                    <a:pt x="10242" y="6532"/>
                    <a:pt x="10068" y="6532"/>
                  </a:cubicBezTo>
                  <a:lnTo>
                    <a:pt x="9854" y="6532"/>
                  </a:lnTo>
                  <a:lnTo>
                    <a:pt x="9854" y="4827"/>
                  </a:lnTo>
                  <a:cubicBezTo>
                    <a:pt x="10258" y="4812"/>
                    <a:pt x="10652" y="4800"/>
                    <a:pt x="11045" y="4787"/>
                  </a:cubicBezTo>
                  <a:cubicBezTo>
                    <a:pt x="11092" y="4785"/>
                    <a:pt x="11141" y="4788"/>
                    <a:pt x="11185" y="4775"/>
                  </a:cubicBezTo>
                  <a:cubicBezTo>
                    <a:pt x="11276" y="4751"/>
                    <a:pt x="11325" y="4686"/>
                    <a:pt x="11316" y="4592"/>
                  </a:cubicBezTo>
                  <a:cubicBezTo>
                    <a:pt x="11306" y="4500"/>
                    <a:pt x="11249" y="4445"/>
                    <a:pt x="11154" y="4435"/>
                  </a:cubicBezTo>
                  <a:cubicBezTo>
                    <a:pt x="11141" y="4434"/>
                    <a:pt x="11128" y="4433"/>
                    <a:pt x="11114" y="4433"/>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cxnSp>
          <p:nvCxnSpPr>
            <p:cNvPr id="30" name="Google Shape;584;p47">
              <a:extLst>
                <a:ext uri="{FF2B5EF4-FFF2-40B4-BE49-F238E27FC236}">
                  <a16:creationId xmlns:a16="http://schemas.microsoft.com/office/drawing/2014/main" id="{5C566569-1670-44CC-BE32-DA75A47801AA}"/>
                </a:ext>
              </a:extLst>
            </p:cNvPr>
            <p:cNvCxnSpPr/>
            <p:nvPr/>
          </p:nvCxnSpPr>
          <p:spPr>
            <a:xfrm>
              <a:off x="6900617" y="2365596"/>
              <a:ext cx="438600" cy="0"/>
            </a:xfrm>
            <a:prstGeom prst="straightConnector1">
              <a:avLst/>
            </a:prstGeom>
            <a:noFill/>
            <a:ln w="28575" cap="flat" cmpd="sng">
              <a:solidFill>
                <a:schemeClr val="dk2"/>
              </a:solidFill>
              <a:prstDash val="solid"/>
              <a:round/>
              <a:headEnd type="none" w="med" len="med"/>
              <a:tailEnd type="none" w="med" len="med"/>
            </a:ln>
          </p:spPr>
        </p:cxn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782E87-013C-4B98-A4C1-0022FB6ABD4B}"/>
              </a:ext>
            </a:extLst>
          </p:cNvPr>
          <p:cNvSpPr>
            <a:spLocks noGrp="1"/>
          </p:cNvSpPr>
          <p:nvPr>
            <p:ph type="title"/>
          </p:nvPr>
        </p:nvSpPr>
        <p:spPr/>
        <p:txBody>
          <a:bodyPr/>
          <a:lstStyle/>
          <a:p>
            <a:r>
              <a:rPr lang="en-US" sz="3200" dirty="0">
                <a:solidFill>
                  <a:schemeClr val="tx1"/>
                </a:solidFill>
                <a:effectLst/>
              </a:rPr>
              <a:t>Specification</a:t>
            </a:r>
            <a:endParaRPr lang="en-IN" sz="3200" dirty="0">
              <a:solidFill>
                <a:schemeClr val="tx1"/>
              </a:solidFill>
              <a:effectLst/>
            </a:endParaRPr>
          </a:p>
        </p:txBody>
      </p:sp>
      <p:pic>
        <p:nvPicPr>
          <p:cNvPr id="7" name="Picture 6">
            <a:extLst>
              <a:ext uri="{FF2B5EF4-FFF2-40B4-BE49-F238E27FC236}">
                <a16:creationId xmlns:a16="http://schemas.microsoft.com/office/drawing/2014/main" id="{3E639064-7C73-4A8C-BCF3-96358B09AAD1}"/>
              </a:ext>
            </a:extLst>
          </p:cNvPr>
          <p:cNvPicPr>
            <a:picLocks noChangeAspect="1"/>
          </p:cNvPicPr>
          <p:nvPr/>
        </p:nvPicPr>
        <p:blipFill>
          <a:blip r:embed="rId2"/>
          <a:stretch>
            <a:fillRect/>
          </a:stretch>
        </p:blipFill>
        <p:spPr>
          <a:xfrm>
            <a:off x="2010686" y="1392915"/>
            <a:ext cx="5122628" cy="3211200"/>
          </a:xfrm>
          <a:prstGeom prst="rect">
            <a:avLst/>
          </a:prstGeom>
        </p:spPr>
      </p:pic>
    </p:spTree>
    <p:extLst>
      <p:ext uri="{BB962C8B-B14F-4D97-AF65-F5344CB8AC3E}">
        <p14:creationId xmlns:p14="http://schemas.microsoft.com/office/powerpoint/2010/main" val="342730057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638"/>
        <p:cNvGrpSpPr/>
        <p:nvPr/>
      </p:nvGrpSpPr>
      <p:grpSpPr>
        <a:xfrm>
          <a:off x="0" y="0"/>
          <a:ext cx="0" cy="0"/>
          <a:chOff x="0" y="0"/>
          <a:chExt cx="0" cy="0"/>
        </a:xfrm>
      </p:grpSpPr>
      <p:sp>
        <p:nvSpPr>
          <p:cNvPr id="639" name="Google Shape;639;p49"/>
          <p:cNvSpPr/>
          <p:nvPr/>
        </p:nvSpPr>
        <p:spPr>
          <a:xfrm>
            <a:off x="527250" y="572417"/>
            <a:ext cx="8089500" cy="607800"/>
          </a:xfrm>
          <a:prstGeom prst="round2DiagRect">
            <a:avLst>
              <a:gd name="adj1" fmla="val 16667"/>
              <a:gd name="adj2" fmla="val 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40" name="Google Shape;640;p49"/>
          <p:cNvSpPr txBox="1">
            <a:spLocks noGrp="1"/>
          </p:cNvSpPr>
          <p:nvPr>
            <p:ph type="title"/>
          </p:nvPr>
        </p:nvSpPr>
        <p:spPr>
          <a:xfrm>
            <a:off x="527250" y="573807"/>
            <a:ext cx="7717500" cy="576000"/>
          </a:xfrm>
          <a:prstGeom prst="rect">
            <a:avLst/>
          </a:prstGeom>
        </p:spPr>
        <p:txBody>
          <a:bodyPr spcFirstLastPara="1" wrap="square" lIns="91425" tIns="91425" rIns="91425" bIns="91425" anchor="t" anchorCtr="0">
            <a:noAutofit/>
          </a:bodyPr>
          <a:lstStyle/>
          <a:p>
            <a:pPr algn="ctr"/>
            <a:r>
              <a:rPr lang="en-US" sz="3200" dirty="0">
                <a:solidFill>
                  <a:schemeClr val="bg1"/>
                </a:solidFill>
                <a:latin typeface="Montserrat" panose="00000500000000000000" pitchFamily="2" charset="0"/>
              </a:rPr>
              <a:t>Design Development</a:t>
            </a:r>
            <a:endParaRPr lang="en-IN" sz="3200" dirty="0">
              <a:solidFill>
                <a:schemeClr val="bg1"/>
              </a:solidFill>
              <a:latin typeface="Montserrat" panose="00000500000000000000" pitchFamily="2" charset="0"/>
            </a:endParaRPr>
          </a:p>
        </p:txBody>
      </p:sp>
      <p:sp>
        <p:nvSpPr>
          <p:cNvPr id="641" name="Google Shape;641;p49"/>
          <p:cNvSpPr txBox="1">
            <a:spLocks noGrp="1"/>
          </p:cNvSpPr>
          <p:nvPr>
            <p:ph type="subTitle" idx="1"/>
          </p:nvPr>
        </p:nvSpPr>
        <p:spPr>
          <a:xfrm>
            <a:off x="797824" y="1503451"/>
            <a:ext cx="6528009" cy="3056458"/>
          </a:xfrm>
          <a:prstGeom prst="rect">
            <a:avLst/>
          </a:prstGeom>
        </p:spPr>
        <p:txBody>
          <a:bodyPr spcFirstLastPara="1" wrap="square" lIns="91425" tIns="91425" rIns="91425" bIns="91425" anchor="b" anchorCtr="0">
            <a:noAutofit/>
          </a:bodyPr>
          <a:lstStyle/>
          <a:p>
            <a:pPr marL="342900" lvl="0" indent="-342900" algn="l" rtl="0">
              <a:lnSpc>
                <a:spcPct val="150000"/>
              </a:lnSpc>
              <a:spcBef>
                <a:spcPts val="0"/>
              </a:spcBef>
              <a:spcAft>
                <a:spcPts val="0"/>
              </a:spcAft>
              <a:buFont typeface="Arial" panose="020B0604020202020204" pitchFamily="34" charset="0"/>
              <a:buChar char="•"/>
            </a:pPr>
            <a:r>
              <a:rPr lang="en" sz="1600" b="0" dirty="0">
                <a:latin typeface="SF Pro Text" panose="00000500000000000000" pitchFamily="2" charset="0"/>
                <a:ea typeface="SF Pro Text" panose="00000500000000000000" pitchFamily="2" charset="0"/>
              </a:rPr>
              <a:t>Safety and comfort</a:t>
            </a:r>
          </a:p>
          <a:p>
            <a:pPr marL="342900" indent="-342900" algn="l">
              <a:lnSpc>
                <a:spcPct val="150000"/>
              </a:lnSpc>
              <a:buFont typeface="Arial" panose="020B0604020202020204" pitchFamily="34" charset="0"/>
              <a:buChar char="•"/>
            </a:pPr>
            <a:r>
              <a:rPr lang="en-US" sz="1600" b="0" dirty="0">
                <a:latin typeface="SF Pro Text" panose="00000500000000000000" pitchFamily="2" charset="0"/>
                <a:ea typeface="SF Pro Text" panose="00000500000000000000" pitchFamily="2" charset="0"/>
              </a:rPr>
              <a:t>Standardization as per industry </a:t>
            </a:r>
            <a:endParaRPr lang="en" sz="1600" b="0" dirty="0">
              <a:latin typeface="SF Pro Text" panose="00000500000000000000" pitchFamily="2" charset="0"/>
              <a:ea typeface="SF Pro Text" panose="00000500000000000000" pitchFamily="2" charset="0"/>
            </a:endParaRPr>
          </a:p>
          <a:p>
            <a:pPr marL="285750" indent="-285750" algn="l">
              <a:lnSpc>
                <a:spcPct val="150000"/>
              </a:lnSpc>
              <a:buFont typeface="Arial" panose="020B0604020202020204" pitchFamily="34" charset="0"/>
              <a:buChar char="•"/>
            </a:pPr>
            <a:r>
              <a:rPr lang="en-US" sz="1600" b="0" dirty="0">
                <a:latin typeface="SF Pro Text" panose="00000500000000000000" pitchFamily="2" charset="0"/>
                <a:ea typeface="SF Pro Text" panose="00000500000000000000" pitchFamily="2" charset="0"/>
              </a:rPr>
              <a:t> Maneuverability (easy to move and direct)</a:t>
            </a:r>
          </a:p>
          <a:p>
            <a:pPr marL="285750" indent="-285750" algn="l">
              <a:lnSpc>
                <a:spcPct val="150000"/>
              </a:lnSpc>
              <a:buFont typeface="Arial" panose="020B0604020202020204" pitchFamily="34" charset="0"/>
              <a:buChar char="•"/>
            </a:pPr>
            <a:r>
              <a:rPr lang="en-US" sz="1600" b="0" dirty="0">
                <a:latin typeface="SF Pro Text" panose="00000500000000000000" pitchFamily="2" charset="0"/>
                <a:ea typeface="SF Pro Text" panose="00000500000000000000" pitchFamily="2" charset="0"/>
              </a:rPr>
              <a:t> Power </a:t>
            </a:r>
            <a:r>
              <a:rPr lang="en-US" sz="1600" b="0" dirty="0">
                <a:solidFill>
                  <a:srgbClr val="1B667A"/>
                </a:solidFill>
                <a:latin typeface="SF Pro Text" panose="00000500000000000000" pitchFamily="2" charset="0"/>
                <a:ea typeface="SF Pro Text" panose="00000500000000000000" pitchFamily="2" charset="0"/>
              </a:rPr>
              <a:t>and</a:t>
            </a:r>
            <a:r>
              <a:rPr lang="en-US" sz="1600" b="0" dirty="0">
                <a:latin typeface="SF Pro Text" panose="00000500000000000000" pitchFamily="2" charset="0"/>
                <a:ea typeface="SF Pro Text" panose="00000500000000000000" pitchFamily="2" charset="0"/>
              </a:rPr>
              <a:t> performance </a:t>
            </a:r>
          </a:p>
          <a:p>
            <a:pPr marL="285750" indent="-285750" algn="l">
              <a:lnSpc>
                <a:spcPct val="150000"/>
              </a:lnSpc>
              <a:buFont typeface="Arial" panose="020B0604020202020204" pitchFamily="34" charset="0"/>
              <a:buChar char="•"/>
            </a:pPr>
            <a:r>
              <a:rPr lang="en-US" sz="1600" b="0" dirty="0">
                <a:latin typeface="SF Pro Text" panose="00000500000000000000" pitchFamily="2" charset="0"/>
                <a:ea typeface="SF Pro Text" panose="00000500000000000000" pitchFamily="2" charset="0"/>
              </a:rPr>
              <a:t> High quality cost ratio  </a:t>
            </a:r>
          </a:p>
          <a:p>
            <a:pPr marL="285750" indent="-285750" algn="l">
              <a:lnSpc>
                <a:spcPct val="150000"/>
              </a:lnSpc>
              <a:buFont typeface="Arial" panose="020B0604020202020204" pitchFamily="34" charset="0"/>
              <a:buChar char="•"/>
            </a:pPr>
            <a:r>
              <a:rPr lang="en-US" sz="1600" b="0" dirty="0">
                <a:latin typeface="SF Pro Text" panose="00000500000000000000" pitchFamily="2" charset="0"/>
                <a:ea typeface="SF Pro Text" panose="00000500000000000000" pitchFamily="2" charset="0"/>
              </a:rPr>
              <a:t> Safe engineering practices  </a:t>
            </a:r>
          </a:p>
          <a:p>
            <a:pPr marL="285750" indent="-285750" algn="l">
              <a:lnSpc>
                <a:spcPct val="150000"/>
              </a:lnSpc>
              <a:buFont typeface="Arial" panose="020B0604020202020204" pitchFamily="34" charset="0"/>
              <a:buChar char="•"/>
            </a:pPr>
            <a:r>
              <a:rPr lang="en-US" sz="1600" b="0" dirty="0">
                <a:latin typeface="SF Pro Text" panose="00000500000000000000" pitchFamily="2" charset="0"/>
                <a:ea typeface="SF Pro Text" panose="00000500000000000000" pitchFamily="2" charset="0"/>
              </a:rPr>
              <a:t> Stability and long product life</a:t>
            </a:r>
          </a:p>
          <a:p>
            <a:pPr marL="0" lvl="0" indent="0" algn="l" rtl="0">
              <a:lnSpc>
                <a:spcPct val="150000"/>
              </a:lnSpc>
              <a:spcBef>
                <a:spcPts val="0"/>
              </a:spcBef>
              <a:spcAft>
                <a:spcPts val="0"/>
              </a:spcAft>
              <a:buNone/>
            </a:pPr>
            <a:endParaRPr sz="1800" b="0" dirty="0"/>
          </a:p>
        </p:txBody>
      </p:sp>
      <p:grpSp>
        <p:nvGrpSpPr>
          <p:cNvPr id="33" name="Google Shape;595;p48">
            <a:extLst>
              <a:ext uri="{FF2B5EF4-FFF2-40B4-BE49-F238E27FC236}">
                <a16:creationId xmlns:a16="http://schemas.microsoft.com/office/drawing/2014/main" id="{41BEB003-24E9-D4EB-314B-D3F308B017E7}"/>
              </a:ext>
            </a:extLst>
          </p:cNvPr>
          <p:cNvGrpSpPr/>
          <p:nvPr/>
        </p:nvGrpSpPr>
        <p:grpSpPr>
          <a:xfrm>
            <a:off x="5778184" y="3889059"/>
            <a:ext cx="2769770" cy="1390579"/>
            <a:chOff x="-481288" y="2237993"/>
            <a:chExt cx="5439455" cy="2905513"/>
          </a:xfrm>
        </p:grpSpPr>
        <p:sp>
          <p:nvSpPr>
            <p:cNvPr id="34" name="Google Shape;596;p48">
              <a:extLst>
                <a:ext uri="{FF2B5EF4-FFF2-40B4-BE49-F238E27FC236}">
                  <a16:creationId xmlns:a16="http://schemas.microsoft.com/office/drawing/2014/main" id="{EB4CC8B7-E948-72C8-D114-60F20CAD3380}"/>
                </a:ext>
              </a:extLst>
            </p:cNvPr>
            <p:cNvSpPr/>
            <p:nvPr/>
          </p:nvSpPr>
          <p:spPr>
            <a:xfrm flipH="1">
              <a:off x="-481288" y="2237993"/>
              <a:ext cx="5439455" cy="2905430"/>
            </a:xfrm>
            <a:custGeom>
              <a:avLst/>
              <a:gdLst/>
              <a:ahLst/>
              <a:cxnLst/>
              <a:rect l="l" t="t" r="r" b="b"/>
              <a:pathLst>
                <a:path w="92081" h="40314" extrusionOk="0">
                  <a:moveTo>
                    <a:pt x="52634" y="0"/>
                  </a:moveTo>
                  <a:cubicBezTo>
                    <a:pt x="52308" y="0"/>
                    <a:pt x="51980" y="13"/>
                    <a:pt x="51651" y="40"/>
                  </a:cubicBezTo>
                  <a:cubicBezTo>
                    <a:pt x="47192" y="409"/>
                    <a:pt x="43414" y="3356"/>
                    <a:pt x="40047" y="6305"/>
                  </a:cubicBezTo>
                  <a:cubicBezTo>
                    <a:pt x="36680" y="9252"/>
                    <a:pt x="33221" y="12438"/>
                    <a:pt x="28869" y="13475"/>
                  </a:cubicBezTo>
                  <a:cubicBezTo>
                    <a:pt x="25617" y="14250"/>
                    <a:pt x="22193" y="13734"/>
                    <a:pt x="18884" y="14199"/>
                  </a:cubicBezTo>
                  <a:cubicBezTo>
                    <a:pt x="13402" y="14969"/>
                    <a:pt x="0" y="24616"/>
                    <a:pt x="6085" y="40112"/>
                  </a:cubicBezTo>
                  <a:lnTo>
                    <a:pt x="81132" y="40282"/>
                  </a:lnTo>
                  <a:cubicBezTo>
                    <a:pt x="81361" y="40303"/>
                    <a:pt x="81583" y="40314"/>
                    <a:pt x="81800" y="40314"/>
                  </a:cubicBezTo>
                  <a:cubicBezTo>
                    <a:pt x="92080" y="40314"/>
                    <a:pt x="89563" y="16777"/>
                    <a:pt x="87839" y="12668"/>
                  </a:cubicBezTo>
                  <a:cubicBezTo>
                    <a:pt x="86081" y="8473"/>
                    <a:pt x="82744" y="4685"/>
                    <a:pt x="78338" y="3554"/>
                  </a:cubicBezTo>
                  <a:cubicBezTo>
                    <a:pt x="77072" y="3230"/>
                    <a:pt x="75782" y="3133"/>
                    <a:pt x="74479" y="3133"/>
                  </a:cubicBezTo>
                  <a:cubicBezTo>
                    <a:pt x="72576" y="3133"/>
                    <a:pt x="70646" y="3339"/>
                    <a:pt x="68733" y="3339"/>
                  </a:cubicBezTo>
                  <a:cubicBezTo>
                    <a:pt x="68051" y="3339"/>
                    <a:pt x="67371" y="3313"/>
                    <a:pt x="66695" y="3242"/>
                  </a:cubicBezTo>
                  <a:cubicBezTo>
                    <a:pt x="61897" y="2739"/>
                    <a:pt x="57402" y="0"/>
                    <a:pt x="5263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5" name="Google Shape;597;p48">
              <a:extLst>
                <a:ext uri="{FF2B5EF4-FFF2-40B4-BE49-F238E27FC236}">
                  <a16:creationId xmlns:a16="http://schemas.microsoft.com/office/drawing/2014/main" id="{637051B8-0F47-1D13-3D9C-9B668FD7C68A}"/>
                </a:ext>
              </a:extLst>
            </p:cNvPr>
            <p:cNvSpPr/>
            <p:nvPr/>
          </p:nvSpPr>
          <p:spPr>
            <a:xfrm flipH="1">
              <a:off x="-330472" y="2925914"/>
              <a:ext cx="5002279" cy="2217592"/>
            </a:xfrm>
            <a:custGeom>
              <a:avLst/>
              <a:gdLst/>
              <a:ahLst/>
              <a:cxnLst/>
              <a:rect l="l" t="t" r="r" b="b"/>
              <a:pathLst>
                <a:path w="80471" h="32195" extrusionOk="0">
                  <a:moveTo>
                    <a:pt x="47487" y="1"/>
                  </a:moveTo>
                  <a:cubicBezTo>
                    <a:pt x="43320" y="1"/>
                    <a:pt x="39414" y="2827"/>
                    <a:pt x="36193" y="5678"/>
                  </a:cubicBezTo>
                  <a:cubicBezTo>
                    <a:pt x="32550" y="8904"/>
                    <a:pt x="28659" y="12549"/>
                    <a:pt x="23801" y="12820"/>
                  </a:cubicBezTo>
                  <a:cubicBezTo>
                    <a:pt x="23603" y="12831"/>
                    <a:pt x="23405" y="12837"/>
                    <a:pt x="23208" y="12837"/>
                  </a:cubicBezTo>
                  <a:cubicBezTo>
                    <a:pt x="20202" y="12837"/>
                    <a:pt x="17266" y="11633"/>
                    <a:pt x="14247" y="11611"/>
                  </a:cubicBezTo>
                  <a:cubicBezTo>
                    <a:pt x="14221" y="11610"/>
                    <a:pt x="14196" y="11610"/>
                    <a:pt x="14170" y="11610"/>
                  </a:cubicBezTo>
                  <a:cubicBezTo>
                    <a:pt x="9546" y="11610"/>
                    <a:pt x="5189" y="14522"/>
                    <a:pt x="2843" y="18510"/>
                  </a:cubicBezTo>
                  <a:cubicBezTo>
                    <a:pt x="483" y="22521"/>
                    <a:pt x="1" y="27451"/>
                    <a:pt x="847" y="32025"/>
                  </a:cubicBezTo>
                  <a:lnTo>
                    <a:pt x="75894" y="32195"/>
                  </a:lnTo>
                  <a:cubicBezTo>
                    <a:pt x="80471" y="29741"/>
                    <a:pt x="79104" y="20847"/>
                    <a:pt x="78484" y="15147"/>
                  </a:cubicBezTo>
                  <a:cubicBezTo>
                    <a:pt x="77863" y="9446"/>
                    <a:pt x="74407" y="3185"/>
                    <a:pt x="68697" y="2665"/>
                  </a:cubicBezTo>
                  <a:cubicBezTo>
                    <a:pt x="68430" y="2640"/>
                    <a:pt x="68164" y="2629"/>
                    <a:pt x="67898" y="2629"/>
                  </a:cubicBezTo>
                  <a:cubicBezTo>
                    <a:pt x="65148" y="2629"/>
                    <a:pt x="62428" y="3814"/>
                    <a:pt x="59686" y="3814"/>
                  </a:cubicBezTo>
                  <a:cubicBezTo>
                    <a:pt x="59345" y="3814"/>
                    <a:pt x="59004" y="3796"/>
                    <a:pt x="58663" y="3754"/>
                  </a:cubicBezTo>
                  <a:cubicBezTo>
                    <a:pt x="55277" y="3347"/>
                    <a:pt x="52491" y="781"/>
                    <a:pt x="49140" y="153"/>
                  </a:cubicBezTo>
                  <a:cubicBezTo>
                    <a:pt x="48585" y="49"/>
                    <a:pt x="48034" y="1"/>
                    <a:pt x="4748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36" name="Google Shape;620;p48">
            <a:extLst>
              <a:ext uri="{FF2B5EF4-FFF2-40B4-BE49-F238E27FC236}">
                <a16:creationId xmlns:a16="http://schemas.microsoft.com/office/drawing/2014/main" id="{117ECFA3-74D4-7F7D-AF6E-43331CC7A102}"/>
              </a:ext>
            </a:extLst>
          </p:cNvPr>
          <p:cNvGrpSpPr/>
          <p:nvPr/>
        </p:nvGrpSpPr>
        <p:grpSpPr>
          <a:xfrm>
            <a:off x="6208419" y="2932702"/>
            <a:ext cx="1745737" cy="1983173"/>
            <a:chOff x="3598805" y="2812602"/>
            <a:chExt cx="1745737" cy="1983173"/>
          </a:xfrm>
        </p:grpSpPr>
        <p:sp>
          <p:nvSpPr>
            <p:cNvPr id="37" name="Google Shape;621;p48">
              <a:extLst>
                <a:ext uri="{FF2B5EF4-FFF2-40B4-BE49-F238E27FC236}">
                  <a16:creationId xmlns:a16="http://schemas.microsoft.com/office/drawing/2014/main" id="{937D7A60-FB08-BE28-52A9-5CDD6C0411C1}"/>
                </a:ext>
              </a:extLst>
            </p:cNvPr>
            <p:cNvSpPr/>
            <p:nvPr/>
          </p:nvSpPr>
          <p:spPr>
            <a:xfrm>
              <a:off x="4487641" y="2812602"/>
              <a:ext cx="147863" cy="1983160"/>
            </a:xfrm>
            <a:custGeom>
              <a:avLst/>
              <a:gdLst/>
              <a:ahLst/>
              <a:cxnLst/>
              <a:rect l="l" t="t" r="r" b="b"/>
              <a:pathLst>
                <a:path w="2635" h="35341" extrusionOk="0">
                  <a:moveTo>
                    <a:pt x="1" y="0"/>
                  </a:moveTo>
                  <a:lnTo>
                    <a:pt x="1" y="35341"/>
                  </a:lnTo>
                  <a:lnTo>
                    <a:pt x="2634" y="35341"/>
                  </a:lnTo>
                  <a:lnTo>
                    <a:pt x="2634" y="6697"/>
                  </a:lnTo>
                  <a:cubicBezTo>
                    <a:pt x="1038" y="5067"/>
                    <a:pt x="22" y="2674"/>
                    <a:pt x="1" y="0"/>
                  </a:cubicBezTo>
                  <a:close/>
                </a:path>
              </a:pathLst>
            </a:custGeom>
            <a:gradFill>
              <a:gsLst>
                <a:gs pos="0">
                  <a:schemeClr val="accent1"/>
                </a:gs>
                <a:gs pos="100000">
                  <a:schemeClr val="lt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8" name="Google Shape;622;p48">
              <a:extLst>
                <a:ext uri="{FF2B5EF4-FFF2-40B4-BE49-F238E27FC236}">
                  <a16:creationId xmlns:a16="http://schemas.microsoft.com/office/drawing/2014/main" id="{5B619768-5C28-7F01-3963-50959B6856BC}"/>
                </a:ext>
              </a:extLst>
            </p:cNvPr>
            <p:cNvSpPr/>
            <p:nvPr/>
          </p:nvSpPr>
          <p:spPr>
            <a:xfrm>
              <a:off x="5196679" y="2812602"/>
              <a:ext cx="147863" cy="1983160"/>
            </a:xfrm>
            <a:custGeom>
              <a:avLst/>
              <a:gdLst/>
              <a:ahLst/>
              <a:cxnLst/>
              <a:rect l="l" t="t" r="r" b="b"/>
              <a:pathLst>
                <a:path w="2635" h="35341" extrusionOk="0">
                  <a:moveTo>
                    <a:pt x="2634" y="0"/>
                  </a:moveTo>
                  <a:cubicBezTo>
                    <a:pt x="2613" y="2674"/>
                    <a:pt x="1597" y="5067"/>
                    <a:pt x="1" y="6697"/>
                  </a:cubicBezTo>
                  <a:lnTo>
                    <a:pt x="1" y="35341"/>
                  </a:lnTo>
                  <a:lnTo>
                    <a:pt x="2634" y="35341"/>
                  </a:lnTo>
                  <a:lnTo>
                    <a:pt x="2634" y="0"/>
                  </a:lnTo>
                  <a:close/>
                </a:path>
              </a:pathLst>
            </a:custGeom>
            <a:gradFill>
              <a:gsLst>
                <a:gs pos="0">
                  <a:schemeClr val="accent1"/>
                </a:gs>
                <a:gs pos="100000">
                  <a:schemeClr val="lt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9" name="Google Shape;623;p48">
              <a:extLst>
                <a:ext uri="{FF2B5EF4-FFF2-40B4-BE49-F238E27FC236}">
                  <a16:creationId xmlns:a16="http://schemas.microsoft.com/office/drawing/2014/main" id="{E64EA08F-CFF2-97CD-27A6-1BF5DAE93A8D}"/>
                </a:ext>
              </a:extLst>
            </p:cNvPr>
            <p:cNvSpPr/>
            <p:nvPr/>
          </p:nvSpPr>
          <p:spPr>
            <a:xfrm>
              <a:off x="4635453" y="3188474"/>
              <a:ext cx="561262" cy="1607302"/>
            </a:xfrm>
            <a:custGeom>
              <a:avLst/>
              <a:gdLst/>
              <a:ahLst/>
              <a:cxnLst/>
              <a:rect l="l" t="t" r="r" b="b"/>
              <a:pathLst>
                <a:path w="10002" h="28643" extrusionOk="0">
                  <a:moveTo>
                    <a:pt x="0" y="0"/>
                  </a:moveTo>
                  <a:lnTo>
                    <a:pt x="0" y="28643"/>
                  </a:lnTo>
                  <a:lnTo>
                    <a:pt x="10002" y="28643"/>
                  </a:lnTo>
                  <a:lnTo>
                    <a:pt x="10002" y="0"/>
                  </a:lnTo>
                  <a:cubicBezTo>
                    <a:pt x="8662" y="1371"/>
                    <a:pt x="6913" y="2198"/>
                    <a:pt x="5001" y="2198"/>
                  </a:cubicBezTo>
                  <a:cubicBezTo>
                    <a:pt x="3089" y="2198"/>
                    <a:pt x="1340" y="1371"/>
                    <a:pt x="0" y="0"/>
                  </a:cubicBez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0" name="Google Shape;624;p48">
              <a:extLst>
                <a:ext uri="{FF2B5EF4-FFF2-40B4-BE49-F238E27FC236}">
                  <a16:creationId xmlns:a16="http://schemas.microsoft.com/office/drawing/2014/main" id="{9AFF419D-BFA2-6DF1-B73B-CC0A13BC9B8B}"/>
                </a:ext>
              </a:extLst>
            </p:cNvPr>
            <p:cNvSpPr/>
            <p:nvPr/>
          </p:nvSpPr>
          <p:spPr>
            <a:xfrm>
              <a:off x="4487641" y="2812602"/>
              <a:ext cx="856876" cy="499255"/>
            </a:xfrm>
            <a:custGeom>
              <a:avLst/>
              <a:gdLst/>
              <a:ahLst/>
              <a:cxnLst/>
              <a:rect l="l" t="t" r="r" b="b"/>
              <a:pathLst>
                <a:path w="15270" h="8897" extrusionOk="0">
                  <a:moveTo>
                    <a:pt x="1" y="0"/>
                  </a:moveTo>
                  <a:cubicBezTo>
                    <a:pt x="22" y="2674"/>
                    <a:pt x="1038" y="5067"/>
                    <a:pt x="2634" y="6697"/>
                  </a:cubicBezTo>
                  <a:lnTo>
                    <a:pt x="2634" y="6698"/>
                  </a:lnTo>
                  <a:cubicBezTo>
                    <a:pt x="3974" y="8069"/>
                    <a:pt x="5723" y="8896"/>
                    <a:pt x="7635" y="8896"/>
                  </a:cubicBezTo>
                  <a:cubicBezTo>
                    <a:pt x="9547" y="8896"/>
                    <a:pt x="11296" y="8069"/>
                    <a:pt x="12636" y="6698"/>
                  </a:cubicBezTo>
                  <a:lnTo>
                    <a:pt x="12636" y="6697"/>
                  </a:lnTo>
                  <a:cubicBezTo>
                    <a:pt x="14232" y="5067"/>
                    <a:pt x="15247" y="2674"/>
                    <a:pt x="1526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 name="Google Shape;625;p48">
              <a:extLst>
                <a:ext uri="{FF2B5EF4-FFF2-40B4-BE49-F238E27FC236}">
                  <a16:creationId xmlns:a16="http://schemas.microsoft.com/office/drawing/2014/main" id="{186D9026-17CD-BEEA-BA13-723407946ABA}"/>
                </a:ext>
              </a:extLst>
            </p:cNvPr>
            <p:cNvSpPr/>
            <p:nvPr/>
          </p:nvSpPr>
          <p:spPr>
            <a:xfrm>
              <a:off x="4674399" y="3356881"/>
              <a:ext cx="497347" cy="1349454"/>
            </a:xfrm>
            <a:custGeom>
              <a:avLst/>
              <a:gdLst/>
              <a:ahLst/>
              <a:cxnLst/>
              <a:rect l="l" t="t" r="r" b="b"/>
              <a:pathLst>
                <a:path w="8863" h="24048" extrusionOk="0">
                  <a:moveTo>
                    <a:pt x="212" y="0"/>
                  </a:moveTo>
                  <a:cubicBezTo>
                    <a:pt x="95" y="0"/>
                    <a:pt x="0" y="96"/>
                    <a:pt x="0" y="212"/>
                  </a:cubicBezTo>
                  <a:lnTo>
                    <a:pt x="0" y="23835"/>
                  </a:lnTo>
                  <a:cubicBezTo>
                    <a:pt x="0" y="23951"/>
                    <a:pt x="95" y="24047"/>
                    <a:pt x="212" y="24047"/>
                  </a:cubicBezTo>
                  <a:lnTo>
                    <a:pt x="8651" y="24047"/>
                  </a:lnTo>
                  <a:cubicBezTo>
                    <a:pt x="8768" y="24047"/>
                    <a:pt x="8863" y="23951"/>
                    <a:pt x="8863" y="23835"/>
                  </a:cubicBezTo>
                  <a:lnTo>
                    <a:pt x="8863" y="212"/>
                  </a:lnTo>
                  <a:cubicBezTo>
                    <a:pt x="8863" y="96"/>
                    <a:pt x="8768" y="0"/>
                    <a:pt x="865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42" name="Google Shape;626;p48">
              <a:extLst>
                <a:ext uri="{FF2B5EF4-FFF2-40B4-BE49-F238E27FC236}">
                  <a16:creationId xmlns:a16="http://schemas.microsoft.com/office/drawing/2014/main" id="{4712AAFE-C88B-3DBF-42F0-DAC9A14003F3}"/>
                </a:ext>
              </a:extLst>
            </p:cNvPr>
            <p:cNvGrpSpPr/>
            <p:nvPr/>
          </p:nvGrpSpPr>
          <p:grpSpPr>
            <a:xfrm rot="10800000" flipH="1">
              <a:off x="3598805" y="3143917"/>
              <a:ext cx="888880" cy="1364241"/>
              <a:chOff x="3332074" y="2292717"/>
              <a:chExt cx="888880" cy="1364241"/>
            </a:xfrm>
          </p:grpSpPr>
          <p:sp>
            <p:nvSpPr>
              <p:cNvPr id="46" name="Google Shape;627;p48">
                <a:extLst>
                  <a:ext uri="{FF2B5EF4-FFF2-40B4-BE49-F238E27FC236}">
                    <a16:creationId xmlns:a16="http://schemas.microsoft.com/office/drawing/2014/main" id="{D4F2184F-43DD-AF9F-04CC-9A5052298C8C}"/>
                  </a:ext>
                </a:extLst>
              </p:cNvPr>
              <p:cNvSpPr/>
              <p:nvPr/>
            </p:nvSpPr>
            <p:spPr>
              <a:xfrm>
                <a:off x="3417652" y="2438397"/>
                <a:ext cx="803302" cy="1218561"/>
              </a:xfrm>
              <a:custGeom>
                <a:avLst/>
                <a:gdLst/>
                <a:ahLst/>
                <a:cxnLst/>
                <a:rect l="l" t="t" r="r" b="b"/>
                <a:pathLst>
                  <a:path w="14315" h="21715" extrusionOk="0">
                    <a:moveTo>
                      <a:pt x="9047" y="1"/>
                    </a:moveTo>
                    <a:cubicBezTo>
                      <a:pt x="7239" y="1"/>
                      <a:pt x="5768" y="1472"/>
                      <a:pt x="5768" y="3280"/>
                    </a:cubicBezTo>
                    <a:lnTo>
                      <a:pt x="5768" y="18435"/>
                    </a:lnTo>
                    <a:cubicBezTo>
                      <a:pt x="5768" y="19807"/>
                      <a:pt x="4651" y="20921"/>
                      <a:pt x="3281" y="20921"/>
                    </a:cubicBezTo>
                    <a:cubicBezTo>
                      <a:pt x="1909" y="20921"/>
                      <a:pt x="792" y="19807"/>
                      <a:pt x="792" y="18435"/>
                    </a:cubicBezTo>
                    <a:lnTo>
                      <a:pt x="792" y="2772"/>
                    </a:lnTo>
                    <a:cubicBezTo>
                      <a:pt x="792" y="2555"/>
                      <a:pt x="617" y="2377"/>
                      <a:pt x="396" y="2377"/>
                    </a:cubicBezTo>
                    <a:cubicBezTo>
                      <a:pt x="179" y="2377"/>
                      <a:pt x="1" y="2555"/>
                      <a:pt x="1" y="2772"/>
                    </a:cubicBezTo>
                    <a:lnTo>
                      <a:pt x="1" y="18435"/>
                    </a:lnTo>
                    <a:cubicBezTo>
                      <a:pt x="1" y="20243"/>
                      <a:pt x="1472" y="21714"/>
                      <a:pt x="3281" y="21714"/>
                    </a:cubicBezTo>
                    <a:cubicBezTo>
                      <a:pt x="5089" y="21714"/>
                      <a:pt x="6561" y="20243"/>
                      <a:pt x="6561" y="18435"/>
                    </a:cubicBezTo>
                    <a:lnTo>
                      <a:pt x="6561" y="3280"/>
                    </a:lnTo>
                    <a:cubicBezTo>
                      <a:pt x="6561" y="1909"/>
                      <a:pt x="7674" y="792"/>
                      <a:pt x="9047" y="792"/>
                    </a:cubicBezTo>
                    <a:cubicBezTo>
                      <a:pt x="10418" y="792"/>
                      <a:pt x="11533" y="1909"/>
                      <a:pt x="11533" y="3280"/>
                    </a:cubicBezTo>
                    <a:lnTo>
                      <a:pt x="11533" y="11690"/>
                    </a:lnTo>
                    <a:cubicBezTo>
                      <a:pt x="11533" y="12961"/>
                      <a:pt x="12569" y="14018"/>
                      <a:pt x="13840" y="14046"/>
                    </a:cubicBezTo>
                    <a:lnTo>
                      <a:pt x="14305" y="14057"/>
                    </a:lnTo>
                    <a:lnTo>
                      <a:pt x="14315" y="14057"/>
                    </a:lnTo>
                    <a:lnTo>
                      <a:pt x="14315" y="13266"/>
                    </a:lnTo>
                    <a:lnTo>
                      <a:pt x="13857" y="13253"/>
                    </a:lnTo>
                    <a:cubicBezTo>
                      <a:pt x="13012" y="13236"/>
                      <a:pt x="12325" y="12534"/>
                      <a:pt x="12325" y="11690"/>
                    </a:cubicBezTo>
                    <a:lnTo>
                      <a:pt x="12325" y="3280"/>
                    </a:lnTo>
                    <a:cubicBezTo>
                      <a:pt x="12325" y="1472"/>
                      <a:pt x="10853" y="1"/>
                      <a:pt x="9047" y="1"/>
                    </a:cubicBezTo>
                    <a:close/>
                  </a:path>
                </a:pathLst>
              </a:custGeom>
              <a:gradFill>
                <a:gsLst>
                  <a:gs pos="0">
                    <a:schemeClr val="lt1"/>
                  </a:gs>
                  <a:gs pos="100000">
                    <a:schemeClr val="dk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7" name="Google Shape;628;p48">
                <a:extLst>
                  <a:ext uri="{FF2B5EF4-FFF2-40B4-BE49-F238E27FC236}">
                    <a16:creationId xmlns:a16="http://schemas.microsoft.com/office/drawing/2014/main" id="{524D2730-A4E2-12EB-B510-3FF2828AA94D}"/>
                  </a:ext>
                </a:extLst>
              </p:cNvPr>
              <p:cNvSpPr/>
              <p:nvPr/>
            </p:nvSpPr>
            <p:spPr>
              <a:xfrm>
                <a:off x="3332074" y="2292717"/>
                <a:ext cx="215710" cy="391073"/>
              </a:xfrm>
              <a:custGeom>
                <a:avLst/>
                <a:gdLst/>
                <a:ahLst/>
                <a:cxnLst/>
                <a:rect l="l" t="t" r="r" b="b"/>
                <a:pathLst>
                  <a:path w="3844" h="6969" extrusionOk="0">
                    <a:moveTo>
                      <a:pt x="586" y="0"/>
                    </a:moveTo>
                    <a:cubicBezTo>
                      <a:pt x="262" y="0"/>
                      <a:pt x="0" y="349"/>
                      <a:pt x="0" y="782"/>
                    </a:cubicBezTo>
                    <a:lnTo>
                      <a:pt x="0" y="2170"/>
                    </a:lnTo>
                    <a:cubicBezTo>
                      <a:pt x="0" y="2353"/>
                      <a:pt x="49" y="2530"/>
                      <a:pt x="136" y="2670"/>
                    </a:cubicBezTo>
                    <a:lnTo>
                      <a:pt x="826" y="3775"/>
                    </a:lnTo>
                    <a:cubicBezTo>
                      <a:pt x="914" y="3917"/>
                      <a:pt x="962" y="4093"/>
                      <a:pt x="962" y="4276"/>
                    </a:cubicBezTo>
                    <a:lnTo>
                      <a:pt x="962" y="6187"/>
                    </a:lnTo>
                    <a:cubicBezTo>
                      <a:pt x="962" y="6619"/>
                      <a:pt x="1223" y="6968"/>
                      <a:pt x="1545" y="6968"/>
                    </a:cubicBezTo>
                    <a:lnTo>
                      <a:pt x="2300" y="6968"/>
                    </a:lnTo>
                    <a:cubicBezTo>
                      <a:pt x="2622" y="6968"/>
                      <a:pt x="2884" y="6619"/>
                      <a:pt x="2884" y="6187"/>
                    </a:cubicBezTo>
                    <a:lnTo>
                      <a:pt x="2884" y="4276"/>
                    </a:lnTo>
                    <a:cubicBezTo>
                      <a:pt x="2884" y="4093"/>
                      <a:pt x="2932" y="3917"/>
                      <a:pt x="3020" y="3775"/>
                    </a:cubicBezTo>
                    <a:lnTo>
                      <a:pt x="3709" y="2670"/>
                    </a:lnTo>
                    <a:cubicBezTo>
                      <a:pt x="3797" y="2530"/>
                      <a:pt x="3844" y="2353"/>
                      <a:pt x="3844" y="2170"/>
                    </a:cubicBezTo>
                    <a:lnTo>
                      <a:pt x="3844" y="782"/>
                    </a:lnTo>
                    <a:cubicBezTo>
                      <a:pt x="3844" y="349"/>
                      <a:pt x="3582" y="0"/>
                      <a:pt x="326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8" name="Google Shape;629;p48">
                <a:extLst>
                  <a:ext uri="{FF2B5EF4-FFF2-40B4-BE49-F238E27FC236}">
                    <a16:creationId xmlns:a16="http://schemas.microsoft.com/office/drawing/2014/main" id="{F94BC739-3907-6544-B03B-A8DA718A892C}"/>
                  </a:ext>
                </a:extLst>
              </p:cNvPr>
              <p:cNvSpPr/>
              <p:nvPr/>
            </p:nvSpPr>
            <p:spPr>
              <a:xfrm>
                <a:off x="3410581" y="2682281"/>
                <a:ext cx="58866" cy="58866"/>
              </a:xfrm>
              <a:custGeom>
                <a:avLst/>
                <a:gdLst/>
                <a:ahLst/>
                <a:cxnLst/>
                <a:rect l="l" t="t" r="r" b="b"/>
                <a:pathLst>
                  <a:path w="1049" h="1049" extrusionOk="0">
                    <a:moveTo>
                      <a:pt x="1" y="1"/>
                    </a:moveTo>
                    <a:lnTo>
                      <a:pt x="1" y="1048"/>
                    </a:lnTo>
                    <a:lnTo>
                      <a:pt x="1048" y="1048"/>
                    </a:lnTo>
                    <a:lnTo>
                      <a:pt x="1048"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9" name="Google Shape;630;p48">
                <a:extLst>
                  <a:ext uri="{FF2B5EF4-FFF2-40B4-BE49-F238E27FC236}">
                    <a16:creationId xmlns:a16="http://schemas.microsoft.com/office/drawing/2014/main" id="{AA5A88CB-3AB9-F9B7-3071-8B1A497074B4}"/>
                  </a:ext>
                </a:extLst>
              </p:cNvPr>
              <p:cNvSpPr/>
              <p:nvPr/>
            </p:nvSpPr>
            <p:spPr>
              <a:xfrm>
                <a:off x="3347787" y="2299114"/>
                <a:ext cx="182546" cy="55555"/>
              </a:xfrm>
              <a:custGeom>
                <a:avLst/>
                <a:gdLst/>
                <a:ahLst/>
                <a:cxnLst/>
                <a:rect l="l" t="t" r="r" b="b"/>
                <a:pathLst>
                  <a:path w="3253" h="990" extrusionOk="0">
                    <a:moveTo>
                      <a:pt x="37" y="1"/>
                    </a:moveTo>
                    <a:cubicBezTo>
                      <a:pt x="16" y="1"/>
                      <a:pt x="0" y="18"/>
                      <a:pt x="0" y="39"/>
                    </a:cubicBezTo>
                    <a:lnTo>
                      <a:pt x="0" y="952"/>
                    </a:lnTo>
                    <a:cubicBezTo>
                      <a:pt x="0" y="973"/>
                      <a:pt x="16" y="990"/>
                      <a:pt x="37" y="990"/>
                    </a:cubicBezTo>
                    <a:lnTo>
                      <a:pt x="3216" y="990"/>
                    </a:lnTo>
                    <a:cubicBezTo>
                      <a:pt x="3236" y="990"/>
                      <a:pt x="3253" y="973"/>
                      <a:pt x="3253" y="952"/>
                    </a:cubicBezTo>
                    <a:lnTo>
                      <a:pt x="3253" y="39"/>
                    </a:lnTo>
                    <a:cubicBezTo>
                      <a:pt x="3253" y="18"/>
                      <a:pt x="3236" y="1"/>
                      <a:pt x="321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43" name="Google Shape;631;p48">
              <a:extLst>
                <a:ext uri="{FF2B5EF4-FFF2-40B4-BE49-F238E27FC236}">
                  <a16:creationId xmlns:a16="http://schemas.microsoft.com/office/drawing/2014/main" id="{E3E18AAF-AE1C-F5EE-0AB9-1CEF610D7243}"/>
                </a:ext>
              </a:extLst>
            </p:cNvPr>
            <p:cNvSpPr/>
            <p:nvPr/>
          </p:nvSpPr>
          <p:spPr>
            <a:xfrm>
              <a:off x="4810707" y="2865240"/>
              <a:ext cx="218736" cy="377542"/>
            </a:xfrm>
            <a:custGeom>
              <a:avLst/>
              <a:gdLst/>
              <a:ahLst/>
              <a:cxnLst/>
              <a:rect l="l" t="t" r="r" b="b"/>
              <a:pathLst>
                <a:path w="3898" h="6728" extrusionOk="0">
                  <a:moveTo>
                    <a:pt x="1" y="1"/>
                  </a:moveTo>
                  <a:lnTo>
                    <a:pt x="774" y="3365"/>
                  </a:lnTo>
                  <a:lnTo>
                    <a:pt x="1949" y="3365"/>
                  </a:lnTo>
                  <a:lnTo>
                    <a:pt x="1708" y="6727"/>
                  </a:lnTo>
                  <a:lnTo>
                    <a:pt x="3898" y="2403"/>
                  </a:lnTo>
                  <a:lnTo>
                    <a:pt x="2510" y="2403"/>
                  </a:lnTo>
                  <a:lnTo>
                    <a:pt x="3898" y="1"/>
                  </a:lnTo>
                  <a:close/>
                </a:path>
              </a:pathLst>
            </a:custGeom>
            <a:gradFill>
              <a:gsLst>
                <a:gs pos="0">
                  <a:schemeClr val="accent2"/>
                </a:gs>
                <a:gs pos="100000">
                  <a:schemeClr val="accent6"/>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4" name="Google Shape;632;p48">
              <a:extLst>
                <a:ext uri="{FF2B5EF4-FFF2-40B4-BE49-F238E27FC236}">
                  <a16:creationId xmlns:a16="http://schemas.microsoft.com/office/drawing/2014/main" id="{2E0A76F5-E09B-B816-633C-59F8D7156D72}"/>
                </a:ext>
              </a:extLst>
            </p:cNvPr>
            <p:cNvSpPr/>
            <p:nvPr/>
          </p:nvSpPr>
          <p:spPr>
            <a:xfrm>
              <a:off x="4721312" y="3671697"/>
              <a:ext cx="397519" cy="694591"/>
            </a:xfrm>
            <a:custGeom>
              <a:avLst/>
              <a:gdLst/>
              <a:ahLst/>
              <a:cxnLst/>
              <a:rect l="l" t="t" r="r" b="b"/>
              <a:pathLst>
                <a:path w="7084" h="12378" extrusionOk="0">
                  <a:moveTo>
                    <a:pt x="1" y="0"/>
                  </a:moveTo>
                  <a:lnTo>
                    <a:pt x="1" y="5285"/>
                  </a:lnTo>
                  <a:lnTo>
                    <a:pt x="7084" y="5285"/>
                  </a:lnTo>
                  <a:lnTo>
                    <a:pt x="7084" y="0"/>
                  </a:lnTo>
                  <a:close/>
                  <a:moveTo>
                    <a:pt x="3470" y="7811"/>
                  </a:moveTo>
                  <a:cubicBezTo>
                    <a:pt x="2701" y="7811"/>
                    <a:pt x="2077" y="8434"/>
                    <a:pt x="2077" y="9203"/>
                  </a:cubicBezTo>
                  <a:cubicBezTo>
                    <a:pt x="2077" y="9972"/>
                    <a:pt x="2701" y="10596"/>
                    <a:pt x="3470" y="10596"/>
                  </a:cubicBezTo>
                  <a:cubicBezTo>
                    <a:pt x="4240" y="10596"/>
                    <a:pt x="4863" y="9972"/>
                    <a:pt x="4863" y="9203"/>
                  </a:cubicBezTo>
                  <a:cubicBezTo>
                    <a:pt x="4863" y="8434"/>
                    <a:pt x="4240" y="7811"/>
                    <a:pt x="3470" y="7811"/>
                  </a:cubicBezTo>
                  <a:close/>
                  <a:moveTo>
                    <a:pt x="3471" y="6878"/>
                  </a:moveTo>
                  <a:cubicBezTo>
                    <a:pt x="4754" y="6878"/>
                    <a:pt x="5796" y="7920"/>
                    <a:pt x="5796" y="9203"/>
                  </a:cubicBezTo>
                  <a:cubicBezTo>
                    <a:pt x="5796" y="10488"/>
                    <a:pt x="4754" y="11528"/>
                    <a:pt x="3471" y="11528"/>
                  </a:cubicBezTo>
                  <a:cubicBezTo>
                    <a:pt x="2186" y="11528"/>
                    <a:pt x="1144" y="10488"/>
                    <a:pt x="1144" y="9203"/>
                  </a:cubicBezTo>
                  <a:cubicBezTo>
                    <a:pt x="1144" y="7920"/>
                    <a:pt x="2186" y="6878"/>
                    <a:pt x="3471" y="6878"/>
                  </a:cubicBezTo>
                  <a:close/>
                  <a:moveTo>
                    <a:pt x="3471" y="6029"/>
                  </a:moveTo>
                  <a:cubicBezTo>
                    <a:pt x="1639" y="6029"/>
                    <a:pt x="155" y="7449"/>
                    <a:pt x="155" y="9203"/>
                  </a:cubicBezTo>
                  <a:cubicBezTo>
                    <a:pt x="155" y="10957"/>
                    <a:pt x="1639" y="12378"/>
                    <a:pt x="3471" y="12378"/>
                  </a:cubicBezTo>
                  <a:cubicBezTo>
                    <a:pt x="5301" y="12378"/>
                    <a:pt x="6786" y="10957"/>
                    <a:pt x="6786" y="9203"/>
                  </a:cubicBezTo>
                  <a:cubicBezTo>
                    <a:pt x="6786" y="7449"/>
                    <a:pt x="5301" y="6029"/>
                    <a:pt x="3471" y="6029"/>
                  </a:cubicBezTo>
                  <a:close/>
                </a:path>
              </a:pathLst>
            </a:custGeom>
            <a:gradFill>
              <a:gsLst>
                <a:gs pos="0">
                  <a:schemeClr val="lt1"/>
                </a:gs>
                <a:gs pos="100000">
                  <a:schemeClr val="dk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5" name="Google Shape;633;p48">
              <a:extLst>
                <a:ext uri="{FF2B5EF4-FFF2-40B4-BE49-F238E27FC236}">
                  <a16:creationId xmlns:a16="http://schemas.microsoft.com/office/drawing/2014/main" id="{B232CFC4-0C47-655A-FB76-41D7A4FE8719}"/>
                </a:ext>
              </a:extLst>
            </p:cNvPr>
            <p:cNvSpPr/>
            <p:nvPr/>
          </p:nvSpPr>
          <p:spPr>
            <a:xfrm>
              <a:off x="4713793" y="3464962"/>
              <a:ext cx="418562" cy="425576"/>
            </a:xfrm>
            <a:custGeom>
              <a:avLst/>
              <a:gdLst/>
              <a:ahLst/>
              <a:cxnLst/>
              <a:rect l="l" t="t" r="r" b="b"/>
              <a:pathLst>
                <a:path w="7459" h="7584" extrusionOk="0">
                  <a:moveTo>
                    <a:pt x="67" y="1"/>
                  </a:moveTo>
                  <a:cubicBezTo>
                    <a:pt x="30" y="1"/>
                    <a:pt x="1" y="30"/>
                    <a:pt x="1" y="67"/>
                  </a:cubicBezTo>
                  <a:lnTo>
                    <a:pt x="1" y="3156"/>
                  </a:lnTo>
                  <a:cubicBezTo>
                    <a:pt x="1" y="3192"/>
                    <a:pt x="30" y="3222"/>
                    <a:pt x="67" y="3222"/>
                  </a:cubicBezTo>
                  <a:lnTo>
                    <a:pt x="7392" y="3222"/>
                  </a:lnTo>
                  <a:cubicBezTo>
                    <a:pt x="7428" y="3222"/>
                    <a:pt x="7458" y="3192"/>
                    <a:pt x="7458" y="3156"/>
                  </a:cubicBezTo>
                  <a:lnTo>
                    <a:pt x="7458" y="67"/>
                  </a:lnTo>
                  <a:cubicBezTo>
                    <a:pt x="7458" y="30"/>
                    <a:pt x="7428" y="1"/>
                    <a:pt x="7392" y="1"/>
                  </a:cubicBezTo>
                  <a:close/>
                  <a:moveTo>
                    <a:pt x="573" y="4196"/>
                  </a:moveTo>
                  <a:cubicBezTo>
                    <a:pt x="562" y="4196"/>
                    <a:pt x="553" y="4206"/>
                    <a:pt x="553" y="4217"/>
                  </a:cubicBezTo>
                  <a:lnTo>
                    <a:pt x="553" y="4722"/>
                  </a:lnTo>
                  <a:cubicBezTo>
                    <a:pt x="553" y="4734"/>
                    <a:pt x="562" y="4743"/>
                    <a:pt x="573" y="4743"/>
                  </a:cubicBezTo>
                  <a:lnTo>
                    <a:pt x="2192" y="4743"/>
                  </a:lnTo>
                  <a:cubicBezTo>
                    <a:pt x="2203" y="4743"/>
                    <a:pt x="2211" y="4734"/>
                    <a:pt x="2211" y="4722"/>
                  </a:cubicBezTo>
                  <a:lnTo>
                    <a:pt x="2211" y="4217"/>
                  </a:lnTo>
                  <a:cubicBezTo>
                    <a:pt x="2211" y="4206"/>
                    <a:pt x="2203" y="4196"/>
                    <a:pt x="2192" y="4196"/>
                  </a:cubicBezTo>
                  <a:close/>
                  <a:moveTo>
                    <a:pt x="2921" y="4196"/>
                  </a:moveTo>
                  <a:cubicBezTo>
                    <a:pt x="2910" y="4196"/>
                    <a:pt x="2900" y="4206"/>
                    <a:pt x="2900" y="4217"/>
                  </a:cubicBezTo>
                  <a:lnTo>
                    <a:pt x="2900" y="4722"/>
                  </a:lnTo>
                  <a:cubicBezTo>
                    <a:pt x="2900" y="4734"/>
                    <a:pt x="2910" y="4743"/>
                    <a:pt x="2921" y="4743"/>
                  </a:cubicBezTo>
                  <a:lnTo>
                    <a:pt x="4538" y="4743"/>
                  </a:lnTo>
                  <a:cubicBezTo>
                    <a:pt x="4549" y="4743"/>
                    <a:pt x="4559" y="4734"/>
                    <a:pt x="4559" y="4722"/>
                  </a:cubicBezTo>
                  <a:lnTo>
                    <a:pt x="4559" y="4217"/>
                  </a:lnTo>
                  <a:cubicBezTo>
                    <a:pt x="4559" y="4206"/>
                    <a:pt x="4549" y="4196"/>
                    <a:pt x="4538" y="4196"/>
                  </a:cubicBezTo>
                  <a:close/>
                  <a:moveTo>
                    <a:pt x="5122" y="4196"/>
                  </a:moveTo>
                  <a:cubicBezTo>
                    <a:pt x="5109" y="4196"/>
                    <a:pt x="5100" y="4206"/>
                    <a:pt x="5100" y="4217"/>
                  </a:cubicBezTo>
                  <a:lnTo>
                    <a:pt x="5100" y="4722"/>
                  </a:lnTo>
                  <a:cubicBezTo>
                    <a:pt x="5100" y="4734"/>
                    <a:pt x="5109" y="4743"/>
                    <a:pt x="5122" y="4743"/>
                  </a:cubicBezTo>
                  <a:lnTo>
                    <a:pt x="6739" y="4743"/>
                  </a:lnTo>
                  <a:cubicBezTo>
                    <a:pt x="6750" y="4743"/>
                    <a:pt x="6760" y="4734"/>
                    <a:pt x="6760" y="4722"/>
                  </a:cubicBezTo>
                  <a:lnTo>
                    <a:pt x="6760" y="4217"/>
                  </a:lnTo>
                  <a:cubicBezTo>
                    <a:pt x="6760" y="4206"/>
                    <a:pt x="6750" y="4196"/>
                    <a:pt x="6739" y="4196"/>
                  </a:cubicBezTo>
                  <a:close/>
                  <a:moveTo>
                    <a:pt x="593" y="5635"/>
                  </a:moveTo>
                  <a:cubicBezTo>
                    <a:pt x="582" y="5635"/>
                    <a:pt x="573" y="5645"/>
                    <a:pt x="573" y="5656"/>
                  </a:cubicBezTo>
                  <a:lnTo>
                    <a:pt x="573" y="6162"/>
                  </a:lnTo>
                  <a:cubicBezTo>
                    <a:pt x="573" y="6173"/>
                    <a:pt x="582" y="6182"/>
                    <a:pt x="593" y="6182"/>
                  </a:cubicBezTo>
                  <a:lnTo>
                    <a:pt x="2211" y="6182"/>
                  </a:lnTo>
                  <a:cubicBezTo>
                    <a:pt x="2223" y="6182"/>
                    <a:pt x="2233" y="6173"/>
                    <a:pt x="2233" y="6162"/>
                  </a:cubicBezTo>
                  <a:lnTo>
                    <a:pt x="2233" y="5656"/>
                  </a:lnTo>
                  <a:cubicBezTo>
                    <a:pt x="2233" y="5645"/>
                    <a:pt x="2223" y="5635"/>
                    <a:pt x="2211" y="5635"/>
                  </a:cubicBezTo>
                  <a:close/>
                  <a:moveTo>
                    <a:pt x="2941" y="5635"/>
                  </a:moveTo>
                  <a:cubicBezTo>
                    <a:pt x="2929" y="5635"/>
                    <a:pt x="2919" y="5645"/>
                    <a:pt x="2919" y="5656"/>
                  </a:cubicBezTo>
                  <a:lnTo>
                    <a:pt x="2919" y="6162"/>
                  </a:lnTo>
                  <a:cubicBezTo>
                    <a:pt x="2919" y="6173"/>
                    <a:pt x="2929" y="6182"/>
                    <a:pt x="2941" y="6182"/>
                  </a:cubicBezTo>
                  <a:lnTo>
                    <a:pt x="4558" y="6182"/>
                  </a:lnTo>
                  <a:cubicBezTo>
                    <a:pt x="4569" y="6182"/>
                    <a:pt x="4579" y="6173"/>
                    <a:pt x="4579" y="6162"/>
                  </a:cubicBezTo>
                  <a:lnTo>
                    <a:pt x="4579" y="5656"/>
                  </a:lnTo>
                  <a:cubicBezTo>
                    <a:pt x="4579" y="5645"/>
                    <a:pt x="4569" y="5635"/>
                    <a:pt x="4558" y="5635"/>
                  </a:cubicBezTo>
                  <a:close/>
                  <a:moveTo>
                    <a:pt x="5141" y="5635"/>
                  </a:moveTo>
                  <a:cubicBezTo>
                    <a:pt x="5130" y="5635"/>
                    <a:pt x="5120" y="5645"/>
                    <a:pt x="5120" y="5656"/>
                  </a:cubicBezTo>
                  <a:lnTo>
                    <a:pt x="5120" y="6162"/>
                  </a:lnTo>
                  <a:cubicBezTo>
                    <a:pt x="5120" y="6173"/>
                    <a:pt x="5130" y="6182"/>
                    <a:pt x="5141" y="6182"/>
                  </a:cubicBezTo>
                  <a:lnTo>
                    <a:pt x="6758" y="6182"/>
                  </a:lnTo>
                  <a:cubicBezTo>
                    <a:pt x="6770" y="6182"/>
                    <a:pt x="6780" y="6173"/>
                    <a:pt x="6780" y="6162"/>
                  </a:cubicBezTo>
                  <a:lnTo>
                    <a:pt x="6780" y="5656"/>
                  </a:lnTo>
                  <a:cubicBezTo>
                    <a:pt x="6780" y="5645"/>
                    <a:pt x="6770" y="5635"/>
                    <a:pt x="6758" y="5635"/>
                  </a:cubicBezTo>
                  <a:close/>
                  <a:moveTo>
                    <a:pt x="593" y="7037"/>
                  </a:moveTo>
                  <a:cubicBezTo>
                    <a:pt x="582" y="7037"/>
                    <a:pt x="573" y="7045"/>
                    <a:pt x="573" y="7057"/>
                  </a:cubicBezTo>
                  <a:lnTo>
                    <a:pt x="573" y="7563"/>
                  </a:lnTo>
                  <a:cubicBezTo>
                    <a:pt x="573" y="7574"/>
                    <a:pt x="582" y="7584"/>
                    <a:pt x="593" y="7584"/>
                  </a:cubicBezTo>
                  <a:lnTo>
                    <a:pt x="2211" y="7584"/>
                  </a:lnTo>
                  <a:cubicBezTo>
                    <a:pt x="2223" y="7584"/>
                    <a:pt x="2233" y="7574"/>
                    <a:pt x="2233" y="7563"/>
                  </a:cubicBezTo>
                  <a:lnTo>
                    <a:pt x="2233" y="7057"/>
                  </a:lnTo>
                  <a:cubicBezTo>
                    <a:pt x="2233" y="7045"/>
                    <a:pt x="2223" y="7037"/>
                    <a:pt x="2211" y="7037"/>
                  </a:cubicBezTo>
                  <a:close/>
                  <a:moveTo>
                    <a:pt x="2941" y="7037"/>
                  </a:moveTo>
                  <a:cubicBezTo>
                    <a:pt x="2929" y="7037"/>
                    <a:pt x="2919" y="7045"/>
                    <a:pt x="2919" y="7057"/>
                  </a:cubicBezTo>
                  <a:lnTo>
                    <a:pt x="2919" y="7563"/>
                  </a:lnTo>
                  <a:cubicBezTo>
                    <a:pt x="2919" y="7574"/>
                    <a:pt x="2929" y="7584"/>
                    <a:pt x="2941" y="7584"/>
                  </a:cubicBezTo>
                  <a:lnTo>
                    <a:pt x="4558" y="7584"/>
                  </a:lnTo>
                  <a:cubicBezTo>
                    <a:pt x="4569" y="7584"/>
                    <a:pt x="4579" y="7574"/>
                    <a:pt x="4579" y="7563"/>
                  </a:cubicBezTo>
                  <a:lnTo>
                    <a:pt x="4579" y="7057"/>
                  </a:lnTo>
                  <a:cubicBezTo>
                    <a:pt x="4579" y="7045"/>
                    <a:pt x="4569" y="7037"/>
                    <a:pt x="4558" y="7037"/>
                  </a:cubicBezTo>
                  <a:close/>
                  <a:moveTo>
                    <a:pt x="5141" y="7037"/>
                  </a:moveTo>
                  <a:cubicBezTo>
                    <a:pt x="5130" y="7037"/>
                    <a:pt x="5120" y="7045"/>
                    <a:pt x="5120" y="7057"/>
                  </a:cubicBezTo>
                  <a:lnTo>
                    <a:pt x="5120" y="7563"/>
                  </a:lnTo>
                  <a:cubicBezTo>
                    <a:pt x="5120" y="7574"/>
                    <a:pt x="5130" y="7584"/>
                    <a:pt x="5141" y="7584"/>
                  </a:cubicBezTo>
                  <a:lnTo>
                    <a:pt x="6758" y="7584"/>
                  </a:lnTo>
                  <a:cubicBezTo>
                    <a:pt x="6770" y="7584"/>
                    <a:pt x="6780" y="7574"/>
                    <a:pt x="6780" y="7563"/>
                  </a:cubicBezTo>
                  <a:lnTo>
                    <a:pt x="6780" y="7057"/>
                  </a:lnTo>
                  <a:cubicBezTo>
                    <a:pt x="6780" y="7045"/>
                    <a:pt x="6770" y="7037"/>
                    <a:pt x="6758" y="7037"/>
                  </a:cubicBezTo>
                  <a:close/>
                </a:path>
              </a:pathLst>
            </a:custGeom>
            <a:gradFill>
              <a:gsLst>
                <a:gs pos="0">
                  <a:schemeClr val="accent2"/>
                </a:gs>
                <a:gs pos="100000">
                  <a:schemeClr val="accent6"/>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674"/>
        <p:cNvGrpSpPr/>
        <p:nvPr/>
      </p:nvGrpSpPr>
      <p:grpSpPr>
        <a:xfrm>
          <a:off x="0" y="0"/>
          <a:ext cx="0" cy="0"/>
          <a:chOff x="0" y="0"/>
          <a:chExt cx="0" cy="0"/>
        </a:xfrm>
      </p:grpSpPr>
      <p:sp>
        <p:nvSpPr>
          <p:cNvPr id="675" name="Google Shape;675;p50"/>
          <p:cNvSpPr/>
          <p:nvPr/>
        </p:nvSpPr>
        <p:spPr>
          <a:xfrm flipH="1">
            <a:off x="2352875" y="1306275"/>
            <a:ext cx="6261300" cy="2464500"/>
          </a:xfrm>
          <a:prstGeom prst="round2DiagRect">
            <a:avLst>
              <a:gd name="adj1" fmla="val 16667"/>
              <a:gd name="adj2" fmla="val 0"/>
            </a:avLst>
          </a:prstGeom>
          <a:solidFill>
            <a:schemeClr val="accent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p>
        </p:txBody>
      </p:sp>
      <p:grpSp>
        <p:nvGrpSpPr>
          <p:cNvPr id="676" name="Google Shape;676;p50"/>
          <p:cNvGrpSpPr/>
          <p:nvPr/>
        </p:nvGrpSpPr>
        <p:grpSpPr>
          <a:xfrm flipH="1">
            <a:off x="-1079700" y="1577485"/>
            <a:ext cx="5069280" cy="3675698"/>
            <a:chOff x="4352672" y="1794325"/>
            <a:chExt cx="4618934" cy="3349155"/>
          </a:xfrm>
        </p:grpSpPr>
        <p:sp>
          <p:nvSpPr>
            <p:cNvPr id="677" name="Google Shape;677;p50"/>
            <p:cNvSpPr/>
            <p:nvPr/>
          </p:nvSpPr>
          <p:spPr>
            <a:xfrm>
              <a:off x="4352672" y="2230153"/>
              <a:ext cx="4618934" cy="2913327"/>
            </a:xfrm>
            <a:custGeom>
              <a:avLst/>
              <a:gdLst/>
              <a:ahLst/>
              <a:cxnLst/>
              <a:rect l="l" t="t" r="r" b="b"/>
              <a:pathLst>
                <a:path w="74532" h="47010" extrusionOk="0">
                  <a:moveTo>
                    <a:pt x="54653" y="0"/>
                  </a:moveTo>
                  <a:cubicBezTo>
                    <a:pt x="53200" y="0"/>
                    <a:pt x="51847" y="308"/>
                    <a:pt x="50723" y="888"/>
                  </a:cubicBezTo>
                  <a:cubicBezTo>
                    <a:pt x="43140" y="4799"/>
                    <a:pt x="42201" y="11965"/>
                    <a:pt x="35079" y="12941"/>
                  </a:cubicBezTo>
                  <a:cubicBezTo>
                    <a:pt x="34640" y="13001"/>
                    <a:pt x="34220" y="13029"/>
                    <a:pt x="33817" y="13029"/>
                  </a:cubicBezTo>
                  <a:cubicBezTo>
                    <a:pt x="28008" y="13029"/>
                    <a:pt x="25638" y="7193"/>
                    <a:pt x="17704" y="7193"/>
                  </a:cubicBezTo>
                  <a:cubicBezTo>
                    <a:pt x="17261" y="7193"/>
                    <a:pt x="16800" y="7212"/>
                    <a:pt x="16321" y="7250"/>
                  </a:cubicBezTo>
                  <a:cubicBezTo>
                    <a:pt x="7445" y="7962"/>
                    <a:pt x="5255" y="19804"/>
                    <a:pt x="6743" y="26511"/>
                  </a:cubicBezTo>
                  <a:cubicBezTo>
                    <a:pt x="8230" y="33220"/>
                    <a:pt x="2193" y="31857"/>
                    <a:pt x="962" y="37812"/>
                  </a:cubicBezTo>
                  <a:cubicBezTo>
                    <a:pt x="1" y="42459"/>
                    <a:pt x="6264" y="47009"/>
                    <a:pt x="6264" y="47009"/>
                  </a:cubicBezTo>
                  <a:lnTo>
                    <a:pt x="65131" y="47009"/>
                  </a:lnTo>
                  <a:cubicBezTo>
                    <a:pt x="65131" y="47009"/>
                    <a:pt x="74486" y="44516"/>
                    <a:pt x="74509" y="34367"/>
                  </a:cubicBezTo>
                  <a:cubicBezTo>
                    <a:pt x="74532" y="24219"/>
                    <a:pt x="70861" y="24838"/>
                    <a:pt x="68203" y="13020"/>
                  </a:cubicBezTo>
                  <a:cubicBezTo>
                    <a:pt x="66134" y="3817"/>
                    <a:pt x="59769" y="0"/>
                    <a:pt x="5465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78" name="Google Shape;678;p50"/>
            <p:cNvSpPr/>
            <p:nvPr/>
          </p:nvSpPr>
          <p:spPr>
            <a:xfrm>
              <a:off x="4454125" y="2726100"/>
              <a:ext cx="4463197" cy="2417337"/>
            </a:xfrm>
            <a:custGeom>
              <a:avLst/>
              <a:gdLst/>
              <a:ahLst/>
              <a:cxnLst/>
              <a:rect l="l" t="t" r="r" b="b"/>
              <a:pathLst>
                <a:path w="72019" h="37217" extrusionOk="0">
                  <a:moveTo>
                    <a:pt x="53179" y="0"/>
                  </a:moveTo>
                  <a:cubicBezTo>
                    <a:pt x="52371" y="0"/>
                    <a:pt x="51548" y="99"/>
                    <a:pt x="50717" y="290"/>
                  </a:cubicBezTo>
                  <a:cubicBezTo>
                    <a:pt x="45513" y="1483"/>
                    <a:pt x="42522" y="9504"/>
                    <a:pt x="35118" y="10338"/>
                  </a:cubicBezTo>
                  <a:cubicBezTo>
                    <a:pt x="34572" y="10399"/>
                    <a:pt x="34055" y="10427"/>
                    <a:pt x="33564" y="10427"/>
                  </a:cubicBezTo>
                  <a:cubicBezTo>
                    <a:pt x="29031" y="10427"/>
                    <a:pt x="26654" y="8070"/>
                    <a:pt x="23116" y="8070"/>
                  </a:cubicBezTo>
                  <a:cubicBezTo>
                    <a:pt x="21839" y="8070"/>
                    <a:pt x="20411" y="8377"/>
                    <a:pt x="18675" y="9213"/>
                  </a:cubicBezTo>
                  <a:cubicBezTo>
                    <a:pt x="13322" y="11794"/>
                    <a:pt x="12285" y="15179"/>
                    <a:pt x="12210" y="21131"/>
                  </a:cubicBezTo>
                  <a:cubicBezTo>
                    <a:pt x="12134" y="27068"/>
                    <a:pt x="3842" y="23291"/>
                    <a:pt x="1786" y="27647"/>
                  </a:cubicBezTo>
                  <a:cubicBezTo>
                    <a:pt x="0" y="31427"/>
                    <a:pt x="4754" y="37216"/>
                    <a:pt x="4754" y="37216"/>
                  </a:cubicBezTo>
                  <a:lnTo>
                    <a:pt x="65942" y="37216"/>
                  </a:lnTo>
                  <a:cubicBezTo>
                    <a:pt x="65942" y="37216"/>
                    <a:pt x="71970" y="35247"/>
                    <a:pt x="71994" y="26577"/>
                  </a:cubicBezTo>
                  <a:cubicBezTo>
                    <a:pt x="72018" y="17906"/>
                    <a:pt x="67337" y="22180"/>
                    <a:pt x="64575" y="12084"/>
                  </a:cubicBezTo>
                  <a:cubicBezTo>
                    <a:pt x="62214" y="3452"/>
                    <a:pt x="57946" y="0"/>
                    <a:pt x="5317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79" name="Google Shape;679;p50"/>
            <p:cNvSpPr/>
            <p:nvPr/>
          </p:nvSpPr>
          <p:spPr>
            <a:xfrm flipH="1">
              <a:off x="6278872" y="2492593"/>
              <a:ext cx="461959" cy="1046066"/>
            </a:xfrm>
            <a:custGeom>
              <a:avLst/>
              <a:gdLst/>
              <a:ahLst/>
              <a:cxnLst/>
              <a:rect l="l" t="t" r="r" b="b"/>
              <a:pathLst>
                <a:path w="8585" h="19440" extrusionOk="0">
                  <a:moveTo>
                    <a:pt x="5830" y="59"/>
                  </a:moveTo>
                  <a:cubicBezTo>
                    <a:pt x="5704" y="59"/>
                    <a:pt x="4975" y="2480"/>
                    <a:pt x="4834" y="2729"/>
                  </a:cubicBezTo>
                  <a:cubicBezTo>
                    <a:pt x="4692" y="2980"/>
                    <a:pt x="4821" y="3624"/>
                    <a:pt x="4880" y="3833"/>
                  </a:cubicBezTo>
                  <a:cubicBezTo>
                    <a:pt x="4920" y="3976"/>
                    <a:pt x="4859" y="4238"/>
                    <a:pt x="4818" y="4389"/>
                  </a:cubicBezTo>
                  <a:cubicBezTo>
                    <a:pt x="4783" y="4389"/>
                    <a:pt x="4747" y="4390"/>
                    <a:pt x="4712" y="4396"/>
                  </a:cubicBezTo>
                  <a:cubicBezTo>
                    <a:pt x="4377" y="4448"/>
                    <a:pt x="4145" y="4758"/>
                    <a:pt x="4188" y="5093"/>
                  </a:cubicBezTo>
                  <a:cubicBezTo>
                    <a:pt x="3396" y="5357"/>
                    <a:pt x="56" y="6484"/>
                    <a:pt x="1" y="6645"/>
                  </a:cubicBezTo>
                  <a:cubicBezTo>
                    <a:pt x="1" y="6645"/>
                    <a:pt x="3053" y="6208"/>
                    <a:pt x="3291" y="5982"/>
                  </a:cubicBezTo>
                  <a:cubicBezTo>
                    <a:pt x="3530" y="5756"/>
                    <a:pt x="3942" y="5378"/>
                    <a:pt x="3942" y="5378"/>
                  </a:cubicBezTo>
                  <a:lnTo>
                    <a:pt x="4287" y="5361"/>
                  </a:lnTo>
                  <a:cubicBezTo>
                    <a:pt x="4380" y="5501"/>
                    <a:pt x="4527" y="5599"/>
                    <a:pt x="4692" y="5630"/>
                  </a:cubicBezTo>
                  <a:cubicBezTo>
                    <a:pt x="4555" y="7462"/>
                    <a:pt x="4507" y="19439"/>
                    <a:pt x="4507" y="19439"/>
                  </a:cubicBezTo>
                  <a:lnTo>
                    <a:pt x="5584" y="19439"/>
                  </a:lnTo>
                  <a:lnTo>
                    <a:pt x="5053" y="5590"/>
                  </a:lnTo>
                  <a:cubicBezTo>
                    <a:pt x="5091" y="5573"/>
                    <a:pt x="5128" y="5554"/>
                    <a:pt x="5162" y="5531"/>
                  </a:cubicBezTo>
                  <a:cubicBezTo>
                    <a:pt x="5505" y="5841"/>
                    <a:pt x="8313" y="8376"/>
                    <a:pt x="8510" y="8376"/>
                  </a:cubicBezTo>
                  <a:cubicBezTo>
                    <a:pt x="8515" y="8376"/>
                    <a:pt x="8518" y="8374"/>
                    <a:pt x="8520" y="8371"/>
                  </a:cubicBezTo>
                  <a:cubicBezTo>
                    <a:pt x="8585" y="8224"/>
                    <a:pt x="6872" y="6092"/>
                    <a:pt x="6616" y="5997"/>
                  </a:cubicBezTo>
                  <a:cubicBezTo>
                    <a:pt x="6362" y="5903"/>
                    <a:pt x="5915" y="5532"/>
                    <a:pt x="5733" y="5469"/>
                  </a:cubicBezTo>
                  <a:cubicBezTo>
                    <a:pt x="5645" y="5439"/>
                    <a:pt x="5498" y="5363"/>
                    <a:pt x="5368" y="5291"/>
                  </a:cubicBezTo>
                  <a:cubicBezTo>
                    <a:pt x="5423" y="5180"/>
                    <a:pt x="5446" y="5052"/>
                    <a:pt x="5426" y="4919"/>
                  </a:cubicBezTo>
                  <a:cubicBezTo>
                    <a:pt x="5390" y="4689"/>
                    <a:pt x="5232" y="4506"/>
                    <a:pt x="5029" y="4430"/>
                  </a:cubicBezTo>
                  <a:cubicBezTo>
                    <a:pt x="5208" y="3647"/>
                    <a:pt x="5867" y="768"/>
                    <a:pt x="5949" y="411"/>
                  </a:cubicBezTo>
                  <a:cubicBezTo>
                    <a:pt x="6042" y="0"/>
                    <a:pt x="5949" y="103"/>
                    <a:pt x="5833" y="59"/>
                  </a:cubicBezTo>
                  <a:cubicBezTo>
                    <a:pt x="5832" y="59"/>
                    <a:pt x="5831" y="59"/>
                    <a:pt x="5830" y="59"/>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baseline="-25000" dirty="0"/>
            </a:p>
          </p:txBody>
        </p:sp>
        <p:sp>
          <p:nvSpPr>
            <p:cNvPr id="680" name="Google Shape;680;p50"/>
            <p:cNvSpPr/>
            <p:nvPr/>
          </p:nvSpPr>
          <p:spPr>
            <a:xfrm flipH="1">
              <a:off x="5184462" y="2791272"/>
              <a:ext cx="454425" cy="937155"/>
            </a:xfrm>
            <a:custGeom>
              <a:avLst/>
              <a:gdLst/>
              <a:ahLst/>
              <a:cxnLst/>
              <a:rect l="l" t="t" r="r" b="b"/>
              <a:pathLst>
                <a:path w="8445" h="17416" extrusionOk="0">
                  <a:moveTo>
                    <a:pt x="85" y="0"/>
                  </a:moveTo>
                  <a:cubicBezTo>
                    <a:pt x="80" y="0"/>
                    <a:pt x="77" y="2"/>
                    <a:pt x="76" y="5"/>
                  </a:cubicBezTo>
                  <a:cubicBezTo>
                    <a:pt x="1" y="145"/>
                    <a:pt x="1551" y="2398"/>
                    <a:pt x="1799" y="2511"/>
                  </a:cubicBezTo>
                  <a:cubicBezTo>
                    <a:pt x="2046" y="2624"/>
                    <a:pt x="2465" y="3027"/>
                    <a:pt x="2641" y="3103"/>
                  </a:cubicBezTo>
                  <a:cubicBezTo>
                    <a:pt x="2726" y="3140"/>
                    <a:pt x="2867" y="3227"/>
                    <a:pt x="2992" y="3308"/>
                  </a:cubicBezTo>
                  <a:cubicBezTo>
                    <a:pt x="2928" y="3415"/>
                    <a:pt x="2897" y="3541"/>
                    <a:pt x="2907" y="3674"/>
                  </a:cubicBezTo>
                  <a:cubicBezTo>
                    <a:pt x="2925" y="3907"/>
                    <a:pt x="3069" y="4100"/>
                    <a:pt x="3267" y="4193"/>
                  </a:cubicBezTo>
                  <a:cubicBezTo>
                    <a:pt x="3030" y="4960"/>
                    <a:pt x="2159" y="7783"/>
                    <a:pt x="2053" y="8131"/>
                  </a:cubicBezTo>
                  <a:cubicBezTo>
                    <a:pt x="1929" y="8534"/>
                    <a:pt x="2029" y="8439"/>
                    <a:pt x="2141" y="8491"/>
                  </a:cubicBezTo>
                  <a:cubicBezTo>
                    <a:pt x="2142" y="8492"/>
                    <a:pt x="2143" y="8492"/>
                    <a:pt x="2145" y="8492"/>
                  </a:cubicBezTo>
                  <a:cubicBezTo>
                    <a:pt x="2263" y="8492"/>
                    <a:pt x="3052" y="6463"/>
                    <a:pt x="3290" y="5984"/>
                  </a:cubicBezTo>
                  <a:lnTo>
                    <a:pt x="3290" y="5984"/>
                  </a:lnTo>
                  <a:cubicBezTo>
                    <a:pt x="3212" y="10046"/>
                    <a:pt x="3181" y="17416"/>
                    <a:pt x="3181" y="17416"/>
                  </a:cubicBezTo>
                  <a:lnTo>
                    <a:pt x="4258" y="17416"/>
                  </a:lnTo>
                  <a:lnTo>
                    <a:pt x="3752" y="4210"/>
                  </a:lnTo>
                  <a:cubicBezTo>
                    <a:pt x="4001" y="4116"/>
                    <a:pt x="4169" y="3871"/>
                    <a:pt x="4155" y="3594"/>
                  </a:cubicBezTo>
                  <a:cubicBezTo>
                    <a:pt x="4964" y="3387"/>
                    <a:pt x="8377" y="2511"/>
                    <a:pt x="8445" y="2355"/>
                  </a:cubicBezTo>
                  <a:lnTo>
                    <a:pt x="8445" y="2355"/>
                  </a:lnTo>
                  <a:cubicBezTo>
                    <a:pt x="8445" y="2355"/>
                    <a:pt x="5368" y="2565"/>
                    <a:pt x="5113" y="2772"/>
                  </a:cubicBezTo>
                  <a:cubicBezTo>
                    <a:pt x="4858" y="2980"/>
                    <a:pt x="4421" y="3326"/>
                    <a:pt x="4421" y="3326"/>
                  </a:cubicBezTo>
                  <a:lnTo>
                    <a:pt x="4074" y="3318"/>
                  </a:lnTo>
                  <a:cubicBezTo>
                    <a:pt x="3966" y="3127"/>
                    <a:pt x="3761" y="2999"/>
                    <a:pt x="3530" y="2999"/>
                  </a:cubicBezTo>
                  <a:cubicBezTo>
                    <a:pt x="3514" y="2999"/>
                    <a:pt x="3497" y="3000"/>
                    <a:pt x="3481" y="3001"/>
                  </a:cubicBezTo>
                  <a:cubicBezTo>
                    <a:pt x="3385" y="3010"/>
                    <a:pt x="3294" y="3038"/>
                    <a:pt x="3215" y="3085"/>
                  </a:cubicBezTo>
                  <a:cubicBezTo>
                    <a:pt x="2895" y="2748"/>
                    <a:pt x="269" y="0"/>
                    <a:pt x="8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81" name="Google Shape;681;p50"/>
            <p:cNvSpPr/>
            <p:nvPr/>
          </p:nvSpPr>
          <p:spPr>
            <a:xfrm flipH="1">
              <a:off x="7560844" y="2002576"/>
              <a:ext cx="334705" cy="788678"/>
            </a:xfrm>
            <a:custGeom>
              <a:avLst/>
              <a:gdLst/>
              <a:ahLst/>
              <a:cxnLst/>
              <a:rect l="l" t="t" r="r" b="b"/>
              <a:pathLst>
                <a:path w="8172" h="19256" extrusionOk="0">
                  <a:moveTo>
                    <a:pt x="1590" y="1"/>
                  </a:moveTo>
                  <a:cubicBezTo>
                    <a:pt x="1557" y="1"/>
                    <a:pt x="1522" y="33"/>
                    <a:pt x="1469" y="44"/>
                  </a:cubicBezTo>
                  <a:cubicBezTo>
                    <a:pt x="1348" y="69"/>
                    <a:pt x="2032" y="2547"/>
                    <a:pt x="2045" y="2835"/>
                  </a:cubicBezTo>
                  <a:cubicBezTo>
                    <a:pt x="2059" y="3124"/>
                    <a:pt x="2511" y="3600"/>
                    <a:pt x="2672" y="3746"/>
                  </a:cubicBezTo>
                  <a:cubicBezTo>
                    <a:pt x="2783" y="3845"/>
                    <a:pt x="2870" y="4099"/>
                    <a:pt x="2915" y="4249"/>
                  </a:cubicBezTo>
                  <a:cubicBezTo>
                    <a:pt x="2886" y="4267"/>
                    <a:pt x="2857" y="4287"/>
                    <a:pt x="2831" y="4311"/>
                  </a:cubicBezTo>
                  <a:cubicBezTo>
                    <a:pt x="2573" y="4533"/>
                    <a:pt x="2542" y="4919"/>
                    <a:pt x="2756" y="5180"/>
                  </a:cubicBezTo>
                  <a:cubicBezTo>
                    <a:pt x="2228" y="5825"/>
                    <a:pt x="1" y="8558"/>
                    <a:pt x="40" y="8724"/>
                  </a:cubicBezTo>
                  <a:cubicBezTo>
                    <a:pt x="40" y="8724"/>
                    <a:pt x="2391" y="6728"/>
                    <a:pt x="2473" y="6410"/>
                  </a:cubicBezTo>
                  <a:cubicBezTo>
                    <a:pt x="2555" y="6091"/>
                    <a:pt x="2701" y="5553"/>
                    <a:pt x="2701" y="5553"/>
                  </a:cubicBezTo>
                  <a:lnTo>
                    <a:pt x="2985" y="5354"/>
                  </a:lnTo>
                  <a:cubicBezTo>
                    <a:pt x="3020" y="5370"/>
                    <a:pt x="3057" y="5382"/>
                    <a:pt x="3095" y="5392"/>
                  </a:cubicBezTo>
                  <a:cubicBezTo>
                    <a:pt x="2955" y="7032"/>
                    <a:pt x="2905" y="19255"/>
                    <a:pt x="2905" y="19255"/>
                  </a:cubicBezTo>
                  <a:lnTo>
                    <a:pt x="3983" y="19255"/>
                  </a:lnTo>
                  <a:lnTo>
                    <a:pt x="3450" y="5372"/>
                  </a:lnTo>
                  <a:cubicBezTo>
                    <a:pt x="3520" y="5347"/>
                    <a:pt x="3590" y="5309"/>
                    <a:pt x="3650" y="5257"/>
                  </a:cubicBezTo>
                  <a:cubicBezTo>
                    <a:pt x="3724" y="5193"/>
                    <a:pt x="3778" y="5115"/>
                    <a:pt x="3814" y="5032"/>
                  </a:cubicBezTo>
                  <a:cubicBezTo>
                    <a:pt x="4237" y="5106"/>
                    <a:pt x="7461" y="5668"/>
                    <a:pt x="8070" y="5668"/>
                  </a:cubicBezTo>
                  <a:cubicBezTo>
                    <a:pt x="8136" y="5668"/>
                    <a:pt x="8171" y="5661"/>
                    <a:pt x="8169" y="5647"/>
                  </a:cubicBezTo>
                  <a:cubicBezTo>
                    <a:pt x="8147" y="5493"/>
                    <a:pt x="5714" y="4649"/>
                    <a:pt x="5326" y="4649"/>
                  </a:cubicBezTo>
                  <a:cubicBezTo>
                    <a:pt x="5314" y="4649"/>
                    <a:pt x="5304" y="4650"/>
                    <a:pt x="5296" y="4652"/>
                  </a:cubicBezTo>
                  <a:cubicBezTo>
                    <a:pt x="5216" y="4668"/>
                    <a:pt x="5110" y="4673"/>
                    <a:pt x="4995" y="4673"/>
                  </a:cubicBezTo>
                  <a:cubicBezTo>
                    <a:pt x="4817" y="4673"/>
                    <a:pt x="4618" y="4661"/>
                    <a:pt x="4464" y="4661"/>
                  </a:cubicBezTo>
                  <a:cubicBezTo>
                    <a:pt x="4381" y="4661"/>
                    <a:pt x="4312" y="4665"/>
                    <a:pt x="4265" y="4676"/>
                  </a:cubicBezTo>
                  <a:cubicBezTo>
                    <a:pt x="4176" y="4697"/>
                    <a:pt x="4009" y="4710"/>
                    <a:pt x="3862" y="4718"/>
                  </a:cubicBezTo>
                  <a:cubicBezTo>
                    <a:pt x="3850" y="4595"/>
                    <a:pt x="3800" y="4475"/>
                    <a:pt x="3713" y="4373"/>
                  </a:cubicBezTo>
                  <a:cubicBezTo>
                    <a:pt x="3590" y="4231"/>
                    <a:pt x="3416" y="4158"/>
                    <a:pt x="3242" y="4158"/>
                  </a:cubicBezTo>
                  <a:cubicBezTo>
                    <a:pt x="3200" y="4158"/>
                    <a:pt x="3158" y="4162"/>
                    <a:pt x="3116" y="4171"/>
                  </a:cubicBezTo>
                  <a:cubicBezTo>
                    <a:pt x="2850" y="3412"/>
                    <a:pt x="1875" y="623"/>
                    <a:pt x="1754" y="280"/>
                  </a:cubicBezTo>
                  <a:cubicBezTo>
                    <a:pt x="1675" y="55"/>
                    <a:pt x="1633" y="1"/>
                    <a:pt x="159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82" name="Google Shape;682;p50"/>
            <p:cNvSpPr/>
            <p:nvPr/>
          </p:nvSpPr>
          <p:spPr>
            <a:xfrm flipH="1">
              <a:off x="6831495" y="1794325"/>
              <a:ext cx="638671" cy="1424458"/>
            </a:xfrm>
            <a:custGeom>
              <a:avLst/>
              <a:gdLst/>
              <a:ahLst/>
              <a:cxnLst/>
              <a:rect l="l" t="t" r="r" b="b"/>
              <a:pathLst>
                <a:path w="11869" h="26472" extrusionOk="0">
                  <a:moveTo>
                    <a:pt x="3136" y="0"/>
                  </a:moveTo>
                  <a:cubicBezTo>
                    <a:pt x="3136" y="1"/>
                    <a:pt x="3529" y="4229"/>
                    <a:pt x="3824" y="4574"/>
                  </a:cubicBezTo>
                  <a:cubicBezTo>
                    <a:pt x="4120" y="4918"/>
                    <a:pt x="4610" y="5509"/>
                    <a:pt x="4610" y="5509"/>
                  </a:cubicBezTo>
                  <a:lnTo>
                    <a:pt x="4610" y="5985"/>
                  </a:lnTo>
                  <a:cubicBezTo>
                    <a:pt x="4333" y="6152"/>
                    <a:pt x="4161" y="6470"/>
                    <a:pt x="4196" y="6813"/>
                  </a:cubicBezTo>
                  <a:cubicBezTo>
                    <a:pt x="4210" y="6946"/>
                    <a:pt x="4254" y="7069"/>
                    <a:pt x="4319" y="7177"/>
                  </a:cubicBezTo>
                  <a:cubicBezTo>
                    <a:pt x="3857" y="7640"/>
                    <a:pt x="1" y="11513"/>
                    <a:pt x="185" y="11605"/>
                  </a:cubicBezTo>
                  <a:cubicBezTo>
                    <a:pt x="189" y="11607"/>
                    <a:pt x="195" y="11608"/>
                    <a:pt x="202" y="11608"/>
                  </a:cubicBezTo>
                  <a:cubicBezTo>
                    <a:pt x="514" y="11608"/>
                    <a:pt x="3433" y="9483"/>
                    <a:pt x="3578" y="9147"/>
                  </a:cubicBezTo>
                  <a:cubicBezTo>
                    <a:pt x="3725" y="8802"/>
                    <a:pt x="4267" y="8213"/>
                    <a:pt x="4364" y="7967"/>
                  </a:cubicBezTo>
                  <a:cubicBezTo>
                    <a:pt x="4412" y="7848"/>
                    <a:pt x="4527" y="7651"/>
                    <a:pt x="4634" y="7478"/>
                  </a:cubicBezTo>
                  <a:cubicBezTo>
                    <a:pt x="4689" y="7507"/>
                    <a:pt x="4746" y="7531"/>
                    <a:pt x="4807" y="7550"/>
                  </a:cubicBezTo>
                  <a:cubicBezTo>
                    <a:pt x="4623" y="10384"/>
                    <a:pt x="4558" y="26472"/>
                    <a:pt x="4558" y="26472"/>
                  </a:cubicBezTo>
                  <a:lnTo>
                    <a:pt x="6042" y="26472"/>
                  </a:lnTo>
                  <a:lnTo>
                    <a:pt x="5316" y="7545"/>
                  </a:lnTo>
                  <a:cubicBezTo>
                    <a:pt x="5556" y="7469"/>
                    <a:pt x="5745" y="7292"/>
                    <a:pt x="5843" y="7068"/>
                  </a:cubicBezTo>
                  <a:cubicBezTo>
                    <a:pt x="6909" y="7367"/>
                    <a:pt x="10825" y="8470"/>
                    <a:pt x="11309" y="8606"/>
                  </a:cubicBezTo>
                  <a:cubicBezTo>
                    <a:pt x="11485" y="8655"/>
                    <a:pt x="11593" y="8676"/>
                    <a:pt x="11659" y="8676"/>
                  </a:cubicBezTo>
                  <a:cubicBezTo>
                    <a:pt x="11804" y="8676"/>
                    <a:pt x="11755" y="8579"/>
                    <a:pt x="11801" y="8471"/>
                  </a:cubicBezTo>
                  <a:cubicBezTo>
                    <a:pt x="11868" y="8314"/>
                    <a:pt x="8533" y="7127"/>
                    <a:pt x="8196" y="6915"/>
                  </a:cubicBezTo>
                  <a:cubicBezTo>
                    <a:pt x="8060" y="6829"/>
                    <a:pt x="7832" y="6800"/>
                    <a:pt x="7590" y="6800"/>
                  </a:cubicBezTo>
                  <a:cubicBezTo>
                    <a:pt x="7234" y="6800"/>
                    <a:pt x="6847" y="6863"/>
                    <a:pt x="6674" y="6904"/>
                  </a:cubicBezTo>
                  <a:cubicBezTo>
                    <a:pt x="6639" y="6912"/>
                    <a:pt x="6600" y="6915"/>
                    <a:pt x="6557" y="6915"/>
                  </a:cubicBezTo>
                  <a:cubicBezTo>
                    <a:pt x="6355" y="6915"/>
                    <a:pt x="6083" y="6837"/>
                    <a:pt x="5913" y="6781"/>
                  </a:cubicBezTo>
                  <a:cubicBezTo>
                    <a:pt x="5916" y="6733"/>
                    <a:pt x="5915" y="6685"/>
                    <a:pt x="5911" y="6635"/>
                  </a:cubicBezTo>
                  <a:cubicBezTo>
                    <a:pt x="5865" y="6192"/>
                    <a:pt x="5490" y="5862"/>
                    <a:pt x="5054" y="5862"/>
                  </a:cubicBezTo>
                  <a:cubicBezTo>
                    <a:pt x="5032" y="5862"/>
                    <a:pt x="5010" y="5863"/>
                    <a:pt x="4988" y="5865"/>
                  </a:cubicBezTo>
                  <a:cubicBezTo>
                    <a:pt x="4678" y="4760"/>
                    <a:pt x="3352" y="88"/>
                    <a:pt x="313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683" name="Google Shape;683;p50"/>
          <p:cNvSpPr txBox="1">
            <a:spLocks noGrp="1"/>
          </p:cNvSpPr>
          <p:nvPr>
            <p:ph type="title"/>
          </p:nvPr>
        </p:nvSpPr>
        <p:spPr>
          <a:xfrm flipH="1">
            <a:off x="2293620" y="1412188"/>
            <a:ext cx="6541200" cy="2294400"/>
          </a:xfrm>
          <a:prstGeom prst="rect">
            <a:avLst/>
          </a:prstGeom>
        </p:spPr>
        <p:txBody>
          <a:bodyPr spcFirstLastPara="1" wrap="square" lIns="91425" tIns="91425" rIns="91425" bIns="91425" anchor="ctr" anchorCtr="0">
            <a:noAutofit/>
          </a:bodyPr>
          <a:lstStyle/>
          <a:p>
            <a:pPr algn="ctr"/>
            <a:r>
              <a:rPr lang="en-US" sz="6600" dirty="0">
                <a:effectLst/>
                <a:latin typeface="Montserrat" panose="00000500000000000000" pitchFamily="2" charset="0"/>
              </a:rPr>
              <a:t>Motor Drives of Golf Cart </a:t>
            </a:r>
            <a:endParaRPr lang="en-IN" sz="6600" dirty="0">
              <a:effectLst/>
              <a:latin typeface="Montserrat" panose="00000500000000000000" pitchFamily="2" charset="0"/>
            </a:endParaRPr>
          </a:p>
        </p:txBody>
      </p:sp>
      <p:grpSp>
        <p:nvGrpSpPr>
          <p:cNvPr id="684" name="Google Shape;684;p50"/>
          <p:cNvGrpSpPr/>
          <p:nvPr/>
        </p:nvGrpSpPr>
        <p:grpSpPr>
          <a:xfrm>
            <a:off x="168576" y="3073867"/>
            <a:ext cx="4327705" cy="2027387"/>
            <a:chOff x="713225" y="2253700"/>
            <a:chExt cx="5046298" cy="2364025"/>
          </a:xfrm>
        </p:grpSpPr>
        <p:sp>
          <p:nvSpPr>
            <p:cNvPr id="685" name="Google Shape;685;p50"/>
            <p:cNvSpPr/>
            <p:nvPr/>
          </p:nvSpPr>
          <p:spPr>
            <a:xfrm>
              <a:off x="847107" y="2253700"/>
              <a:ext cx="259413" cy="2346494"/>
            </a:xfrm>
            <a:custGeom>
              <a:avLst/>
              <a:gdLst/>
              <a:ahLst/>
              <a:cxnLst/>
              <a:rect l="l" t="t" r="r" b="b"/>
              <a:pathLst>
                <a:path w="3854" h="34861" extrusionOk="0">
                  <a:moveTo>
                    <a:pt x="0" y="0"/>
                  </a:moveTo>
                  <a:lnTo>
                    <a:pt x="0" y="34860"/>
                  </a:lnTo>
                  <a:lnTo>
                    <a:pt x="3853" y="34860"/>
                  </a:lnTo>
                  <a:lnTo>
                    <a:pt x="385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86" name="Google Shape;686;p50"/>
            <p:cNvSpPr/>
            <p:nvPr/>
          </p:nvSpPr>
          <p:spPr>
            <a:xfrm>
              <a:off x="1106456" y="2253700"/>
              <a:ext cx="658628" cy="2346494"/>
            </a:xfrm>
            <a:custGeom>
              <a:avLst/>
              <a:gdLst/>
              <a:ahLst/>
              <a:cxnLst/>
              <a:rect l="l" t="t" r="r" b="b"/>
              <a:pathLst>
                <a:path w="9785" h="34861" extrusionOk="0">
                  <a:moveTo>
                    <a:pt x="0" y="0"/>
                  </a:moveTo>
                  <a:lnTo>
                    <a:pt x="0" y="34860"/>
                  </a:lnTo>
                  <a:lnTo>
                    <a:pt x="9784" y="34860"/>
                  </a:lnTo>
                  <a:lnTo>
                    <a:pt x="9784" y="0"/>
                  </a:lnTo>
                  <a:close/>
                </a:path>
              </a:pathLst>
            </a:custGeom>
            <a:gradFill>
              <a:gsLst>
                <a:gs pos="0">
                  <a:schemeClr val="accent1"/>
                </a:gs>
                <a:gs pos="100000">
                  <a:schemeClr val="l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87" name="Google Shape;687;p50"/>
            <p:cNvSpPr/>
            <p:nvPr/>
          </p:nvSpPr>
          <p:spPr>
            <a:xfrm>
              <a:off x="1164074" y="2999235"/>
              <a:ext cx="543326" cy="571462"/>
            </a:xfrm>
            <a:custGeom>
              <a:avLst/>
              <a:gdLst/>
              <a:ahLst/>
              <a:cxnLst/>
              <a:rect l="l" t="t" r="r" b="b"/>
              <a:pathLst>
                <a:path w="8072" h="8490" extrusionOk="0">
                  <a:moveTo>
                    <a:pt x="3734" y="1730"/>
                  </a:moveTo>
                  <a:lnTo>
                    <a:pt x="3734" y="2014"/>
                  </a:lnTo>
                  <a:lnTo>
                    <a:pt x="4339" y="2014"/>
                  </a:lnTo>
                  <a:lnTo>
                    <a:pt x="4339" y="1730"/>
                  </a:lnTo>
                  <a:close/>
                  <a:moveTo>
                    <a:pt x="3549" y="2742"/>
                  </a:moveTo>
                  <a:lnTo>
                    <a:pt x="3549" y="3088"/>
                  </a:lnTo>
                  <a:lnTo>
                    <a:pt x="4524" y="3088"/>
                  </a:lnTo>
                  <a:lnTo>
                    <a:pt x="4524" y="2742"/>
                  </a:lnTo>
                  <a:close/>
                  <a:moveTo>
                    <a:pt x="3549" y="3237"/>
                  </a:moveTo>
                  <a:lnTo>
                    <a:pt x="3549" y="3583"/>
                  </a:lnTo>
                  <a:lnTo>
                    <a:pt x="4524" y="3583"/>
                  </a:lnTo>
                  <a:lnTo>
                    <a:pt x="4524" y="3237"/>
                  </a:lnTo>
                  <a:close/>
                  <a:moveTo>
                    <a:pt x="3549" y="3730"/>
                  </a:moveTo>
                  <a:lnTo>
                    <a:pt x="3549" y="4076"/>
                  </a:lnTo>
                  <a:lnTo>
                    <a:pt x="4524" y="4076"/>
                  </a:lnTo>
                  <a:lnTo>
                    <a:pt x="4524" y="3730"/>
                  </a:lnTo>
                  <a:close/>
                  <a:moveTo>
                    <a:pt x="3549" y="4225"/>
                  </a:moveTo>
                  <a:lnTo>
                    <a:pt x="3549" y="4571"/>
                  </a:lnTo>
                  <a:lnTo>
                    <a:pt x="4524" y="4571"/>
                  </a:lnTo>
                  <a:lnTo>
                    <a:pt x="4524" y="4225"/>
                  </a:lnTo>
                  <a:close/>
                  <a:moveTo>
                    <a:pt x="4716" y="2335"/>
                  </a:moveTo>
                  <a:lnTo>
                    <a:pt x="4716" y="4681"/>
                  </a:lnTo>
                  <a:lnTo>
                    <a:pt x="3358" y="4681"/>
                  </a:lnTo>
                  <a:lnTo>
                    <a:pt x="3358" y="2335"/>
                  </a:lnTo>
                  <a:close/>
                  <a:moveTo>
                    <a:pt x="3184" y="2161"/>
                  </a:moveTo>
                  <a:lnTo>
                    <a:pt x="3184" y="4855"/>
                  </a:lnTo>
                  <a:lnTo>
                    <a:pt x="4890" y="4855"/>
                  </a:lnTo>
                  <a:lnTo>
                    <a:pt x="4890" y="2161"/>
                  </a:lnTo>
                  <a:close/>
                  <a:moveTo>
                    <a:pt x="7006" y="964"/>
                  </a:moveTo>
                  <a:cubicBezTo>
                    <a:pt x="7022" y="964"/>
                    <a:pt x="7034" y="977"/>
                    <a:pt x="7034" y="992"/>
                  </a:cubicBezTo>
                  <a:lnTo>
                    <a:pt x="7034" y="5505"/>
                  </a:lnTo>
                  <a:cubicBezTo>
                    <a:pt x="7034" y="5522"/>
                    <a:pt x="7022" y="5535"/>
                    <a:pt x="7006" y="5535"/>
                  </a:cubicBezTo>
                  <a:lnTo>
                    <a:pt x="1068" y="5535"/>
                  </a:lnTo>
                  <a:cubicBezTo>
                    <a:pt x="1053" y="5535"/>
                    <a:pt x="1038" y="5521"/>
                    <a:pt x="1038" y="5505"/>
                  </a:cubicBezTo>
                  <a:lnTo>
                    <a:pt x="1038" y="992"/>
                  </a:lnTo>
                  <a:cubicBezTo>
                    <a:pt x="1038" y="977"/>
                    <a:pt x="1053" y="964"/>
                    <a:pt x="1068" y="964"/>
                  </a:cubicBezTo>
                  <a:close/>
                  <a:moveTo>
                    <a:pt x="1683" y="6020"/>
                  </a:moveTo>
                  <a:lnTo>
                    <a:pt x="1683" y="6691"/>
                  </a:lnTo>
                  <a:lnTo>
                    <a:pt x="1038" y="6691"/>
                  </a:lnTo>
                  <a:lnTo>
                    <a:pt x="1038" y="6020"/>
                  </a:lnTo>
                  <a:close/>
                  <a:moveTo>
                    <a:pt x="2753" y="6020"/>
                  </a:moveTo>
                  <a:lnTo>
                    <a:pt x="2753" y="6691"/>
                  </a:lnTo>
                  <a:lnTo>
                    <a:pt x="2110" y="6691"/>
                  </a:lnTo>
                  <a:lnTo>
                    <a:pt x="2110" y="6020"/>
                  </a:lnTo>
                  <a:close/>
                  <a:moveTo>
                    <a:pt x="3823" y="6020"/>
                  </a:moveTo>
                  <a:lnTo>
                    <a:pt x="3823" y="6691"/>
                  </a:lnTo>
                  <a:lnTo>
                    <a:pt x="3180" y="6691"/>
                  </a:lnTo>
                  <a:lnTo>
                    <a:pt x="3180" y="6020"/>
                  </a:lnTo>
                  <a:close/>
                  <a:moveTo>
                    <a:pt x="4894" y="6020"/>
                  </a:moveTo>
                  <a:lnTo>
                    <a:pt x="4894" y="6691"/>
                  </a:lnTo>
                  <a:lnTo>
                    <a:pt x="4250" y="6691"/>
                  </a:lnTo>
                  <a:lnTo>
                    <a:pt x="4250" y="6020"/>
                  </a:lnTo>
                  <a:close/>
                  <a:moveTo>
                    <a:pt x="5964" y="6020"/>
                  </a:moveTo>
                  <a:lnTo>
                    <a:pt x="5964" y="6691"/>
                  </a:lnTo>
                  <a:lnTo>
                    <a:pt x="5320" y="6691"/>
                  </a:lnTo>
                  <a:lnTo>
                    <a:pt x="5320" y="6020"/>
                  </a:lnTo>
                  <a:close/>
                  <a:moveTo>
                    <a:pt x="7034" y="6020"/>
                  </a:moveTo>
                  <a:lnTo>
                    <a:pt x="7034" y="6691"/>
                  </a:lnTo>
                  <a:lnTo>
                    <a:pt x="6390" y="6691"/>
                  </a:lnTo>
                  <a:lnTo>
                    <a:pt x="6390" y="6020"/>
                  </a:lnTo>
                  <a:close/>
                  <a:moveTo>
                    <a:pt x="1683" y="7178"/>
                  </a:moveTo>
                  <a:lnTo>
                    <a:pt x="1683" y="7848"/>
                  </a:lnTo>
                  <a:lnTo>
                    <a:pt x="1038" y="7848"/>
                  </a:lnTo>
                  <a:lnTo>
                    <a:pt x="1038" y="7178"/>
                  </a:lnTo>
                  <a:close/>
                  <a:moveTo>
                    <a:pt x="2753" y="7178"/>
                  </a:moveTo>
                  <a:lnTo>
                    <a:pt x="2753" y="7848"/>
                  </a:lnTo>
                  <a:lnTo>
                    <a:pt x="2110" y="7848"/>
                  </a:lnTo>
                  <a:lnTo>
                    <a:pt x="2110" y="7178"/>
                  </a:lnTo>
                  <a:close/>
                  <a:moveTo>
                    <a:pt x="3823" y="7178"/>
                  </a:moveTo>
                  <a:lnTo>
                    <a:pt x="3823" y="7848"/>
                  </a:lnTo>
                  <a:lnTo>
                    <a:pt x="3180" y="7848"/>
                  </a:lnTo>
                  <a:lnTo>
                    <a:pt x="3180" y="7178"/>
                  </a:lnTo>
                  <a:close/>
                  <a:moveTo>
                    <a:pt x="4894" y="7178"/>
                  </a:moveTo>
                  <a:lnTo>
                    <a:pt x="4894" y="7848"/>
                  </a:lnTo>
                  <a:lnTo>
                    <a:pt x="4250" y="7848"/>
                  </a:lnTo>
                  <a:lnTo>
                    <a:pt x="4250" y="7178"/>
                  </a:lnTo>
                  <a:close/>
                  <a:moveTo>
                    <a:pt x="5964" y="7178"/>
                  </a:moveTo>
                  <a:lnTo>
                    <a:pt x="5964" y="7848"/>
                  </a:lnTo>
                  <a:lnTo>
                    <a:pt x="5320" y="7848"/>
                  </a:lnTo>
                  <a:lnTo>
                    <a:pt x="5320" y="7178"/>
                  </a:lnTo>
                  <a:close/>
                  <a:moveTo>
                    <a:pt x="7034" y="7178"/>
                  </a:moveTo>
                  <a:lnTo>
                    <a:pt x="7034" y="7848"/>
                  </a:lnTo>
                  <a:lnTo>
                    <a:pt x="6390" y="7848"/>
                  </a:lnTo>
                  <a:lnTo>
                    <a:pt x="6390" y="7178"/>
                  </a:lnTo>
                  <a:close/>
                  <a:moveTo>
                    <a:pt x="1" y="0"/>
                  </a:moveTo>
                  <a:lnTo>
                    <a:pt x="1" y="8489"/>
                  </a:lnTo>
                  <a:lnTo>
                    <a:pt x="8072" y="8489"/>
                  </a:lnTo>
                  <a:lnTo>
                    <a:pt x="807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88" name="Google Shape;688;p50"/>
            <p:cNvSpPr/>
            <p:nvPr/>
          </p:nvSpPr>
          <p:spPr>
            <a:xfrm>
              <a:off x="1094811" y="2253700"/>
              <a:ext cx="434015" cy="2346494"/>
            </a:xfrm>
            <a:custGeom>
              <a:avLst/>
              <a:gdLst/>
              <a:ahLst/>
              <a:cxnLst/>
              <a:rect l="l" t="t" r="r" b="b"/>
              <a:pathLst>
                <a:path w="6448" h="34861" extrusionOk="0">
                  <a:moveTo>
                    <a:pt x="4575" y="2618"/>
                  </a:moveTo>
                  <a:lnTo>
                    <a:pt x="3683" y="5900"/>
                  </a:lnTo>
                  <a:lnTo>
                    <a:pt x="4900" y="5900"/>
                  </a:lnTo>
                  <a:lnTo>
                    <a:pt x="4369" y="8844"/>
                  </a:lnTo>
                  <a:lnTo>
                    <a:pt x="6448" y="4840"/>
                  </a:lnTo>
                  <a:lnTo>
                    <a:pt x="5000" y="4840"/>
                  </a:lnTo>
                  <a:lnTo>
                    <a:pt x="6110" y="2618"/>
                  </a:lnTo>
                  <a:close/>
                  <a:moveTo>
                    <a:pt x="173" y="0"/>
                  </a:moveTo>
                  <a:cubicBezTo>
                    <a:pt x="135" y="1452"/>
                    <a:pt x="118" y="2905"/>
                    <a:pt x="89" y="4358"/>
                  </a:cubicBezTo>
                  <a:lnTo>
                    <a:pt x="41" y="8714"/>
                  </a:lnTo>
                  <a:cubicBezTo>
                    <a:pt x="12" y="11620"/>
                    <a:pt x="15" y="14525"/>
                    <a:pt x="1" y="17430"/>
                  </a:cubicBezTo>
                  <a:cubicBezTo>
                    <a:pt x="14" y="20334"/>
                    <a:pt x="12" y="23240"/>
                    <a:pt x="41" y="26145"/>
                  </a:cubicBezTo>
                  <a:lnTo>
                    <a:pt x="89" y="30503"/>
                  </a:lnTo>
                  <a:cubicBezTo>
                    <a:pt x="117" y="31954"/>
                    <a:pt x="134" y="33407"/>
                    <a:pt x="173" y="34860"/>
                  </a:cubicBezTo>
                  <a:cubicBezTo>
                    <a:pt x="213" y="33407"/>
                    <a:pt x="230" y="31954"/>
                    <a:pt x="260" y="30503"/>
                  </a:cubicBezTo>
                  <a:lnTo>
                    <a:pt x="308" y="26145"/>
                  </a:lnTo>
                  <a:cubicBezTo>
                    <a:pt x="335" y="23240"/>
                    <a:pt x="333" y="20334"/>
                    <a:pt x="347" y="17430"/>
                  </a:cubicBezTo>
                  <a:cubicBezTo>
                    <a:pt x="333" y="14525"/>
                    <a:pt x="336" y="11620"/>
                    <a:pt x="306" y="8714"/>
                  </a:cubicBezTo>
                  <a:lnTo>
                    <a:pt x="258" y="4358"/>
                  </a:lnTo>
                  <a:cubicBezTo>
                    <a:pt x="230" y="2905"/>
                    <a:pt x="213" y="1452"/>
                    <a:pt x="173"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89" name="Google Shape;689;p50"/>
            <p:cNvSpPr/>
            <p:nvPr/>
          </p:nvSpPr>
          <p:spPr>
            <a:xfrm>
              <a:off x="1327640" y="3682104"/>
              <a:ext cx="1099509" cy="898319"/>
            </a:xfrm>
            <a:custGeom>
              <a:avLst/>
              <a:gdLst/>
              <a:ahLst/>
              <a:cxnLst/>
              <a:rect l="l" t="t" r="r" b="b"/>
              <a:pathLst>
                <a:path w="16335" h="13346" extrusionOk="0">
                  <a:moveTo>
                    <a:pt x="1" y="1"/>
                  </a:moveTo>
                  <a:lnTo>
                    <a:pt x="1" y="2323"/>
                  </a:lnTo>
                  <a:lnTo>
                    <a:pt x="1171" y="2323"/>
                  </a:lnTo>
                  <a:lnTo>
                    <a:pt x="1171" y="9354"/>
                  </a:lnTo>
                  <a:cubicBezTo>
                    <a:pt x="1171" y="11555"/>
                    <a:pt x="2962" y="13345"/>
                    <a:pt x="5163" y="13345"/>
                  </a:cubicBezTo>
                  <a:cubicBezTo>
                    <a:pt x="7363" y="13345"/>
                    <a:pt x="9153" y="11555"/>
                    <a:pt x="9153" y="9354"/>
                  </a:cubicBezTo>
                  <a:lnTo>
                    <a:pt x="9153" y="2828"/>
                  </a:lnTo>
                  <a:cubicBezTo>
                    <a:pt x="9153" y="2149"/>
                    <a:pt x="9706" y="1597"/>
                    <a:pt x="10384" y="1597"/>
                  </a:cubicBezTo>
                  <a:lnTo>
                    <a:pt x="16335" y="1597"/>
                  </a:lnTo>
                  <a:lnTo>
                    <a:pt x="16335" y="727"/>
                  </a:lnTo>
                  <a:lnTo>
                    <a:pt x="10385" y="727"/>
                  </a:lnTo>
                  <a:cubicBezTo>
                    <a:pt x="9226" y="727"/>
                    <a:pt x="8285" y="1670"/>
                    <a:pt x="8285" y="2828"/>
                  </a:cubicBezTo>
                  <a:lnTo>
                    <a:pt x="8285" y="9354"/>
                  </a:lnTo>
                  <a:cubicBezTo>
                    <a:pt x="8285" y="11075"/>
                    <a:pt x="6884" y="12476"/>
                    <a:pt x="5163" y="12476"/>
                  </a:cubicBezTo>
                  <a:cubicBezTo>
                    <a:pt x="3441" y="12476"/>
                    <a:pt x="2040" y="11075"/>
                    <a:pt x="2040" y="9354"/>
                  </a:cubicBezTo>
                  <a:lnTo>
                    <a:pt x="2040" y="2323"/>
                  </a:lnTo>
                  <a:lnTo>
                    <a:pt x="3212" y="2323"/>
                  </a:lnTo>
                  <a:lnTo>
                    <a:pt x="321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90" name="Google Shape;690;p50"/>
            <p:cNvSpPr/>
            <p:nvPr/>
          </p:nvSpPr>
          <p:spPr>
            <a:xfrm>
              <a:off x="2121170" y="3810197"/>
              <a:ext cx="3504562" cy="587616"/>
            </a:xfrm>
            <a:custGeom>
              <a:avLst/>
              <a:gdLst/>
              <a:ahLst/>
              <a:cxnLst/>
              <a:rect l="l" t="t" r="r" b="b"/>
              <a:pathLst>
                <a:path w="52066" h="8730" extrusionOk="0">
                  <a:moveTo>
                    <a:pt x="6209" y="0"/>
                  </a:moveTo>
                  <a:lnTo>
                    <a:pt x="346" y="1647"/>
                  </a:lnTo>
                  <a:lnTo>
                    <a:pt x="0" y="7363"/>
                  </a:lnTo>
                  <a:lnTo>
                    <a:pt x="52065" y="8730"/>
                  </a:lnTo>
                  <a:lnTo>
                    <a:pt x="52065" y="8730"/>
                  </a:lnTo>
                  <a:lnTo>
                    <a:pt x="51603" y="5008"/>
                  </a:lnTo>
                  <a:lnTo>
                    <a:pt x="50455" y="2768"/>
                  </a:lnTo>
                  <a:lnTo>
                    <a:pt x="4541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91" name="Google Shape;691;p50"/>
            <p:cNvSpPr/>
            <p:nvPr/>
          </p:nvSpPr>
          <p:spPr>
            <a:xfrm>
              <a:off x="2006943" y="2909510"/>
              <a:ext cx="3620941" cy="1488291"/>
            </a:xfrm>
            <a:custGeom>
              <a:avLst/>
              <a:gdLst/>
              <a:ahLst/>
              <a:cxnLst/>
              <a:rect l="l" t="t" r="r" b="b"/>
              <a:pathLst>
                <a:path w="53795" h="22111" extrusionOk="0">
                  <a:moveTo>
                    <a:pt x="21710" y="2597"/>
                  </a:moveTo>
                  <a:cubicBezTo>
                    <a:pt x="24367" y="2597"/>
                    <a:pt x="26988" y="2799"/>
                    <a:pt x="29121" y="3203"/>
                  </a:cubicBezTo>
                  <a:cubicBezTo>
                    <a:pt x="32778" y="3894"/>
                    <a:pt x="37670" y="5969"/>
                    <a:pt x="37670" y="5969"/>
                  </a:cubicBezTo>
                  <a:lnTo>
                    <a:pt x="37670" y="9822"/>
                  </a:lnTo>
                  <a:cubicBezTo>
                    <a:pt x="29775" y="8655"/>
                    <a:pt x="18850" y="7225"/>
                    <a:pt x="12725" y="7225"/>
                  </a:cubicBezTo>
                  <a:cubicBezTo>
                    <a:pt x="12303" y="7225"/>
                    <a:pt x="11904" y="7231"/>
                    <a:pt x="11531" y="7246"/>
                  </a:cubicBezTo>
                  <a:cubicBezTo>
                    <a:pt x="11531" y="7246"/>
                    <a:pt x="11877" y="3400"/>
                    <a:pt x="16126" y="2906"/>
                  </a:cubicBezTo>
                  <a:cubicBezTo>
                    <a:pt x="17896" y="2700"/>
                    <a:pt x="19812" y="2597"/>
                    <a:pt x="21710" y="2597"/>
                  </a:cubicBezTo>
                  <a:close/>
                  <a:moveTo>
                    <a:pt x="40822" y="6211"/>
                  </a:moveTo>
                  <a:cubicBezTo>
                    <a:pt x="45140" y="8502"/>
                    <a:pt x="47108" y="10680"/>
                    <a:pt x="47108" y="10680"/>
                  </a:cubicBezTo>
                  <a:lnTo>
                    <a:pt x="47108" y="11306"/>
                  </a:lnTo>
                  <a:cubicBezTo>
                    <a:pt x="47108" y="11306"/>
                    <a:pt x="44585" y="10878"/>
                    <a:pt x="40822" y="10299"/>
                  </a:cubicBezTo>
                  <a:lnTo>
                    <a:pt x="40822" y="6211"/>
                  </a:lnTo>
                  <a:close/>
                  <a:moveTo>
                    <a:pt x="19761" y="1"/>
                  </a:moveTo>
                  <a:cubicBezTo>
                    <a:pt x="12345" y="1"/>
                    <a:pt x="7248" y="1720"/>
                    <a:pt x="7248" y="1720"/>
                  </a:cubicBezTo>
                  <a:cubicBezTo>
                    <a:pt x="1516" y="6464"/>
                    <a:pt x="2768" y="13052"/>
                    <a:pt x="2768" y="13052"/>
                  </a:cubicBezTo>
                  <a:cubicBezTo>
                    <a:pt x="1" y="16280"/>
                    <a:pt x="1697" y="20744"/>
                    <a:pt x="1697" y="20744"/>
                  </a:cubicBezTo>
                  <a:lnTo>
                    <a:pt x="2065" y="20754"/>
                  </a:lnTo>
                  <a:cubicBezTo>
                    <a:pt x="2046" y="20579"/>
                    <a:pt x="2038" y="20402"/>
                    <a:pt x="2038" y="20224"/>
                  </a:cubicBezTo>
                  <a:cubicBezTo>
                    <a:pt x="2038" y="17331"/>
                    <a:pt x="4383" y="14986"/>
                    <a:pt x="7276" y="14986"/>
                  </a:cubicBezTo>
                  <a:cubicBezTo>
                    <a:pt x="10168" y="14986"/>
                    <a:pt x="12513" y="17331"/>
                    <a:pt x="12513" y="20224"/>
                  </a:cubicBezTo>
                  <a:cubicBezTo>
                    <a:pt x="12513" y="20497"/>
                    <a:pt x="12492" y="20765"/>
                    <a:pt x="12452" y="21027"/>
                  </a:cubicBezTo>
                  <a:lnTo>
                    <a:pt x="42944" y="21827"/>
                  </a:lnTo>
                  <a:cubicBezTo>
                    <a:pt x="42782" y="21322"/>
                    <a:pt x="42693" y="20784"/>
                    <a:pt x="42693" y="20224"/>
                  </a:cubicBezTo>
                  <a:cubicBezTo>
                    <a:pt x="42693" y="17331"/>
                    <a:pt x="45038" y="14986"/>
                    <a:pt x="47932" y="14986"/>
                  </a:cubicBezTo>
                  <a:cubicBezTo>
                    <a:pt x="50824" y="14986"/>
                    <a:pt x="53169" y="17331"/>
                    <a:pt x="53169" y="20224"/>
                  </a:cubicBezTo>
                  <a:cubicBezTo>
                    <a:pt x="53169" y="20880"/>
                    <a:pt x="53047" y="21507"/>
                    <a:pt x="52827" y="22087"/>
                  </a:cubicBezTo>
                  <a:lnTo>
                    <a:pt x="53762" y="22111"/>
                  </a:lnTo>
                  <a:cubicBezTo>
                    <a:pt x="53762" y="22111"/>
                    <a:pt x="53728" y="20859"/>
                    <a:pt x="53762" y="18652"/>
                  </a:cubicBezTo>
                  <a:cubicBezTo>
                    <a:pt x="53795" y="16446"/>
                    <a:pt x="53136" y="16478"/>
                    <a:pt x="51159" y="13777"/>
                  </a:cubicBezTo>
                  <a:cubicBezTo>
                    <a:pt x="49183" y="11076"/>
                    <a:pt x="48162" y="10153"/>
                    <a:pt x="48162" y="10153"/>
                  </a:cubicBezTo>
                  <a:cubicBezTo>
                    <a:pt x="38313" y="1975"/>
                    <a:pt x="27707" y="1"/>
                    <a:pt x="19761" y="1"/>
                  </a:cubicBezTo>
                  <a:close/>
                </a:path>
              </a:pathLst>
            </a:custGeom>
            <a:gradFill>
              <a:gsLst>
                <a:gs pos="0">
                  <a:schemeClr val="accent2"/>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92" name="Google Shape;692;p50"/>
            <p:cNvSpPr/>
            <p:nvPr/>
          </p:nvSpPr>
          <p:spPr>
            <a:xfrm>
              <a:off x="4769859" y="3604966"/>
              <a:ext cx="23626" cy="3769"/>
            </a:xfrm>
            <a:custGeom>
              <a:avLst/>
              <a:gdLst/>
              <a:ahLst/>
              <a:cxnLst/>
              <a:rect l="l" t="t" r="r" b="b"/>
              <a:pathLst>
                <a:path w="351" h="56" extrusionOk="0">
                  <a:moveTo>
                    <a:pt x="1" y="1"/>
                  </a:moveTo>
                  <a:lnTo>
                    <a:pt x="1" y="1"/>
                  </a:lnTo>
                  <a:cubicBezTo>
                    <a:pt x="119" y="19"/>
                    <a:pt x="235" y="37"/>
                    <a:pt x="350" y="56"/>
                  </a:cubicBezTo>
                  <a:cubicBezTo>
                    <a:pt x="236" y="37"/>
                    <a:pt x="119" y="19"/>
                    <a:pt x="1" y="1"/>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93" name="Google Shape;693;p50"/>
            <p:cNvSpPr/>
            <p:nvPr/>
          </p:nvSpPr>
          <p:spPr>
            <a:xfrm>
              <a:off x="5175273" y="3670055"/>
              <a:ext cx="2558" cy="538"/>
            </a:xfrm>
            <a:custGeom>
              <a:avLst/>
              <a:gdLst/>
              <a:ahLst/>
              <a:cxnLst/>
              <a:rect l="l" t="t" r="r" b="b"/>
              <a:pathLst>
                <a:path w="38" h="8" extrusionOk="0">
                  <a:moveTo>
                    <a:pt x="38" y="7"/>
                  </a:moveTo>
                  <a:cubicBezTo>
                    <a:pt x="38" y="7"/>
                    <a:pt x="23" y="5"/>
                    <a:pt x="1" y="0"/>
                  </a:cubicBezTo>
                  <a:cubicBezTo>
                    <a:pt x="23" y="5"/>
                    <a:pt x="38" y="7"/>
                    <a:pt x="38" y="7"/>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94" name="Google Shape;694;p50"/>
            <p:cNvSpPr/>
            <p:nvPr/>
          </p:nvSpPr>
          <p:spPr>
            <a:xfrm>
              <a:off x="5176283" y="3626774"/>
              <a:ext cx="875" cy="875"/>
            </a:xfrm>
            <a:custGeom>
              <a:avLst/>
              <a:gdLst/>
              <a:ahLst/>
              <a:cxnLst/>
              <a:rect l="l" t="t" r="r" b="b"/>
              <a:pathLst>
                <a:path w="13" h="13" extrusionOk="0">
                  <a:moveTo>
                    <a:pt x="0" y="0"/>
                  </a:moveTo>
                  <a:lnTo>
                    <a:pt x="0" y="0"/>
                  </a:lnTo>
                  <a:cubicBezTo>
                    <a:pt x="6" y="6"/>
                    <a:pt x="8" y="10"/>
                    <a:pt x="13" y="13"/>
                  </a:cubicBezTo>
                  <a:cubicBezTo>
                    <a:pt x="8" y="9"/>
                    <a:pt x="6" y="6"/>
                    <a:pt x="0" y="0"/>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95" name="Google Shape;695;p50"/>
            <p:cNvSpPr/>
            <p:nvPr/>
          </p:nvSpPr>
          <p:spPr>
            <a:xfrm>
              <a:off x="4905490" y="3626169"/>
              <a:ext cx="45973" cy="7404"/>
            </a:xfrm>
            <a:custGeom>
              <a:avLst/>
              <a:gdLst/>
              <a:ahLst/>
              <a:cxnLst/>
              <a:rect l="l" t="t" r="r" b="b"/>
              <a:pathLst>
                <a:path w="683" h="110" extrusionOk="0">
                  <a:moveTo>
                    <a:pt x="683" y="110"/>
                  </a:moveTo>
                  <a:cubicBezTo>
                    <a:pt x="464" y="74"/>
                    <a:pt x="236" y="39"/>
                    <a:pt x="0" y="1"/>
                  </a:cubicBezTo>
                  <a:cubicBezTo>
                    <a:pt x="236" y="39"/>
                    <a:pt x="464" y="74"/>
                    <a:pt x="683" y="110"/>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96" name="Google Shape;696;p50"/>
            <p:cNvSpPr/>
            <p:nvPr/>
          </p:nvSpPr>
          <p:spPr>
            <a:xfrm>
              <a:off x="4855344" y="3618293"/>
              <a:ext cx="21001" cy="3365"/>
            </a:xfrm>
            <a:custGeom>
              <a:avLst/>
              <a:gdLst/>
              <a:ahLst/>
              <a:cxnLst/>
              <a:rect l="l" t="t" r="r" b="b"/>
              <a:pathLst>
                <a:path w="312" h="50" extrusionOk="0">
                  <a:moveTo>
                    <a:pt x="311" y="50"/>
                  </a:moveTo>
                  <a:cubicBezTo>
                    <a:pt x="210" y="34"/>
                    <a:pt x="106" y="17"/>
                    <a:pt x="0" y="0"/>
                  </a:cubicBezTo>
                  <a:cubicBezTo>
                    <a:pt x="106" y="17"/>
                    <a:pt x="210" y="34"/>
                    <a:pt x="311" y="50"/>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97" name="Google Shape;697;p50"/>
            <p:cNvSpPr/>
            <p:nvPr/>
          </p:nvSpPr>
          <p:spPr>
            <a:xfrm>
              <a:off x="4880383" y="3622265"/>
              <a:ext cx="20799" cy="3298"/>
            </a:xfrm>
            <a:custGeom>
              <a:avLst/>
              <a:gdLst/>
              <a:ahLst/>
              <a:cxnLst/>
              <a:rect l="l" t="t" r="r" b="b"/>
              <a:pathLst>
                <a:path w="309" h="49" extrusionOk="0">
                  <a:moveTo>
                    <a:pt x="308" y="49"/>
                  </a:moveTo>
                  <a:cubicBezTo>
                    <a:pt x="206" y="33"/>
                    <a:pt x="105" y="16"/>
                    <a:pt x="0" y="1"/>
                  </a:cubicBezTo>
                  <a:cubicBezTo>
                    <a:pt x="105" y="16"/>
                    <a:pt x="206" y="33"/>
                    <a:pt x="308" y="49"/>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98" name="Google Shape;698;p50"/>
            <p:cNvSpPr/>
            <p:nvPr/>
          </p:nvSpPr>
          <p:spPr>
            <a:xfrm>
              <a:off x="5168138" y="3618361"/>
              <a:ext cx="3231" cy="3231"/>
            </a:xfrm>
            <a:custGeom>
              <a:avLst/>
              <a:gdLst/>
              <a:ahLst/>
              <a:cxnLst/>
              <a:rect l="l" t="t" r="r" b="b"/>
              <a:pathLst>
                <a:path w="48" h="48" extrusionOk="0">
                  <a:moveTo>
                    <a:pt x="1" y="1"/>
                  </a:moveTo>
                  <a:cubicBezTo>
                    <a:pt x="18" y="18"/>
                    <a:pt x="33" y="33"/>
                    <a:pt x="47" y="48"/>
                  </a:cubicBezTo>
                  <a:cubicBezTo>
                    <a:pt x="33" y="33"/>
                    <a:pt x="18" y="18"/>
                    <a:pt x="1" y="1"/>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99" name="Google Shape;699;p50"/>
            <p:cNvSpPr/>
            <p:nvPr/>
          </p:nvSpPr>
          <p:spPr>
            <a:xfrm>
              <a:off x="4955031" y="3634111"/>
              <a:ext cx="18174" cy="2962"/>
            </a:xfrm>
            <a:custGeom>
              <a:avLst/>
              <a:gdLst/>
              <a:ahLst/>
              <a:cxnLst/>
              <a:rect l="l" t="t" r="r" b="b"/>
              <a:pathLst>
                <a:path w="270" h="44" extrusionOk="0">
                  <a:moveTo>
                    <a:pt x="269" y="44"/>
                  </a:moveTo>
                  <a:cubicBezTo>
                    <a:pt x="182" y="30"/>
                    <a:pt x="91" y="14"/>
                    <a:pt x="1" y="0"/>
                  </a:cubicBezTo>
                  <a:cubicBezTo>
                    <a:pt x="91" y="14"/>
                    <a:pt x="182" y="30"/>
                    <a:pt x="269" y="44"/>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00" name="Google Shape;700;p50"/>
            <p:cNvSpPr/>
            <p:nvPr/>
          </p:nvSpPr>
          <p:spPr>
            <a:xfrm>
              <a:off x="4754781" y="3327510"/>
              <a:ext cx="26587" cy="14472"/>
            </a:xfrm>
            <a:custGeom>
              <a:avLst/>
              <a:gdLst/>
              <a:ahLst/>
              <a:cxnLst/>
              <a:rect l="l" t="t" r="r" b="b"/>
              <a:pathLst>
                <a:path w="395" h="215" extrusionOk="0">
                  <a:moveTo>
                    <a:pt x="0" y="1"/>
                  </a:moveTo>
                  <a:cubicBezTo>
                    <a:pt x="135" y="72"/>
                    <a:pt x="266" y="144"/>
                    <a:pt x="395" y="214"/>
                  </a:cubicBezTo>
                  <a:cubicBezTo>
                    <a:pt x="266" y="144"/>
                    <a:pt x="135" y="72"/>
                    <a:pt x="0" y="1"/>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01" name="Google Shape;701;p50"/>
            <p:cNvSpPr/>
            <p:nvPr/>
          </p:nvSpPr>
          <p:spPr>
            <a:xfrm>
              <a:off x="5174331" y="3624755"/>
              <a:ext cx="1683" cy="1750"/>
            </a:xfrm>
            <a:custGeom>
              <a:avLst/>
              <a:gdLst/>
              <a:ahLst/>
              <a:cxnLst/>
              <a:rect l="l" t="t" r="r" b="b"/>
              <a:pathLst>
                <a:path w="25" h="26" extrusionOk="0">
                  <a:moveTo>
                    <a:pt x="1" y="1"/>
                  </a:moveTo>
                  <a:cubicBezTo>
                    <a:pt x="11" y="10"/>
                    <a:pt x="18" y="19"/>
                    <a:pt x="25" y="26"/>
                  </a:cubicBezTo>
                  <a:cubicBezTo>
                    <a:pt x="18" y="19"/>
                    <a:pt x="11" y="10"/>
                    <a:pt x="1" y="1"/>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02" name="Google Shape;702;p50"/>
            <p:cNvSpPr/>
            <p:nvPr/>
          </p:nvSpPr>
          <p:spPr>
            <a:xfrm>
              <a:off x="4781571" y="3341982"/>
              <a:ext cx="376869" cy="266750"/>
            </a:xfrm>
            <a:custGeom>
              <a:avLst/>
              <a:gdLst/>
              <a:ahLst/>
              <a:cxnLst/>
              <a:rect l="l" t="t" r="r" b="b"/>
              <a:pathLst>
                <a:path w="5599" h="3963" extrusionOk="0">
                  <a:moveTo>
                    <a:pt x="1" y="1"/>
                  </a:moveTo>
                  <a:cubicBezTo>
                    <a:pt x="3128" y="1712"/>
                    <a:pt x="4940" y="3322"/>
                    <a:pt x="5598" y="3963"/>
                  </a:cubicBezTo>
                  <a:cubicBezTo>
                    <a:pt x="4940" y="3322"/>
                    <a:pt x="3126" y="1711"/>
                    <a:pt x="1" y="1"/>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03" name="Google Shape;703;p50"/>
            <p:cNvSpPr/>
            <p:nvPr/>
          </p:nvSpPr>
          <p:spPr>
            <a:xfrm>
              <a:off x="5163763" y="3613985"/>
              <a:ext cx="3971" cy="3971"/>
            </a:xfrm>
            <a:custGeom>
              <a:avLst/>
              <a:gdLst/>
              <a:ahLst/>
              <a:cxnLst/>
              <a:rect l="l" t="t" r="r" b="b"/>
              <a:pathLst>
                <a:path w="59" h="59" extrusionOk="0">
                  <a:moveTo>
                    <a:pt x="59" y="59"/>
                  </a:moveTo>
                  <a:cubicBezTo>
                    <a:pt x="42" y="40"/>
                    <a:pt x="22" y="22"/>
                    <a:pt x="1" y="1"/>
                  </a:cubicBezTo>
                  <a:cubicBezTo>
                    <a:pt x="22" y="22"/>
                    <a:pt x="42" y="40"/>
                    <a:pt x="59" y="59"/>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04" name="Google Shape;704;p50"/>
            <p:cNvSpPr/>
            <p:nvPr/>
          </p:nvSpPr>
          <p:spPr>
            <a:xfrm>
              <a:off x="5158580" y="3608870"/>
              <a:ext cx="4981" cy="4914"/>
            </a:xfrm>
            <a:custGeom>
              <a:avLst/>
              <a:gdLst/>
              <a:ahLst/>
              <a:cxnLst/>
              <a:rect l="l" t="t" r="r" b="b"/>
              <a:pathLst>
                <a:path w="74" h="73" extrusionOk="0">
                  <a:moveTo>
                    <a:pt x="0" y="1"/>
                  </a:moveTo>
                  <a:cubicBezTo>
                    <a:pt x="27" y="26"/>
                    <a:pt x="51" y="50"/>
                    <a:pt x="74" y="73"/>
                  </a:cubicBezTo>
                  <a:cubicBezTo>
                    <a:pt x="51" y="50"/>
                    <a:pt x="27" y="26"/>
                    <a:pt x="0" y="1"/>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05" name="Google Shape;705;p50"/>
            <p:cNvSpPr/>
            <p:nvPr/>
          </p:nvSpPr>
          <p:spPr>
            <a:xfrm>
              <a:off x="5171705" y="3621928"/>
              <a:ext cx="2356" cy="2423"/>
            </a:xfrm>
            <a:custGeom>
              <a:avLst/>
              <a:gdLst/>
              <a:ahLst/>
              <a:cxnLst/>
              <a:rect l="l" t="t" r="r" b="b"/>
              <a:pathLst>
                <a:path w="35" h="36" extrusionOk="0">
                  <a:moveTo>
                    <a:pt x="0" y="0"/>
                  </a:moveTo>
                  <a:cubicBezTo>
                    <a:pt x="13" y="14"/>
                    <a:pt x="24" y="26"/>
                    <a:pt x="34" y="35"/>
                  </a:cubicBezTo>
                  <a:cubicBezTo>
                    <a:pt x="24" y="26"/>
                    <a:pt x="13" y="14"/>
                    <a:pt x="0" y="0"/>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06" name="Google Shape;706;p50"/>
            <p:cNvSpPr/>
            <p:nvPr/>
          </p:nvSpPr>
          <p:spPr>
            <a:xfrm>
              <a:off x="5141550" y="3664401"/>
              <a:ext cx="7943" cy="1414"/>
            </a:xfrm>
            <a:custGeom>
              <a:avLst/>
              <a:gdLst/>
              <a:ahLst/>
              <a:cxnLst/>
              <a:rect l="l" t="t" r="r" b="b"/>
              <a:pathLst>
                <a:path w="118" h="21" extrusionOk="0">
                  <a:moveTo>
                    <a:pt x="117" y="21"/>
                  </a:moveTo>
                  <a:cubicBezTo>
                    <a:pt x="81" y="15"/>
                    <a:pt x="42" y="8"/>
                    <a:pt x="0" y="1"/>
                  </a:cubicBezTo>
                  <a:cubicBezTo>
                    <a:pt x="42" y="8"/>
                    <a:pt x="81" y="15"/>
                    <a:pt x="117" y="21"/>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07" name="Google Shape;707;p50"/>
            <p:cNvSpPr/>
            <p:nvPr/>
          </p:nvSpPr>
          <p:spPr>
            <a:xfrm>
              <a:off x="5152387" y="3666219"/>
              <a:ext cx="3567" cy="673"/>
            </a:xfrm>
            <a:custGeom>
              <a:avLst/>
              <a:gdLst/>
              <a:ahLst/>
              <a:cxnLst/>
              <a:rect l="l" t="t" r="r" b="b"/>
              <a:pathLst>
                <a:path w="53" h="10" extrusionOk="0">
                  <a:moveTo>
                    <a:pt x="53" y="9"/>
                  </a:moveTo>
                  <a:cubicBezTo>
                    <a:pt x="36" y="6"/>
                    <a:pt x="19" y="4"/>
                    <a:pt x="0" y="1"/>
                  </a:cubicBezTo>
                  <a:cubicBezTo>
                    <a:pt x="19" y="4"/>
                    <a:pt x="36" y="6"/>
                    <a:pt x="53" y="9"/>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08" name="Google Shape;708;p50"/>
            <p:cNvSpPr/>
            <p:nvPr/>
          </p:nvSpPr>
          <p:spPr>
            <a:xfrm>
              <a:off x="4977513" y="3637679"/>
              <a:ext cx="18981" cy="3164"/>
            </a:xfrm>
            <a:custGeom>
              <a:avLst/>
              <a:gdLst/>
              <a:ahLst/>
              <a:cxnLst/>
              <a:rect l="l" t="t" r="r" b="b"/>
              <a:pathLst>
                <a:path w="282" h="47" extrusionOk="0">
                  <a:moveTo>
                    <a:pt x="282" y="46"/>
                  </a:moveTo>
                  <a:cubicBezTo>
                    <a:pt x="190" y="30"/>
                    <a:pt x="96" y="16"/>
                    <a:pt x="0" y="1"/>
                  </a:cubicBezTo>
                  <a:cubicBezTo>
                    <a:pt x="96" y="16"/>
                    <a:pt x="190" y="30"/>
                    <a:pt x="282" y="46"/>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09" name="Google Shape;709;p50"/>
            <p:cNvSpPr/>
            <p:nvPr/>
          </p:nvSpPr>
          <p:spPr>
            <a:xfrm>
              <a:off x="5167869" y="3668776"/>
              <a:ext cx="2625" cy="606"/>
            </a:xfrm>
            <a:custGeom>
              <a:avLst/>
              <a:gdLst/>
              <a:ahLst/>
              <a:cxnLst/>
              <a:rect l="l" t="t" r="r" b="b"/>
              <a:pathLst>
                <a:path w="39" h="9" extrusionOk="0">
                  <a:moveTo>
                    <a:pt x="39" y="8"/>
                  </a:moveTo>
                  <a:cubicBezTo>
                    <a:pt x="27" y="7"/>
                    <a:pt x="13" y="4"/>
                    <a:pt x="1" y="1"/>
                  </a:cubicBezTo>
                  <a:cubicBezTo>
                    <a:pt x="13" y="4"/>
                    <a:pt x="27" y="7"/>
                    <a:pt x="39" y="8"/>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10" name="Google Shape;710;p50"/>
            <p:cNvSpPr/>
            <p:nvPr/>
          </p:nvSpPr>
          <p:spPr>
            <a:xfrm>
              <a:off x="5172984" y="3669651"/>
              <a:ext cx="538" cy="202"/>
            </a:xfrm>
            <a:custGeom>
              <a:avLst/>
              <a:gdLst/>
              <a:ahLst/>
              <a:cxnLst/>
              <a:rect l="l" t="t" r="r" b="b"/>
              <a:pathLst>
                <a:path w="8" h="3" extrusionOk="0">
                  <a:moveTo>
                    <a:pt x="8" y="2"/>
                  </a:moveTo>
                  <a:cubicBezTo>
                    <a:pt x="5" y="2"/>
                    <a:pt x="2" y="2"/>
                    <a:pt x="1" y="1"/>
                  </a:cubicBezTo>
                  <a:cubicBezTo>
                    <a:pt x="2" y="2"/>
                    <a:pt x="5" y="2"/>
                    <a:pt x="8" y="2"/>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11" name="Google Shape;711;p50"/>
            <p:cNvSpPr/>
            <p:nvPr/>
          </p:nvSpPr>
          <p:spPr>
            <a:xfrm>
              <a:off x="5119472" y="3660834"/>
              <a:ext cx="9558" cy="1548"/>
            </a:xfrm>
            <a:custGeom>
              <a:avLst/>
              <a:gdLst/>
              <a:ahLst/>
              <a:cxnLst/>
              <a:rect l="l" t="t" r="r" b="b"/>
              <a:pathLst>
                <a:path w="142" h="23" extrusionOk="0">
                  <a:moveTo>
                    <a:pt x="141" y="23"/>
                  </a:moveTo>
                  <a:cubicBezTo>
                    <a:pt x="96" y="16"/>
                    <a:pt x="50" y="7"/>
                    <a:pt x="0" y="0"/>
                  </a:cubicBezTo>
                  <a:cubicBezTo>
                    <a:pt x="50" y="7"/>
                    <a:pt x="96" y="16"/>
                    <a:pt x="141" y="23"/>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12" name="Google Shape;712;p50"/>
            <p:cNvSpPr/>
            <p:nvPr/>
          </p:nvSpPr>
          <p:spPr>
            <a:xfrm>
              <a:off x="5160465" y="3667565"/>
              <a:ext cx="67" cy="67"/>
            </a:xfrm>
            <a:custGeom>
              <a:avLst/>
              <a:gdLst/>
              <a:ahLst/>
              <a:cxnLst/>
              <a:rect l="l" t="t" r="r" b="b"/>
              <a:pathLst>
                <a:path w="1" h="1" extrusionOk="0">
                  <a:moveTo>
                    <a:pt x="0" y="1"/>
                  </a:moveTo>
                  <a:cubicBezTo>
                    <a:pt x="0" y="1"/>
                    <a:pt x="0" y="1"/>
                    <a:pt x="0" y="1"/>
                  </a:cubicBezTo>
                  <a:cubicBezTo>
                    <a:pt x="0" y="1"/>
                    <a:pt x="0" y="1"/>
                    <a:pt x="0" y="1"/>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13" name="Google Shape;713;p50"/>
            <p:cNvSpPr/>
            <p:nvPr/>
          </p:nvSpPr>
          <p:spPr>
            <a:xfrm>
              <a:off x="5130107" y="3662516"/>
              <a:ext cx="10635" cy="1885"/>
            </a:xfrm>
            <a:custGeom>
              <a:avLst/>
              <a:gdLst/>
              <a:ahLst/>
              <a:cxnLst/>
              <a:rect l="l" t="t" r="r" b="b"/>
              <a:pathLst>
                <a:path w="158" h="28" extrusionOk="0">
                  <a:moveTo>
                    <a:pt x="157" y="28"/>
                  </a:moveTo>
                  <a:cubicBezTo>
                    <a:pt x="108" y="19"/>
                    <a:pt x="56" y="11"/>
                    <a:pt x="0" y="1"/>
                  </a:cubicBezTo>
                  <a:cubicBezTo>
                    <a:pt x="56" y="11"/>
                    <a:pt x="108" y="19"/>
                    <a:pt x="157" y="28"/>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14" name="Google Shape;714;p50"/>
            <p:cNvSpPr/>
            <p:nvPr/>
          </p:nvSpPr>
          <p:spPr>
            <a:xfrm>
              <a:off x="5019717" y="3644477"/>
              <a:ext cx="16828" cy="2827"/>
            </a:xfrm>
            <a:custGeom>
              <a:avLst/>
              <a:gdLst/>
              <a:ahLst/>
              <a:cxnLst/>
              <a:rect l="l" t="t" r="r" b="b"/>
              <a:pathLst>
                <a:path w="250" h="42" extrusionOk="0">
                  <a:moveTo>
                    <a:pt x="250" y="41"/>
                  </a:moveTo>
                  <a:cubicBezTo>
                    <a:pt x="169" y="28"/>
                    <a:pt x="86" y="14"/>
                    <a:pt x="1" y="0"/>
                  </a:cubicBezTo>
                  <a:cubicBezTo>
                    <a:pt x="86" y="14"/>
                    <a:pt x="169" y="28"/>
                    <a:pt x="250" y="41"/>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15" name="Google Shape;715;p50"/>
            <p:cNvSpPr/>
            <p:nvPr/>
          </p:nvSpPr>
          <p:spPr>
            <a:xfrm>
              <a:off x="4997572" y="3640910"/>
              <a:ext cx="19856" cy="3231"/>
            </a:xfrm>
            <a:custGeom>
              <a:avLst/>
              <a:gdLst/>
              <a:ahLst/>
              <a:cxnLst/>
              <a:rect l="l" t="t" r="r" b="b"/>
              <a:pathLst>
                <a:path w="295" h="48" extrusionOk="0">
                  <a:moveTo>
                    <a:pt x="294" y="47"/>
                  </a:moveTo>
                  <a:cubicBezTo>
                    <a:pt x="200" y="32"/>
                    <a:pt x="101" y="16"/>
                    <a:pt x="0" y="1"/>
                  </a:cubicBezTo>
                  <a:cubicBezTo>
                    <a:pt x="101" y="16"/>
                    <a:pt x="200" y="32"/>
                    <a:pt x="294" y="47"/>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16" name="Google Shape;716;p50"/>
            <p:cNvSpPr/>
            <p:nvPr/>
          </p:nvSpPr>
          <p:spPr>
            <a:xfrm>
              <a:off x="5039507" y="3647708"/>
              <a:ext cx="14741" cy="2423"/>
            </a:xfrm>
            <a:custGeom>
              <a:avLst/>
              <a:gdLst/>
              <a:ahLst/>
              <a:cxnLst/>
              <a:rect l="l" t="t" r="r" b="b"/>
              <a:pathLst>
                <a:path w="219" h="36" extrusionOk="0">
                  <a:moveTo>
                    <a:pt x="219" y="36"/>
                  </a:moveTo>
                  <a:cubicBezTo>
                    <a:pt x="148" y="24"/>
                    <a:pt x="74" y="13"/>
                    <a:pt x="1" y="0"/>
                  </a:cubicBezTo>
                  <a:cubicBezTo>
                    <a:pt x="74" y="13"/>
                    <a:pt x="148" y="24"/>
                    <a:pt x="219" y="36"/>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17" name="Google Shape;717;p50"/>
            <p:cNvSpPr/>
            <p:nvPr/>
          </p:nvSpPr>
          <p:spPr>
            <a:xfrm>
              <a:off x="5105673" y="3658545"/>
              <a:ext cx="9154" cy="1548"/>
            </a:xfrm>
            <a:custGeom>
              <a:avLst/>
              <a:gdLst/>
              <a:ahLst/>
              <a:cxnLst/>
              <a:rect l="l" t="t" r="r" b="b"/>
              <a:pathLst>
                <a:path w="136" h="23" extrusionOk="0">
                  <a:moveTo>
                    <a:pt x="136" y="23"/>
                  </a:moveTo>
                  <a:cubicBezTo>
                    <a:pt x="92" y="14"/>
                    <a:pt x="47" y="7"/>
                    <a:pt x="0" y="0"/>
                  </a:cubicBezTo>
                  <a:cubicBezTo>
                    <a:pt x="47" y="7"/>
                    <a:pt x="92" y="14"/>
                    <a:pt x="136" y="23"/>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18" name="Google Shape;718;p50"/>
            <p:cNvSpPr/>
            <p:nvPr/>
          </p:nvSpPr>
          <p:spPr>
            <a:xfrm>
              <a:off x="5091538" y="3656189"/>
              <a:ext cx="11779" cy="1952"/>
            </a:xfrm>
            <a:custGeom>
              <a:avLst/>
              <a:gdLst/>
              <a:ahLst/>
              <a:cxnLst/>
              <a:rect l="l" t="t" r="r" b="b"/>
              <a:pathLst>
                <a:path w="175" h="29" extrusionOk="0">
                  <a:moveTo>
                    <a:pt x="175" y="28"/>
                  </a:moveTo>
                  <a:cubicBezTo>
                    <a:pt x="118" y="20"/>
                    <a:pt x="60" y="10"/>
                    <a:pt x="1" y="0"/>
                  </a:cubicBezTo>
                  <a:cubicBezTo>
                    <a:pt x="60" y="10"/>
                    <a:pt x="118" y="20"/>
                    <a:pt x="175" y="28"/>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19" name="Google Shape;719;p50"/>
            <p:cNvSpPr/>
            <p:nvPr/>
          </p:nvSpPr>
          <p:spPr>
            <a:xfrm>
              <a:off x="5057209" y="3650535"/>
              <a:ext cx="13664" cy="2356"/>
            </a:xfrm>
            <a:custGeom>
              <a:avLst/>
              <a:gdLst/>
              <a:ahLst/>
              <a:cxnLst/>
              <a:rect l="l" t="t" r="r" b="b"/>
              <a:pathLst>
                <a:path w="203" h="35" extrusionOk="0">
                  <a:moveTo>
                    <a:pt x="203" y="35"/>
                  </a:moveTo>
                  <a:cubicBezTo>
                    <a:pt x="138" y="23"/>
                    <a:pt x="70" y="12"/>
                    <a:pt x="1" y="1"/>
                  </a:cubicBezTo>
                  <a:cubicBezTo>
                    <a:pt x="70" y="12"/>
                    <a:pt x="138" y="23"/>
                    <a:pt x="203" y="35"/>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20" name="Google Shape;720;p50"/>
            <p:cNvSpPr/>
            <p:nvPr/>
          </p:nvSpPr>
          <p:spPr>
            <a:xfrm>
              <a:off x="5073903" y="3653295"/>
              <a:ext cx="14674" cy="2423"/>
            </a:xfrm>
            <a:custGeom>
              <a:avLst/>
              <a:gdLst/>
              <a:ahLst/>
              <a:cxnLst/>
              <a:rect l="l" t="t" r="r" b="b"/>
              <a:pathLst>
                <a:path w="218" h="36" extrusionOk="0">
                  <a:moveTo>
                    <a:pt x="218" y="36"/>
                  </a:moveTo>
                  <a:cubicBezTo>
                    <a:pt x="149" y="25"/>
                    <a:pt x="75" y="13"/>
                    <a:pt x="0" y="1"/>
                  </a:cubicBezTo>
                  <a:cubicBezTo>
                    <a:pt x="75" y="13"/>
                    <a:pt x="149" y="25"/>
                    <a:pt x="218" y="36"/>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21" name="Google Shape;721;p50"/>
            <p:cNvSpPr/>
            <p:nvPr/>
          </p:nvSpPr>
          <p:spPr>
            <a:xfrm>
              <a:off x="5270787" y="3615130"/>
              <a:ext cx="341935" cy="444179"/>
            </a:xfrm>
            <a:custGeom>
              <a:avLst/>
              <a:gdLst/>
              <a:ahLst/>
              <a:cxnLst/>
              <a:rect l="l" t="t" r="r" b="b"/>
              <a:pathLst>
                <a:path w="5080" h="6599" extrusionOk="0">
                  <a:moveTo>
                    <a:pt x="1" y="1"/>
                  </a:moveTo>
                  <a:lnTo>
                    <a:pt x="1" y="1"/>
                  </a:lnTo>
                  <a:cubicBezTo>
                    <a:pt x="446" y="469"/>
                    <a:pt x="1341" y="1478"/>
                    <a:pt x="2670" y="3294"/>
                  </a:cubicBezTo>
                  <a:cubicBezTo>
                    <a:pt x="4027" y="5147"/>
                    <a:pt x="4762" y="5714"/>
                    <a:pt x="5080" y="6599"/>
                  </a:cubicBezTo>
                  <a:cubicBezTo>
                    <a:pt x="4524" y="1899"/>
                    <a:pt x="1" y="1"/>
                    <a:pt x="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22" name="Google Shape;722;p50"/>
            <p:cNvSpPr/>
            <p:nvPr/>
          </p:nvSpPr>
          <p:spPr>
            <a:xfrm>
              <a:off x="4915452" y="4026466"/>
              <a:ext cx="629820" cy="573818"/>
            </a:xfrm>
            <a:custGeom>
              <a:avLst/>
              <a:gdLst/>
              <a:ahLst/>
              <a:cxnLst/>
              <a:rect l="l" t="t" r="r" b="b"/>
              <a:pathLst>
                <a:path w="9357" h="8525" extrusionOk="0">
                  <a:moveTo>
                    <a:pt x="4678" y="1"/>
                  </a:moveTo>
                  <a:cubicBezTo>
                    <a:pt x="3588" y="1"/>
                    <a:pt x="2497" y="416"/>
                    <a:pt x="1664" y="1248"/>
                  </a:cubicBezTo>
                  <a:cubicBezTo>
                    <a:pt x="1" y="2913"/>
                    <a:pt x="1" y="5612"/>
                    <a:pt x="1664" y="7275"/>
                  </a:cubicBezTo>
                  <a:cubicBezTo>
                    <a:pt x="2497" y="8108"/>
                    <a:pt x="3588" y="8524"/>
                    <a:pt x="4678" y="8524"/>
                  </a:cubicBezTo>
                  <a:cubicBezTo>
                    <a:pt x="5769" y="8524"/>
                    <a:pt x="6860" y="8108"/>
                    <a:pt x="7691" y="7275"/>
                  </a:cubicBezTo>
                  <a:cubicBezTo>
                    <a:pt x="9356" y="5612"/>
                    <a:pt x="9356" y="2913"/>
                    <a:pt x="7691" y="1248"/>
                  </a:cubicBezTo>
                  <a:cubicBezTo>
                    <a:pt x="6860" y="416"/>
                    <a:pt x="5769" y="1"/>
                    <a:pt x="4678" y="1"/>
                  </a:cubicBezTo>
                  <a:close/>
                </a:path>
              </a:pathLst>
            </a:custGeom>
            <a:gradFill>
              <a:gsLst>
                <a:gs pos="0">
                  <a:schemeClr val="lt1"/>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23" name="Google Shape;723;p50"/>
            <p:cNvSpPr/>
            <p:nvPr/>
          </p:nvSpPr>
          <p:spPr>
            <a:xfrm>
              <a:off x="5015342" y="4098152"/>
              <a:ext cx="430313" cy="430246"/>
            </a:xfrm>
            <a:custGeom>
              <a:avLst/>
              <a:gdLst/>
              <a:ahLst/>
              <a:cxnLst/>
              <a:rect l="l" t="t" r="r" b="b"/>
              <a:pathLst>
                <a:path w="6393" h="6392" extrusionOk="0">
                  <a:moveTo>
                    <a:pt x="2703" y="214"/>
                  </a:moveTo>
                  <a:lnTo>
                    <a:pt x="2703" y="1977"/>
                  </a:lnTo>
                  <a:lnTo>
                    <a:pt x="1455" y="729"/>
                  </a:lnTo>
                  <a:cubicBezTo>
                    <a:pt x="1820" y="470"/>
                    <a:pt x="2244" y="291"/>
                    <a:pt x="2703" y="214"/>
                  </a:cubicBezTo>
                  <a:close/>
                  <a:moveTo>
                    <a:pt x="3691" y="214"/>
                  </a:moveTo>
                  <a:cubicBezTo>
                    <a:pt x="4151" y="291"/>
                    <a:pt x="4575" y="470"/>
                    <a:pt x="4939" y="729"/>
                  </a:cubicBezTo>
                  <a:lnTo>
                    <a:pt x="3691" y="1977"/>
                  </a:lnTo>
                  <a:lnTo>
                    <a:pt x="3691" y="214"/>
                  </a:lnTo>
                  <a:close/>
                  <a:moveTo>
                    <a:pt x="751" y="1423"/>
                  </a:moveTo>
                  <a:lnTo>
                    <a:pt x="2005" y="2675"/>
                  </a:lnTo>
                  <a:lnTo>
                    <a:pt x="220" y="2675"/>
                  </a:lnTo>
                  <a:cubicBezTo>
                    <a:pt x="300" y="2213"/>
                    <a:pt x="487" y="1788"/>
                    <a:pt x="751" y="1423"/>
                  </a:cubicBezTo>
                  <a:close/>
                  <a:moveTo>
                    <a:pt x="5642" y="1423"/>
                  </a:moveTo>
                  <a:cubicBezTo>
                    <a:pt x="5908" y="1788"/>
                    <a:pt x="6093" y="2213"/>
                    <a:pt x="6173" y="2675"/>
                  </a:cubicBezTo>
                  <a:lnTo>
                    <a:pt x="4390" y="2675"/>
                  </a:lnTo>
                  <a:lnTo>
                    <a:pt x="5642" y="1423"/>
                  </a:lnTo>
                  <a:close/>
                  <a:moveTo>
                    <a:pt x="3197" y="2812"/>
                  </a:moveTo>
                  <a:cubicBezTo>
                    <a:pt x="2985" y="2812"/>
                    <a:pt x="2814" y="2985"/>
                    <a:pt x="2814" y="3197"/>
                  </a:cubicBezTo>
                  <a:cubicBezTo>
                    <a:pt x="2814" y="3407"/>
                    <a:pt x="2985" y="3580"/>
                    <a:pt x="3197" y="3580"/>
                  </a:cubicBezTo>
                  <a:cubicBezTo>
                    <a:pt x="3409" y="3580"/>
                    <a:pt x="3581" y="3407"/>
                    <a:pt x="3581" y="3197"/>
                  </a:cubicBezTo>
                  <a:cubicBezTo>
                    <a:pt x="3581" y="2985"/>
                    <a:pt x="3409" y="2812"/>
                    <a:pt x="3197" y="2812"/>
                  </a:cubicBezTo>
                  <a:close/>
                  <a:moveTo>
                    <a:pt x="3197" y="2258"/>
                  </a:moveTo>
                  <a:cubicBezTo>
                    <a:pt x="3714" y="2258"/>
                    <a:pt x="4135" y="2678"/>
                    <a:pt x="4135" y="3197"/>
                  </a:cubicBezTo>
                  <a:cubicBezTo>
                    <a:pt x="4135" y="3714"/>
                    <a:pt x="3714" y="4134"/>
                    <a:pt x="3197" y="4134"/>
                  </a:cubicBezTo>
                  <a:cubicBezTo>
                    <a:pt x="2679" y="4134"/>
                    <a:pt x="2258" y="3714"/>
                    <a:pt x="2258" y="3197"/>
                  </a:cubicBezTo>
                  <a:cubicBezTo>
                    <a:pt x="2258" y="2678"/>
                    <a:pt x="2679" y="2258"/>
                    <a:pt x="3197" y="2258"/>
                  </a:cubicBezTo>
                  <a:close/>
                  <a:moveTo>
                    <a:pt x="2004" y="3663"/>
                  </a:moveTo>
                  <a:lnTo>
                    <a:pt x="729" y="4938"/>
                  </a:lnTo>
                  <a:cubicBezTo>
                    <a:pt x="466" y="4566"/>
                    <a:pt x="285" y="4132"/>
                    <a:pt x="211" y="3663"/>
                  </a:cubicBezTo>
                  <a:close/>
                  <a:moveTo>
                    <a:pt x="6183" y="3663"/>
                  </a:moveTo>
                  <a:cubicBezTo>
                    <a:pt x="6110" y="4132"/>
                    <a:pt x="5929" y="4566"/>
                    <a:pt x="5665" y="4938"/>
                  </a:cubicBezTo>
                  <a:lnTo>
                    <a:pt x="4390" y="3663"/>
                  </a:lnTo>
                  <a:close/>
                  <a:moveTo>
                    <a:pt x="2703" y="4363"/>
                  </a:moveTo>
                  <a:lnTo>
                    <a:pt x="2703" y="6178"/>
                  </a:lnTo>
                  <a:cubicBezTo>
                    <a:pt x="2231" y="6100"/>
                    <a:pt x="1796" y="5912"/>
                    <a:pt x="1424" y="5642"/>
                  </a:cubicBezTo>
                  <a:lnTo>
                    <a:pt x="2703" y="4363"/>
                  </a:lnTo>
                  <a:close/>
                  <a:moveTo>
                    <a:pt x="3691" y="4363"/>
                  </a:moveTo>
                  <a:lnTo>
                    <a:pt x="4971" y="5642"/>
                  </a:lnTo>
                  <a:cubicBezTo>
                    <a:pt x="4599" y="5912"/>
                    <a:pt x="4163" y="6100"/>
                    <a:pt x="3691" y="6178"/>
                  </a:cubicBezTo>
                  <a:lnTo>
                    <a:pt x="3691" y="4363"/>
                  </a:lnTo>
                  <a:close/>
                  <a:moveTo>
                    <a:pt x="3197" y="1"/>
                  </a:moveTo>
                  <a:cubicBezTo>
                    <a:pt x="1435" y="1"/>
                    <a:pt x="1" y="1434"/>
                    <a:pt x="1" y="3197"/>
                  </a:cubicBezTo>
                  <a:cubicBezTo>
                    <a:pt x="1" y="4958"/>
                    <a:pt x="1435" y="6391"/>
                    <a:pt x="3197" y="6391"/>
                  </a:cubicBezTo>
                  <a:cubicBezTo>
                    <a:pt x="4959" y="6391"/>
                    <a:pt x="6393" y="4958"/>
                    <a:pt x="6393" y="3197"/>
                  </a:cubicBezTo>
                  <a:cubicBezTo>
                    <a:pt x="6393" y="1434"/>
                    <a:pt x="4959" y="1"/>
                    <a:pt x="3197" y="1"/>
                  </a:cubicBezTo>
                  <a:close/>
                </a:path>
              </a:pathLst>
            </a:custGeom>
            <a:solidFill>
              <a:srgbClr val="DFDFD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24" name="Google Shape;724;p50"/>
            <p:cNvSpPr/>
            <p:nvPr/>
          </p:nvSpPr>
          <p:spPr>
            <a:xfrm>
              <a:off x="2177442" y="4026399"/>
              <a:ext cx="629820" cy="573818"/>
            </a:xfrm>
            <a:custGeom>
              <a:avLst/>
              <a:gdLst/>
              <a:ahLst/>
              <a:cxnLst/>
              <a:rect l="l" t="t" r="r" b="b"/>
              <a:pathLst>
                <a:path w="9357" h="8525" extrusionOk="0">
                  <a:moveTo>
                    <a:pt x="4679" y="0"/>
                  </a:moveTo>
                  <a:cubicBezTo>
                    <a:pt x="3588" y="0"/>
                    <a:pt x="2498" y="417"/>
                    <a:pt x="1666" y="1249"/>
                  </a:cubicBezTo>
                  <a:cubicBezTo>
                    <a:pt x="1" y="2913"/>
                    <a:pt x="1" y="5611"/>
                    <a:pt x="1666" y="7276"/>
                  </a:cubicBezTo>
                  <a:cubicBezTo>
                    <a:pt x="2498" y="8108"/>
                    <a:pt x="3588" y="8524"/>
                    <a:pt x="4679" y="8524"/>
                  </a:cubicBezTo>
                  <a:cubicBezTo>
                    <a:pt x="5770" y="8524"/>
                    <a:pt x="6860" y="8108"/>
                    <a:pt x="7693" y="7276"/>
                  </a:cubicBezTo>
                  <a:cubicBezTo>
                    <a:pt x="9357" y="5611"/>
                    <a:pt x="9357" y="2913"/>
                    <a:pt x="7693" y="1249"/>
                  </a:cubicBezTo>
                  <a:cubicBezTo>
                    <a:pt x="6860" y="417"/>
                    <a:pt x="5770" y="0"/>
                    <a:pt x="4679" y="0"/>
                  </a:cubicBezTo>
                  <a:close/>
                </a:path>
              </a:pathLst>
            </a:custGeom>
            <a:gradFill>
              <a:gsLst>
                <a:gs pos="0">
                  <a:schemeClr val="lt1"/>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25" name="Google Shape;725;p50"/>
            <p:cNvSpPr/>
            <p:nvPr/>
          </p:nvSpPr>
          <p:spPr>
            <a:xfrm>
              <a:off x="2277331" y="4098152"/>
              <a:ext cx="430313" cy="430246"/>
            </a:xfrm>
            <a:custGeom>
              <a:avLst/>
              <a:gdLst/>
              <a:ahLst/>
              <a:cxnLst/>
              <a:rect l="l" t="t" r="r" b="b"/>
              <a:pathLst>
                <a:path w="6393" h="6392" extrusionOk="0">
                  <a:moveTo>
                    <a:pt x="2704" y="214"/>
                  </a:moveTo>
                  <a:lnTo>
                    <a:pt x="2704" y="1977"/>
                  </a:lnTo>
                  <a:lnTo>
                    <a:pt x="1455" y="729"/>
                  </a:lnTo>
                  <a:cubicBezTo>
                    <a:pt x="1820" y="470"/>
                    <a:pt x="2244" y="291"/>
                    <a:pt x="2704" y="214"/>
                  </a:cubicBezTo>
                  <a:close/>
                  <a:moveTo>
                    <a:pt x="3692" y="214"/>
                  </a:moveTo>
                  <a:cubicBezTo>
                    <a:pt x="4151" y="291"/>
                    <a:pt x="4575" y="470"/>
                    <a:pt x="4940" y="729"/>
                  </a:cubicBezTo>
                  <a:lnTo>
                    <a:pt x="3692" y="1977"/>
                  </a:lnTo>
                  <a:lnTo>
                    <a:pt x="3692" y="214"/>
                  </a:lnTo>
                  <a:close/>
                  <a:moveTo>
                    <a:pt x="752" y="1423"/>
                  </a:moveTo>
                  <a:lnTo>
                    <a:pt x="2005" y="2675"/>
                  </a:lnTo>
                  <a:lnTo>
                    <a:pt x="220" y="2675"/>
                  </a:lnTo>
                  <a:cubicBezTo>
                    <a:pt x="301" y="2213"/>
                    <a:pt x="487" y="1788"/>
                    <a:pt x="752" y="1423"/>
                  </a:cubicBezTo>
                  <a:close/>
                  <a:moveTo>
                    <a:pt x="5642" y="1423"/>
                  </a:moveTo>
                  <a:cubicBezTo>
                    <a:pt x="5908" y="1788"/>
                    <a:pt x="6094" y="2213"/>
                    <a:pt x="6175" y="2675"/>
                  </a:cubicBezTo>
                  <a:lnTo>
                    <a:pt x="4390" y="2675"/>
                  </a:lnTo>
                  <a:lnTo>
                    <a:pt x="5642" y="1423"/>
                  </a:lnTo>
                  <a:close/>
                  <a:moveTo>
                    <a:pt x="3197" y="2812"/>
                  </a:moveTo>
                  <a:cubicBezTo>
                    <a:pt x="2986" y="2812"/>
                    <a:pt x="2814" y="2985"/>
                    <a:pt x="2814" y="3197"/>
                  </a:cubicBezTo>
                  <a:cubicBezTo>
                    <a:pt x="2814" y="3407"/>
                    <a:pt x="2986" y="3580"/>
                    <a:pt x="3197" y="3580"/>
                  </a:cubicBezTo>
                  <a:cubicBezTo>
                    <a:pt x="3409" y="3580"/>
                    <a:pt x="3581" y="3407"/>
                    <a:pt x="3581" y="3197"/>
                  </a:cubicBezTo>
                  <a:cubicBezTo>
                    <a:pt x="3581" y="2985"/>
                    <a:pt x="3409" y="2812"/>
                    <a:pt x="3197" y="2812"/>
                  </a:cubicBezTo>
                  <a:close/>
                  <a:moveTo>
                    <a:pt x="3197" y="2258"/>
                  </a:moveTo>
                  <a:cubicBezTo>
                    <a:pt x="3716" y="2258"/>
                    <a:pt x="4135" y="2678"/>
                    <a:pt x="4135" y="3197"/>
                  </a:cubicBezTo>
                  <a:cubicBezTo>
                    <a:pt x="4135" y="3714"/>
                    <a:pt x="3716" y="4134"/>
                    <a:pt x="3197" y="4134"/>
                  </a:cubicBezTo>
                  <a:cubicBezTo>
                    <a:pt x="2679" y="4134"/>
                    <a:pt x="2258" y="3714"/>
                    <a:pt x="2258" y="3197"/>
                  </a:cubicBezTo>
                  <a:cubicBezTo>
                    <a:pt x="2258" y="2678"/>
                    <a:pt x="2679" y="2258"/>
                    <a:pt x="3197" y="2258"/>
                  </a:cubicBezTo>
                  <a:close/>
                  <a:moveTo>
                    <a:pt x="2005" y="3663"/>
                  </a:moveTo>
                  <a:lnTo>
                    <a:pt x="730" y="4938"/>
                  </a:lnTo>
                  <a:cubicBezTo>
                    <a:pt x="466" y="4566"/>
                    <a:pt x="285" y="4132"/>
                    <a:pt x="212" y="3663"/>
                  </a:cubicBezTo>
                  <a:close/>
                  <a:moveTo>
                    <a:pt x="6183" y="3663"/>
                  </a:moveTo>
                  <a:cubicBezTo>
                    <a:pt x="6110" y="4132"/>
                    <a:pt x="5929" y="4566"/>
                    <a:pt x="5665" y="4938"/>
                  </a:cubicBezTo>
                  <a:lnTo>
                    <a:pt x="4390" y="3663"/>
                  </a:lnTo>
                  <a:close/>
                  <a:moveTo>
                    <a:pt x="2704" y="4363"/>
                  </a:moveTo>
                  <a:lnTo>
                    <a:pt x="2704" y="6178"/>
                  </a:lnTo>
                  <a:cubicBezTo>
                    <a:pt x="2231" y="6100"/>
                    <a:pt x="1796" y="5912"/>
                    <a:pt x="1424" y="5642"/>
                  </a:cubicBezTo>
                  <a:lnTo>
                    <a:pt x="2704" y="4363"/>
                  </a:lnTo>
                  <a:close/>
                  <a:moveTo>
                    <a:pt x="3692" y="4363"/>
                  </a:moveTo>
                  <a:lnTo>
                    <a:pt x="4971" y="5642"/>
                  </a:lnTo>
                  <a:cubicBezTo>
                    <a:pt x="4599" y="5912"/>
                    <a:pt x="4164" y="6100"/>
                    <a:pt x="3692" y="6178"/>
                  </a:cubicBezTo>
                  <a:lnTo>
                    <a:pt x="3692" y="4363"/>
                  </a:lnTo>
                  <a:close/>
                  <a:moveTo>
                    <a:pt x="3197" y="1"/>
                  </a:moveTo>
                  <a:cubicBezTo>
                    <a:pt x="1436" y="1"/>
                    <a:pt x="1" y="1434"/>
                    <a:pt x="1" y="3197"/>
                  </a:cubicBezTo>
                  <a:cubicBezTo>
                    <a:pt x="1" y="4958"/>
                    <a:pt x="1436" y="6391"/>
                    <a:pt x="3197" y="6391"/>
                  </a:cubicBezTo>
                  <a:cubicBezTo>
                    <a:pt x="4959" y="6391"/>
                    <a:pt x="6393" y="4958"/>
                    <a:pt x="6393" y="3197"/>
                  </a:cubicBezTo>
                  <a:cubicBezTo>
                    <a:pt x="6393" y="1434"/>
                    <a:pt x="4959" y="1"/>
                    <a:pt x="3197" y="1"/>
                  </a:cubicBezTo>
                  <a:close/>
                </a:path>
              </a:pathLst>
            </a:custGeom>
            <a:solidFill>
              <a:srgbClr val="DFDFD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26" name="Google Shape;726;p50"/>
            <p:cNvSpPr/>
            <p:nvPr/>
          </p:nvSpPr>
          <p:spPr>
            <a:xfrm>
              <a:off x="2220925" y="3040295"/>
              <a:ext cx="268567" cy="395110"/>
            </a:xfrm>
            <a:custGeom>
              <a:avLst/>
              <a:gdLst/>
              <a:ahLst/>
              <a:cxnLst/>
              <a:rect l="l" t="t" r="r" b="b"/>
              <a:pathLst>
                <a:path w="3990" h="5870" extrusionOk="0">
                  <a:moveTo>
                    <a:pt x="3811" y="1"/>
                  </a:moveTo>
                  <a:cubicBezTo>
                    <a:pt x="1670" y="1864"/>
                    <a:pt x="558" y="3984"/>
                    <a:pt x="1" y="5869"/>
                  </a:cubicBezTo>
                  <a:lnTo>
                    <a:pt x="624" y="5573"/>
                  </a:lnTo>
                  <a:cubicBezTo>
                    <a:pt x="1188" y="5304"/>
                    <a:pt x="1674" y="4898"/>
                    <a:pt x="2040" y="4392"/>
                  </a:cubicBezTo>
                  <a:lnTo>
                    <a:pt x="3164" y="2836"/>
                  </a:lnTo>
                  <a:cubicBezTo>
                    <a:pt x="3755" y="2018"/>
                    <a:pt x="3990" y="994"/>
                    <a:pt x="381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27" name="Google Shape;727;p50"/>
            <p:cNvSpPr/>
            <p:nvPr/>
          </p:nvSpPr>
          <p:spPr>
            <a:xfrm>
              <a:off x="713225" y="4582521"/>
              <a:ext cx="5046298" cy="35203"/>
            </a:xfrm>
            <a:custGeom>
              <a:avLst/>
              <a:gdLst/>
              <a:ahLst/>
              <a:cxnLst/>
              <a:rect l="l" t="t" r="r" b="b"/>
              <a:pathLst>
                <a:path w="74971" h="523" extrusionOk="0">
                  <a:moveTo>
                    <a:pt x="262" y="1"/>
                  </a:moveTo>
                  <a:cubicBezTo>
                    <a:pt x="118" y="1"/>
                    <a:pt x="0" y="118"/>
                    <a:pt x="0" y="262"/>
                  </a:cubicBezTo>
                  <a:cubicBezTo>
                    <a:pt x="0" y="407"/>
                    <a:pt x="118" y="522"/>
                    <a:pt x="262" y="522"/>
                  </a:cubicBezTo>
                  <a:lnTo>
                    <a:pt x="74709" y="522"/>
                  </a:lnTo>
                  <a:cubicBezTo>
                    <a:pt x="74854" y="522"/>
                    <a:pt x="74971" y="407"/>
                    <a:pt x="74971" y="262"/>
                  </a:cubicBezTo>
                  <a:cubicBezTo>
                    <a:pt x="74971" y="118"/>
                    <a:pt x="74854" y="1"/>
                    <a:pt x="7470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28" name="Google Shape;728;p50"/>
            <p:cNvSpPr/>
            <p:nvPr/>
          </p:nvSpPr>
          <p:spPr>
            <a:xfrm>
              <a:off x="2605136" y="3533885"/>
              <a:ext cx="2346965" cy="844808"/>
            </a:xfrm>
            <a:custGeom>
              <a:avLst/>
              <a:gdLst/>
              <a:ahLst/>
              <a:cxnLst/>
              <a:rect l="l" t="t" r="r" b="b"/>
              <a:pathLst>
                <a:path w="34868" h="12551" extrusionOk="0">
                  <a:moveTo>
                    <a:pt x="0" y="1"/>
                  </a:moveTo>
                  <a:cubicBezTo>
                    <a:pt x="6310" y="6464"/>
                    <a:pt x="5441" y="8785"/>
                    <a:pt x="5441" y="8785"/>
                  </a:cubicBezTo>
                  <a:lnTo>
                    <a:pt x="33794" y="10942"/>
                  </a:lnTo>
                  <a:cubicBezTo>
                    <a:pt x="33249" y="8390"/>
                    <a:pt x="34868" y="3915"/>
                    <a:pt x="34868" y="3915"/>
                  </a:cubicBezTo>
                  <a:cubicBezTo>
                    <a:pt x="17659" y="1253"/>
                    <a:pt x="1" y="1"/>
                    <a:pt x="0" y="1"/>
                  </a:cubicBezTo>
                  <a:close/>
                  <a:moveTo>
                    <a:pt x="3405" y="9441"/>
                  </a:moveTo>
                  <a:lnTo>
                    <a:pt x="3405" y="9441"/>
                  </a:lnTo>
                  <a:cubicBezTo>
                    <a:pt x="3548" y="9919"/>
                    <a:pt x="3626" y="10424"/>
                    <a:pt x="3626" y="10948"/>
                  </a:cubicBezTo>
                  <a:cubicBezTo>
                    <a:pt x="3626" y="11221"/>
                    <a:pt x="3605" y="11488"/>
                    <a:pt x="3565" y="11751"/>
                  </a:cubicBezTo>
                  <a:lnTo>
                    <a:pt x="34058" y="12551"/>
                  </a:lnTo>
                  <a:cubicBezTo>
                    <a:pt x="33975" y="12295"/>
                    <a:pt x="33912" y="12031"/>
                    <a:pt x="33870" y="11758"/>
                  </a:cubicBezTo>
                  <a:cubicBezTo>
                    <a:pt x="25641" y="11618"/>
                    <a:pt x="17409" y="11441"/>
                    <a:pt x="9199" y="10866"/>
                  </a:cubicBezTo>
                  <a:cubicBezTo>
                    <a:pt x="8037" y="10785"/>
                    <a:pt x="6864" y="10685"/>
                    <a:pt x="5736" y="10384"/>
                  </a:cubicBezTo>
                  <a:cubicBezTo>
                    <a:pt x="4914" y="10163"/>
                    <a:pt x="4173" y="9795"/>
                    <a:pt x="3405" y="944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29" name="Google Shape;729;p50"/>
            <p:cNvSpPr/>
            <p:nvPr/>
          </p:nvSpPr>
          <p:spPr>
            <a:xfrm>
              <a:off x="2603992" y="2972513"/>
              <a:ext cx="2585512" cy="1303727"/>
            </a:xfrm>
            <a:custGeom>
              <a:avLst/>
              <a:gdLst/>
              <a:ahLst/>
              <a:cxnLst/>
              <a:rect l="l" t="t" r="r" b="b"/>
              <a:pathLst>
                <a:path w="38412" h="19369" extrusionOk="0">
                  <a:moveTo>
                    <a:pt x="12844" y="1662"/>
                  </a:moveTo>
                  <a:cubicBezTo>
                    <a:pt x="13608" y="1662"/>
                    <a:pt x="14368" y="1678"/>
                    <a:pt x="15115" y="1712"/>
                  </a:cubicBezTo>
                  <a:lnTo>
                    <a:pt x="15115" y="6912"/>
                  </a:lnTo>
                  <a:cubicBezTo>
                    <a:pt x="10286" y="6379"/>
                    <a:pt x="6533" y="6112"/>
                    <a:pt x="3880" y="6112"/>
                  </a:cubicBezTo>
                  <a:cubicBezTo>
                    <a:pt x="3454" y="6112"/>
                    <a:pt x="3055" y="6119"/>
                    <a:pt x="2685" y="6133"/>
                  </a:cubicBezTo>
                  <a:cubicBezTo>
                    <a:pt x="2815" y="5374"/>
                    <a:pt x="3554" y="2400"/>
                    <a:pt x="7256" y="1970"/>
                  </a:cubicBezTo>
                  <a:cubicBezTo>
                    <a:pt x="9027" y="1765"/>
                    <a:pt x="10945" y="1662"/>
                    <a:pt x="12844" y="1662"/>
                  </a:cubicBezTo>
                  <a:close/>
                  <a:moveTo>
                    <a:pt x="3633" y="7354"/>
                  </a:moveTo>
                  <a:cubicBezTo>
                    <a:pt x="3612" y="7354"/>
                    <a:pt x="3595" y="7371"/>
                    <a:pt x="3593" y="7392"/>
                  </a:cubicBezTo>
                  <a:lnTo>
                    <a:pt x="3571" y="8171"/>
                  </a:lnTo>
                  <a:cubicBezTo>
                    <a:pt x="3569" y="8192"/>
                    <a:pt x="3586" y="8209"/>
                    <a:pt x="3608" y="8211"/>
                  </a:cubicBezTo>
                  <a:lnTo>
                    <a:pt x="6231" y="8290"/>
                  </a:lnTo>
                  <a:cubicBezTo>
                    <a:pt x="6232" y="8290"/>
                    <a:pt x="6233" y="8290"/>
                    <a:pt x="6233" y="8290"/>
                  </a:cubicBezTo>
                  <a:cubicBezTo>
                    <a:pt x="6253" y="8290"/>
                    <a:pt x="6269" y="8273"/>
                    <a:pt x="6271" y="8253"/>
                  </a:cubicBezTo>
                  <a:lnTo>
                    <a:pt x="6293" y="7473"/>
                  </a:lnTo>
                  <a:cubicBezTo>
                    <a:pt x="6295" y="7453"/>
                    <a:pt x="6278" y="7435"/>
                    <a:pt x="6256" y="7435"/>
                  </a:cubicBezTo>
                  <a:lnTo>
                    <a:pt x="3633" y="7354"/>
                  </a:lnTo>
                  <a:close/>
                  <a:moveTo>
                    <a:pt x="16627" y="1803"/>
                  </a:moveTo>
                  <a:cubicBezTo>
                    <a:pt x="17923" y="1904"/>
                    <a:pt x="19152" y="2059"/>
                    <a:pt x="20251" y="2267"/>
                  </a:cubicBezTo>
                  <a:cubicBezTo>
                    <a:pt x="23908" y="2958"/>
                    <a:pt x="28800" y="5033"/>
                    <a:pt x="28800" y="5033"/>
                  </a:cubicBezTo>
                  <a:lnTo>
                    <a:pt x="28800" y="8711"/>
                  </a:lnTo>
                  <a:cubicBezTo>
                    <a:pt x="26588" y="8385"/>
                    <a:pt x="24144" y="8037"/>
                    <a:pt x="21643" y="7707"/>
                  </a:cubicBezTo>
                  <a:cubicBezTo>
                    <a:pt x="20131" y="7510"/>
                    <a:pt x="18694" y="7329"/>
                    <a:pt x="17331" y="7166"/>
                  </a:cubicBezTo>
                  <a:lnTo>
                    <a:pt x="16627" y="1803"/>
                  </a:lnTo>
                  <a:close/>
                  <a:moveTo>
                    <a:pt x="17378" y="8636"/>
                  </a:moveTo>
                  <a:cubicBezTo>
                    <a:pt x="17343" y="8636"/>
                    <a:pt x="17312" y="8661"/>
                    <a:pt x="17307" y="8698"/>
                  </a:cubicBezTo>
                  <a:lnTo>
                    <a:pt x="17218" y="9406"/>
                  </a:lnTo>
                  <a:cubicBezTo>
                    <a:pt x="17214" y="9446"/>
                    <a:pt x="17240" y="9481"/>
                    <a:pt x="17280" y="9486"/>
                  </a:cubicBezTo>
                  <a:lnTo>
                    <a:pt x="19819" y="9804"/>
                  </a:lnTo>
                  <a:cubicBezTo>
                    <a:pt x="19822" y="9804"/>
                    <a:pt x="19825" y="9804"/>
                    <a:pt x="19829" y="9804"/>
                  </a:cubicBezTo>
                  <a:cubicBezTo>
                    <a:pt x="19864" y="9804"/>
                    <a:pt x="19894" y="9778"/>
                    <a:pt x="19899" y="9741"/>
                  </a:cubicBezTo>
                  <a:lnTo>
                    <a:pt x="19987" y="9033"/>
                  </a:lnTo>
                  <a:cubicBezTo>
                    <a:pt x="19993" y="8994"/>
                    <a:pt x="19964" y="8958"/>
                    <a:pt x="19926" y="8954"/>
                  </a:cubicBezTo>
                  <a:lnTo>
                    <a:pt x="17386" y="8636"/>
                  </a:lnTo>
                  <a:cubicBezTo>
                    <a:pt x="17383" y="8636"/>
                    <a:pt x="17381" y="8636"/>
                    <a:pt x="17378" y="8636"/>
                  </a:cubicBezTo>
                  <a:close/>
                  <a:moveTo>
                    <a:pt x="31952" y="5488"/>
                  </a:moveTo>
                  <a:cubicBezTo>
                    <a:pt x="35794" y="7542"/>
                    <a:pt x="37750" y="9487"/>
                    <a:pt x="38064" y="9814"/>
                  </a:cubicBezTo>
                  <a:lnTo>
                    <a:pt x="38064" y="10164"/>
                  </a:lnTo>
                  <a:cubicBezTo>
                    <a:pt x="37391" y="10052"/>
                    <a:pt x="35098" y="9672"/>
                    <a:pt x="31952" y="9187"/>
                  </a:cubicBezTo>
                  <a:lnTo>
                    <a:pt x="31952" y="5488"/>
                  </a:lnTo>
                  <a:close/>
                  <a:moveTo>
                    <a:pt x="3840" y="6462"/>
                  </a:moveTo>
                  <a:cubicBezTo>
                    <a:pt x="7006" y="6462"/>
                    <a:pt x="11482" y="6849"/>
                    <a:pt x="16161" y="7385"/>
                  </a:cubicBezTo>
                  <a:lnTo>
                    <a:pt x="16148" y="18518"/>
                  </a:lnTo>
                  <a:cubicBezTo>
                    <a:pt x="11869" y="18160"/>
                    <a:pt x="6830" y="16744"/>
                    <a:pt x="3366" y="12595"/>
                  </a:cubicBezTo>
                  <a:cubicBezTo>
                    <a:pt x="1210" y="10013"/>
                    <a:pt x="547" y="7402"/>
                    <a:pt x="406" y="6732"/>
                  </a:cubicBezTo>
                  <a:cubicBezTo>
                    <a:pt x="1200" y="6544"/>
                    <a:pt x="2381" y="6462"/>
                    <a:pt x="3840" y="6462"/>
                  </a:cubicBezTo>
                  <a:close/>
                  <a:moveTo>
                    <a:pt x="16334" y="7405"/>
                  </a:moveTo>
                  <a:cubicBezTo>
                    <a:pt x="22586" y="8124"/>
                    <a:pt x="29176" y="9104"/>
                    <a:pt x="33469" y="9775"/>
                  </a:cubicBezTo>
                  <a:cubicBezTo>
                    <a:pt x="33686" y="15856"/>
                    <a:pt x="32253" y="18211"/>
                    <a:pt x="31623" y="18944"/>
                  </a:cubicBezTo>
                  <a:cubicBezTo>
                    <a:pt x="31482" y="19108"/>
                    <a:pt x="31277" y="19195"/>
                    <a:pt x="31060" y="19195"/>
                  </a:cubicBezTo>
                  <a:cubicBezTo>
                    <a:pt x="31051" y="19195"/>
                    <a:pt x="31043" y="19195"/>
                    <a:pt x="31035" y="19195"/>
                  </a:cubicBezTo>
                  <a:lnTo>
                    <a:pt x="18603" y="18618"/>
                  </a:lnTo>
                  <a:cubicBezTo>
                    <a:pt x="17879" y="18618"/>
                    <a:pt x="17115" y="18593"/>
                    <a:pt x="16322" y="18532"/>
                  </a:cubicBezTo>
                  <a:lnTo>
                    <a:pt x="16334" y="7405"/>
                  </a:lnTo>
                  <a:close/>
                  <a:moveTo>
                    <a:pt x="11164" y="1"/>
                  </a:moveTo>
                  <a:cubicBezTo>
                    <a:pt x="6889" y="1"/>
                    <a:pt x="3779" y="904"/>
                    <a:pt x="1889" y="2701"/>
                  </a:cubicBezTo>
                  <a:cubicBezTo>
                    <a:pt x="0" y="4499"/>
                    <a:pt x="109" y="6509"/>
                    <a:pt x="115" y="6594"/>
                  </a:cubicBezTo>
                  <a:lnTo>
                    <a:pt x="129" y="6801"/>
                  </a:lnTo>
                  <a:lnTo>
                    <a:pt x="238" y="6775"/>
                  </a:lnTo>
                  <a:cubicBezTo>
                    <a:pt x="386" y="7471"/>
                    <a:pt x="1060" y="10102"/>
                    <a:pt x="3226" y="12698"/>
                  </a:cubicBezTo>
                  <a:cubicBezTo>
                    <a:pt x="7427" y="17735"/>
                    <a:pt x="13906" y="18792"/>
                    <a:pt x="18599" y="18792"/>
                  </a:cubicBezTo>
                  <a:lnTo>
                    <a:pt x="31027" y="19367"/>
                  </a:lnTo>
                  <a:cubicBezTo>
                    <a:pt x="31042" y="19369"/>
                    <a:pt x="31057" y="19369"/>
                    <a:pt x="31071" y="19369"/>
                  </a:cubicBezTo>
                  <a:cubicBezTo>
                    <a:pt x="31337" y="19369"/>
                    <a:pt x="31584" y="19257"/>
                    <a:pt x="31754" y="19058"/>
                  </a:cubicBezTo>
                  <a:cubicBezTo>
                    <a:pt x="32397" y="18310"/>
                    <a:pt x="33856" y="15920"/>
                    <a:pt x="33644" y="9804"/>
                  </a:cubicBezTo>
                  <a:lnTo>
                    <a:pt x="33644" y="9804"/>
                  </a:lnTo>
                  <a:cubicBezTo>
                    <a:pt x="36376" y="10232"/>
                    <a:pt x="38134" y="10529"/>
                    <a:pt x="38208" y="10541"/>
                  </a:cubicBezTo>
                  <a:lnTo>
                    <a:pt x="38411" y="10575"/>
                  </a:lnTo>
                  <a:lnTo>
                    <a:pt x="38411" y="9678"/>
                  </a:lnTo>
                  <a:lnTo>
                    <a:pt x="38366" y="9628"/>
                  </a:lnTo>
                  <a:cubicBezTo>
                    <a:pt x="38297" y="9551"/>
                    <a:pt x="36626" y="7722"/>
                    <a:pt x="32979" y="5641"/>
                  </a:cubicBezTo>
                  <a:cubicBezTo>
                    <a:pt x="29621" y="3724"/>
                    <a:pt x="23891" y="1238"/>
                    <a:pt x="15659" y="283"/>
                  </a:cubicBezTo>
                  <a:cubicBezTo>
                    <a:pt x="14041" y="94"/>
                    <a:pt x="12542" y="1"/>
                    <a:pt x="111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30" name="Google Shape;730;p50"/>
            <p:cNvSpPr/>
            <p:nvPr/>
          </p:nvSpPr>
          <p:spPr>
            <a:xfrm>
              <a:off x="4512327" y="3458161"/>
              <a:ext cx="144245" cy="200920"/>
            </a:xfrm>
            <a:custGeom>
              <a:avLst/>
              <a:gdLst/>
              <a:ahLst/>
              <a:cxnLst/>
              <a:rect l="l" t="t" r="r" b="b"/>
              <a:pathLst>
                <a:path w="2143" h="2985" extrusionOk="0">
                  <a:moveTo>
                    <a:pt x="1" y="1"/>
                  </a:moveTo>
                  <a:lnTo>
                    <a:pt x="1" y="2658"/>
                  </a:lnTo>
                  <a:lnTo>
                    <a:pt x="145" y="2658"/>
                  </a:lnTo>
                  <a:cubicBezTo>
                    <a:pt x="318" y="2791"/>
                    <a:pt x="626" y="2984"/>
                    <a:pt x="962" y="2984"/>
                  </a:cubicBezTo>
                  <a:cubicBezTo>
                    <a:pt x="1152" y="2984"/>
                    <a:pt x="1350" y="2922"/>
                    <a:pt x="1539" y="2753"/>
                  </a:cubicBezTo>
                  <a:cubicBezTo>
                    <a:pt x="1574" y="2720"/>
                    <a:pt x="1605" y="2685"/>
                    <a:pt x="1633" y="2647"/>
                  </a:cubicBezTo>
                  <a:cubicBezTo>
                    <a:pt x="1669" y="2630"/>
                    <a:pt x="1693" y="2594"/>
                    <a:pt x="1694" y="2553"/>
                  </a:cubicBezTo>
                  <a:cubicBezTo>
                    <a:pt x="2142" y="1765"/>
                    <a:pt x="1694" y="1"/>
                    <a:pt x="1694" y="1"/>
                  </a:cubicBezTo>
                  <a:lnTo>
                    <a:pt x="1656" y="26"/>
                  </a:lnTo>
                  <a:cubicBezTo>
                    <a:pt x="1636" y="10"/>
                    <a:pt x="1612" y="1"/>
                    <a:pt x="158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31" name="Google Shape;731;p50"/>
            <p:cNvSpPr/>
            <p:nvPr/>
          </p:nvSpPr>
          <p:spPr>
            <a:xfrm>
              <a:off x="2634214" y="3190600"/>
              <a:ext cx="1275525" cy="281356"/>
            </a:xfrm>
            <a:custGeom>
              <a:avLst/>
              <a:gdLst/>
              <a:ahLst/>
              <a:cxnLst/>
              <a:rect l="l" t="t" r="r" b="b"/>
              <a:pathLst>
                <a:path w="18950" h="4180" extrusionOk="0">
                  <a:moveTo>
                    <a:pt x="1235" y="1"/>
                  </a:moveTo>
                  <a:cubicBezTo>
                    <a:pt x="1" y="1570"/>
                    <a:pt x="103" y="3109"/>
                    <a:pt x="103" y="3109"/>
                  </a:cubicBezTo>
                  <a:cubicBezTo>
                    <a:pt x="607" y="2982"/>
                    <a:pt x="1279" y="2899"/>
                    <a:pt x="2083" y="2855"/>
                  </a:cubicBezTo>
                  <a:lnTo>
                    <a:pt x="2083" y="1438"/>
                  </a:lnTo>
                  <a:cubicBezTo>
                    <a:pt x="2082" y="819"/>
                    <a:pt x="1739" y="281"/>
                    <a:pt x="1235" y="1"/>
                  </a:cubicBezTo>
                  <a:close/>
                  <a:moveTo>
                    <a:pt x="16376" y="72"/>
                  </a:moveTo>
                  <a:lnTo>
                    <a:pt x="16882" y="3926"/>
                  </a:lnTo>
                  <a:cubicBezTo>
                    <a:pt x="17553" y="4007"/>
                    <a:pt x="18242" y="4090"/>
                    <a:pt x="18950" y="4179"/>
                  </a:cubicBezTo>
                  <a:lnTo>
                    <a:pt x="18950" y="2705"/>
                  </a:lnTo>
                  <a:cubicBezTo>
                    <a:pt x="18950" y="1270"/>
                    <a:pt x="17804" y="104"/>
                    <a:pt x="16376" y="7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732" name="Google Shape;732;p50"/>
          <p:cNvSpPr/>
          <p:nvPr/>
        </p:nvSpPr>
        <p:spPr>
          <a:xfrm>
            <a:off x="253101" y="539500"/>
            <a:ext cx="1703925" cy="403750"/>
          </a:xfrm>
          <a:custGeom>
            <a:avLst/>
            <a:gdLst/>
            <a:ahLst/>
            <a:cxnLst/>
            <a:rect l="l" t="t" r="r" b="b"/>
            <a:pathLst>
              <a:path w="30587" h="7248" extrusionOk="0">
                <a:moveTo>
                  <a:pt x="15926" y="0"/>
                </a:moveTo>
                <a:cubicBezTo>
                  <a:pt x="13961" y="0"/>
                  <a:pt x="12266" y="6080"/>
                  <a:pt x="12266" y="6080"/>
                </a:cubicBezTo>
                <a:cubicBezTo>
                  <a:pt x="12266" y="6080"/>
                  <a:pt x="12617" y="3734"/>
                  <a:pt x="10866" y="3624"/>
                </a:cubicBezTo>
                <a:cubicBezTo>
                  <a:pt x="10828" y="3621"/>
                  <a:pt x="10789" y="3620"/>
                  <a:pt x="10751" y="3620"/>
                </a:cubicBezTo>
                <a:cubicBezTo>
                  <a:pt x="9060" y="3620"/>
                  <a:pt x="7833" y="5963"/>
                  <a:pt x="7833" y="5963"/>
                </a:cubicBezTo>
                <a:lnTo>
                  <a:pt x="1" y="7248"/>
                </a:lnTo>
                <a:lnTo>
                  <a:pt x="30587" y="7248"/>
                </a:lnTo>
                <a:cubicBezTo>
                  <a:pt x="30587" y="7248"/>
                  <a:pt x="23118" y="6780"/>
                  <a:pt x="22652" y="6080"/>
                </a:cubicBezTo>
                <a:cubicBezTo>
                  <a:pt x="22185" y="5381"/>
                  <a:pt x="21404" y="2579"/>
                  <a:pt x="19519" y="2346"/>
                </a:cubicBezTo>
                <a:cubicBezTo>
                  <a:pt x="19441" y="2336"/>
                  <a:pt x="19365" y="2332"/>
                  <a:pt x="19291" y="2332"/>
                </a:cubicBezTo>
                <a:cubicBezTo>
                  <a:pt x="18256" y="2332"/>
                  <a:pt x="17651" y="3241"/>
                  <a:pt x="17336" y="3955"/>
                </a:cubicBezTo>
                <a:lnTo>
                  <a:pt x="17336" y="3955"/>
                </a:lnTo>
                <a:cubicBezTo>
                  <a:pt x="17642" y="2843"/>
                  <a:pt x="17903" y="933"/>
                  <a:pt x="16414" y="130"/>
                </a:cubicBezTo>
                <a:cubicBezTo>
                  <a:pt x="16250" y="41"/>
                  <a:pt x="16087" y="0"/>
                  <a:pt x="1592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33" name="Google Shape;733;p50"/>
          <p:cNvSpPr/>
          <p:nvPr/>
        </p:nvSpPr>
        <p:spPr>
          <a:xfrm>
            <a:off x="6937875" y="4175525"/>
            <a:ext cx="1866036" cy="442200"/>
          </a:xfrm>
          <a:custGeom>
            <a:avLst/>
            <a:gdLst/>
            <a:ahLst/>
            <a:cxnLst/>
            <a:rect l="l" t="t" r="r" b="b"/>
            <a:pathLst>
              <a:path w="30587" h="7248" extrusionOk="0">
                <a:moveTo>
                  <a:pt x="15926" y="0"/>
                </a:moveTo>
                <a:cubicBezTo>
                  <a:pt x="13961" y="0"/>
                  <a:pt x="12266" y="6080"/>
                  <a:pt x="12266" y="6080"/>
                </a:cubicBezTo>
                <a:cubicBezTo>
                  <a:pt x="12266" y="6080"/>
                  <a:pt x="12617" y="3734"/>
                  <a:pt x="10866" y="3624"/>
                </a:cubicBezTo>
                <a:cubicBezTo>
                  <a:pt x="10828" y="3621"/>
                  <a:pt x="10789" y="3620"/>
                  <a:pt x="10751" y="3620"/>
                </a:cubicBezTo>
                <a:cubicBezTo>
                  <a:pt x="9060" y="3620"/>
                  <a:pt x="7833" y="5963"/>
                  <a:pt x="7833" y="5963"/>
                </a:cubicBezTo>
                <a:lnTo>
                  <a:pt x="1" y="7248"/>
                </a:lnTo>
                <a:lnTo>
                  <a:pt x="30587" y="7248"/>
                </a:lnTo>
                <a:cubicBezTo>
                  <a:pt x="30587" y="7248"/>
                  <a:pt x="23118" y="6780"/>
                  <a:pt x="22652" y="6080"/>
                </a:cubicBezTo>
                <a:cubicBezTo>
                  <a:pt x="22185" y="5381"/>
                  <a:pt x="21404" y="2579"/>
                  <a:pt x="19519" y="2346"/>
                </a:cubicBezTo>
                <a:cubicBezTo>
                  <a:pt x="19441" y="2336"/>
                  <a:pt x="19365" y="2332"/>
                  <a:pt x="19291" y="2332"/>
                </a:cubicBezTo>
                <a:cubicBezTo>
                  <a:pt x="18256" y="2332"/>
                  <a:pt x="17651" y="3241"/>
                  <a:pt x="17336" y="3955"/>
                </a:cubicBezTo>
                <a:lnTo>
                  <a:pt x="17336" y="3955"/>
                </a:lnTo>
                <a:cubicBezTo>
                  <a:pt x="17642" y="2843"/>
                  <a:pt x="17903" y="933"/>
                  <a:pt x="16414" y="130"/>
                </a:cubicBezTo>
                <a:cubicBezTo>
                  <a:pt x="16250" y="41"/>
                  <a:pt x="16087" y="0"/>
                  <a:pt x="1592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34" name="Google Shape;734;p50"/>
          <p:cNvSpPr/>
          <p:nvPr/>
        </p:nvSpPr>
        <p:spPr>
          <a:xfrm rot="10800000" flipH="1">
            <a:off x="6022732" y="548304"/>
            <a:ext cx="4080594" cy="897940"/>
          </a:xfrm>
          <a:custGeom>
            <a:avLst/>
            <a:gdLst/>
            <a:ahLst/>
            <a:cxnLst/>
            <a:rect l="l" t="t" r="r" b="b"/>
            <a:pathLst>
              <a:path w="53074" h="11679" extrusionOk="0">
                <a:moveTo>
                  <a:pt x="4423" y="398"/>
                </a:moveTo>
                <a:cubicBezTo>
                  <a:pt x="4545" y="398"/>
                  <a:pt x="4645" y="497"/>
                  <a:pt x="4645" y="618"/>
                </a:cubicBezTo>
                <a:lnTo>
                  <a:pt x="4645" y="1647"/>
                </a:lnTo>
                <a:cubicBezTo>
                  <a:pt x="4645" y="1770"/>
                  <a:pt x="4545" y="1869"/>
                  <a:pt x="4423" y="1869"/>
                </a:cubicBezTo>
                <a:cubicBezTo>
                  <a:pt x="4300" y="1869"/>
                  <a:pt x="4200" y="1770"/>
                  <a:pt x="4200" y="1647"/>
                </a:cubicBezTo>
                <a:lnTo>
                  <a:pt x="4200" y="618"/>
                </a:lnTo>
                <a:cubicBezTo>
                  <a:pt x="4200" y="497"/>
                  <a:pt x="4300" y="398"/>
                  <a:pt x="4423" y="398"/>
                </a:cubicBezTo>
                <a:close/>
                <a:moveTo>
                  <a:pt x="1463" y="446"/>
                </a:moveTo>
                <a:cubicBezTo>
                  <a:pt x="1585" y="446"/>
                  <a:pt x="1684" y="546"/>
                  <a:pt x="1684" y="668"/>
                </a:cubicBezTo>
                <a:lnTo>
                  <a:pt x="1684" y="1697"/>
                </a:lnTo>
                <a:cubicBezTo>
                  <a:pt x="1684" y="1820"/>
                  <a:pt x="1585" y="1919"/>
                  <a:pt x="1463" y="1919"/>
                </a:cubicBezTo>
                <a:cubicBezTo>
                  <a:pt x="1339" y="1919"/>
                  <a:pt x="1240" y="1820"/>
                  <a:pt x="1240" y="1697"/>
                </a:cubicBezTo>
                <a:lnTo>
                  <a:pt x="1240" y="668"/>
                </a:lnTo>
                <a:cubicBezTo>
                  <a:pt x="1240" y="546"/>
                  <a:pt x="1339" y="446"/>
                  <a:pt x="1463" y="446"/>
                </a:cubicBezTo>
                <a:close/>
                <a:moveTo>
                  <a:pt x="4249" y="1"/>
                </a:moveTo>
                <a:cubicBezTo>
                  <a:pt x="3923" y="1"/>
                  <a:pt x="3658" y="265"/>
                  <a:pt x="3658" y="591"/>
                </a:cubicBezTo>
                <a:lnTo>
                  <a:pt x="3658" y="3202"/>
                </a:lnTo>
                <a:lnTo>
                  <a:pt x="1981" y="3202"/>
                </a:lnTo>
                <a:lnTo>
                  <a:pt x="1981" y="673"/>
                </a:lnTo>
                <a:cubicBezTo>
                  <a:pt x="1981" y="510"/>
                  <a:pt x="1914" y="364"/>
                  <a:pt x="1808" y="257"/>
                </a:cubicBezTo>
                <a:cubicBezTo>
                  <a:pt x="1701" y="149"/>
                  <a:pt x="1552" y="81"/>
                  <a:pt x="1390" y="81"/>
                </a:cubicBezTo>
                <a:cubicBezTo>
                  <a:pt x="1065" y="81"/>
                  <a:pt x="799" y="348"/>
                  <a:pt x="799" y="672"/>
                </a:cubicBezTo>
                <a:lnTo>
                  <a:pt x="799" y="3202"/>
                </a:lnTo>
                <a:lnTo>
                  <a:pt x="734" y="3202"/>
                </a:lnTo>
                <a:cubicBezTo>
                  <a:pt x="330" y="3202"/>
                  <a:pt x="0" y="3533"/>
                  <a:pt x="0" y="3939"/>
                </a:cubicBezTo>
                <a:lnTo>
                  <a:pt x="0" y="7273"/>
                </a:lnTo>
                <a:cubicBezTo>
                  <a:pt x="0" y="7677"/>
                  <a:pt x="330" y="8008"/>
                  <a:pt x="734" y="8008"/>
                </a:cubicBezTo>
                <a:lnTo>
                  <a:pt x="1369" y="8008"/>
                </a:lnTo>
                <a:lnTo>
                  <a:pt x="1369" y="8946"/>
                </a:lnTo>
                <a:lnTo>
                  <a:pt x="2522" y="8946"/>
                </a:lnTo>
                <a:lnTo>
                  <a:pt x="2522" y="9290"/>
                </a:lnTo>
                <a:cubicBezTo>
                  <a:pt x="2522" y="10607"/>
                  <a:pt x="3593" y="11679"/>
                  <a:pt x="4911" y="11679"/>
                </a:cubicBezTo>
                <a:lnTo>
                  <a:pt x="50099" y="11679"/>
                </a:lnTo>
                <a:cubicBezTo>
                  <a:pt x="51739" y="11679"/>
                  <a:pt x="53073" y="10344"/>
                  <a:pt x="53073" y="8705"/>
                </a:cubicBezTo>
                <a:lnTo>
                  <a:pt x="53073" y="3031"/>
                </a:lnTo>
                <a:lnTo>
                  <a:pt x="52282" y="3031"/>
                </a:lnTo>
                <a:lnTo>
                  <a:pt x="52282" y="8705"/>
                </a:lnTo>
                <a:cubicBezTo>
                  <a:pt x="52282" y="9908"/>
                  <a:pt x="51302" y="10887"/>
                  <a:pt x="50099" y="10887"/>
                </a:cubicBezTo>
                <a:lnTo>
                  <a:pt x="4911" y="10887"/>
                </a:lnTo>
                <a:cubicBezTo>
                  <a:pt x="4030" y="10887"/>
                  <a:pt x="3313" y="10171"/>
                  <a:pt x="3313" y="9290"/>
                </a:cubicBezTo>
                <a:lnTo>
                  <a:pt x="3313" y="8948"/>
                </a:lnTo>
                <a:lnTo>
                  <a:pt x="4463" y="8948"/>
                </a:lnTo>
                <a:lnTo>
                  <a:pt x="4463" y="8009"/>
                </a:lnTo>
                <a:lnTo>
                  <a:pt x="4864" y="8009"/>
                </a:lnTo>
                <a:cubicBezTo>
                  <a:pt x="5270" y="8009"/>
                  <a:pt x="5600" y="7677"/>
                  <a:pt x="5600" y="7273"/>
                </a:cubicBezTo>
                <a:lnTo>
                  <a:pt x="5600" y="3939"/>
                </a:lnTo>
                <a:cubicBezTo>
                  <a:pt x="5600" y="3533"/>
                  <a:pt x="5270" y="3202"/>
                  <a:pt x="4864" y="3202"/>
                </a:cubicBezTo>
                <a:lnTo>
                  <a:pt x="4840" y="3202"/>
                </a:lnTo>
                <a:lnTo>
                  <a:pt x="4840" y="591"/>
                </a:lnTo>
                <a:cubicBezTo>
                  <a:pt x="4840" y="428"/>
                  <a:pt x="4774" y="281"/>
                  <a:pt x="4666" y="173"/>
                </a:cubicBezTo>
                <a:cubicBezTo>
                  <a:pt x="4560" y="66"/>
                  <a:pt x="4412" y="1"/>
                  <a:pt x="4249" y="1"/>
                </a:cubicBezTo>
                <a:close/>
              </a:path>
            </a:pathLst>
          </a:custGeom>
          <a:gradFill>
            <a:gsLst>
              <a:gs pos="0">
                <a:schemeClr val="lt1"/>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5128"/>
        <p:cNvGrpSpPr/>
        <p:nvPr/>
      </p:nvGrpSpPr>
      <p:grpSpPr>
        <a:xfrm>
          <a:off x="0" y="0"/>
          <a:ext cx="0" cy="0"/>
          <a:chOff x="0" y="0"/>
          <a:chExt cx="0" cy="0"/>
        </a:xfrm>
      </p:grpSpPr>
      <p:sp>
        <p:nvSpPr>
          <p:cNvPr id="5165" name="Google Shape;5165;p68"/>
          <p:cNvSpPr/>
          <p:nvPr/>
        </p:nvSpPr>
        <p:spPr>
          <a:xfrm>
            <a:off x="713250" y="3011185"/>
            <a:ext cx="7717500" cy="1061100"/>
          </a:xfrm>
          <a:prstGeom prst="round2DiagRect">
            <a:avLst>
              <a:gd name="adj1" fmla="val 16667"/>
              <a:gd name="adj2" fmla="val 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5129" name="Google Shape;5129;p68"/>
          <p:cNvGrpSpPr/>
          <p:nvPr/>
        </p:nvGrpSpPr>
        <p:grpSpPr>
          <a:xfrm>
            <a:off x="1890547" y="582718"/>
            <a:ext cx="5362906" cy="2633862"/>
            <a:chOff x="1913116" y="379546"/>
            <a:chExt cx="5597439" cy="2749047"/>
          </a:xfrm>
        </p:grpSpPr>
        <p:grpSp>
          <p:nvGrpSpPr>
            <p:cNvPr id="5130" name="Google Shape;5130;p68"/>
            <p:cNvGrpSpPr/>
            <p:nvPr/>
          </p:nvGrpSpPr>
          <p:grpSpPr>
            <a:xfrm flipH="1">
              <a:off x="2830072" y="750444"/>
              <a:ext cx="4006464" cy="2378149"/>
              <a:chOff x="4352672" y="2230153"/>
              <a:chExt cx="4618934" cy="2913327"/>
            </a:xfrm>
          </p:grpSpPr>
          <p:sp>
            <p:nvSpPr>
              <p:cNvPr id="5131" name="Google Shape;5131;p68"/>
              <p:cNvSpPr/>
              <p:nvPr/>
            </p:nvSpPr>
            <p:spPr>
              <a:xfrm>
                <a:off x="4352672" y="2230153"/>
                <a:ext cx="4618934" cy="2913327"/>
              </a:xfrm>
              <a:custGeom>
                <a:avLst/>
                <a:gdLst/>
                <a:ahLst/>
                <a:cxnLst/>
                <a:rect l="l" t="t" r="r" b="b"/>
                <a:pathLst>
                  <a:path w="74532" h="47010" extrusionOk="0">
                    <a:moveTo>
                      <a:pt x="54653" y="0"/>
                    </a:moveTo>
                    <a:cubicBezTo>
                      <a:pt x="53200" y="0"/>
                      <a:pt x="51847" y="308"/>
                      <a:pt x="50723" y="888"/>
                    </a:cubicBezTo>
                    <a:cubicBezTo>
                      <a:pt x="43140" y="4799"/>
                      <a:pt x="42201" y="11965"/>
                      <a:pt x="35079" y="12941"/>
                    </a:cubicBezTo>
                    <a:cubicBezTo>
                      <a:pt x="34640" y="13001"/>
                      <a:pt x="34220" y="13029"/>
                      <a:pt x="33817" y="13029"/>
                    </a:cubicBezTo>
                    <a:cubicBezTo>
                      <a:pt x="28008" y="13029"/>
                      <a:pt x="25638" y="7193"/>
                      <a:pt x="17704" y="7193"/>
                    </a:cubicBezTo>
                    <a:cubicBezTo>
                      <a:pt x="17261" y="7193"/>
                      <a:pt x="16800" y="7212"/>
                      <a:pt x="16321" y="7250"/>
                    </a:cubicBezTo>
                    <a:cubicBezTo>
                      <a:pt x="7445" y="7962"/>
                      <a:pt x="5255" y="19804"/>
                      <a:pt x="6743" y="26511"/>
                    </a:cubicBezTo>
                    <a:cubicBezTo>
                      <a:pt x="8230" y="33220"/>
                      <a:pt x="2193" y="31857"/>
                      <a:pt x="962" y="37812"/>
                    </a:cubicBezTo>
                    <a:cubicBezTo>
                      <a:pt x="1" y="42459"/>
                      <a:pt x="6264" y="47009"/>
                      <a:pt x="6264" y="47009"/>
                    </a:cubicBezTo>
                    <a:lnTo>
                      <a:pt x="65131" y="47009"/>
                    </a:lnTo>
                    <a:cubicBezTo>
                      <a:pt x="65131" y="47009"/>
                      <a:pt x="74486" y="44516"/>
                      <a:pt x="74509" y="34367"/>
                    </a:cubicBezTo>
                    <a:cubicBezTo>
                      <a:pt x="74532" y="24219"/>
                      <a:pt x="70861" y="24838"/>
                      <a:pt x="68203" y="13020"/>
                    </a:cubicBezTo>
                    <a:cubicBezTo>
                      <a:pt x="66134" y="3817"/>
                      <a:pt x="59769" y="0"/>
                      <a:pt x="5465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132" name="Google Shape;5132;p68"/>
              <p:cNvSpPr/>
              <p:nvPr/>
            </p:nvSpPr>
            <p:spPr>
              <a:xfrm>
                <a:off x="4454125" y="2726100"/>
                <a:ext cx="4463197" cy="2417337"/>
              </a:xfrm>
              <a:custGeom>
                <a:avLst/>
                <a:gdLst/>
                <a:ahLst/>
                <a:cxnLst/>
                <a:rect l="l" t="t" r="r" b="b"/>
                <a:pathLst>
                  <a:path w="72019" h="37217" extrusionOk="0">
                    <a:moveTo>
                      <a:pt x="53179" y="0"/>
                    </a:moveTo>
                    <a:cubicBezTo>
                      <a:pt x="52371" y="0"/>
                      <a:pt x="51548" y="99"/>
                      <a:pt x="50717" y="290"/>
                    </a:cubicBezTo>
                    <a:cubicBezTo>
                      <a:pt x="45513" y="1483"/>
                      <a:pt x="42522" y="9504"/>
                      <a:pt x="35118" y="10338"/>
                    </a:cubicBezTo>
                    <a:cubicBezTo>
                      <a:pt x="34572" y="10399"/>
                      <a:pt x="34055" y="10427"/>
                      <a:pt x="33564" y="10427"/>
                    </a:cubicBezTo>
                    <a:cubicBezTo>
                      <a:pt x="29031" y="10427"/>
                      <a:pt x="26654" y="8070"/>
                      <a:pt x="23116" y="8070"/>
                    </a:cubicBezTo>
                    <a:cubicBezTo>
                      <a:pt x="21839" y="8070"/>
                      <a:pt x="20411" y="8377"/>
                      <a:pt x="18675" y="9213"/>
                    </a:cubicBezTo>
                    <a:cubicBezTo>
                      <a:pt x="13322" y="11794"/>
                      <a:pt x="12285" y="15179"/>
                      <a:pt x="12210" y="21131"/>
                    </a:cubicBezTo>
                    <a:cubicBezTo>
                      <a:pt x="12134" y="27068"/>
                      <a:pt x="3842" y="23291"/>
                      <a:pt x="1786" y="27647"/>
                    </a:cubicBezTo>
                    <a:cubicBezTo>
                      <a:pt x="0" y="31427"/>
                      <a:pt x="4754" y="37216"/>
                      <a:pt x="4754" y="37216"/>
                    </a:cubicBezTo>
                    <a:lnTo>
                      <a:pt x="65942" y="37216"/>
                    </a:lnTo>
                    <a:cubicBezTo>
                      <a:pt x="65942" y="37216"/>
                      <a:pt x="71970" y="35247"/>
                      <a:pt x="71994" y="26577"/>
                    </a:cubicBezTo>
                    <a:cubicBezTo>
                      <a:pt x="72018" y="17906"/>
                      <a:pt x="67337" y="22180"/>
                      <a:pt x="64575" y="12084"/>
                    </a:cubicBezTo>
                    <a:cubicBezTo>
                      <a:pt x="62214" y="3452"/>
                      <a:pt x="57946" y="0"/>
                      <a:pt x="5317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5133" name="Google Shape;5133;p68"/>
            <p:cNvSpPr/>
            <p:nvPr/>
          </p:nvSpPr>
          <p:spPr>
            <a:xfrm>
              <a:off x="4108301" y="1545060"/>
              <a:ext cx="2977114" cy="1206093"/>
            </a:xfrm>
            <a:custGeom>
              <a:avLst/>
              <a:gdLst/>
              <a:ahLst/>
              <a:cxnLst/>
              <a:rect l="l" t="t" r="r" b="b"/>
              <a:pathLst>
                <a:path w="51002" h="20662" extrusionOk="0">
                  <a:moveTo>
                    <a:pt x="14085" y="7130"/>
                  </a:moveTo>
                  <a:lnTo>
                    <a:pt x="14114" y="7146"/>
                  </a:lnTo>
                  <a:cubicBezTo>
                    <a:pt x="14098" y="7147"/>
                    <a:pt x="14082" y="7148"/>
                    <a:pt x="14066" y="7149"/>
                  </a:cubicBezTo>
                  <a:lnTo>
                    <a:pt x="14066" y="7149"/>
                  </a:lnTo>
                  <a:cubicBezTo>
                    <a:pt x="14072" y="7143"/>
                    <a:pt x="14078" y="7136"/>
                    <a:pt x="14085" y="7130"/>
                  </a:cubicBezTo>
                  <a:close/>
                  <a:moveTo>
                    <a:pt x="32915" y="0"/>
                  </a:moveTo>
                  <a:cubicBezTo>
                    <a:pt x="29975" y="0"/>
                    <a:pt x="26590" y="174"/>
                    <a:pt x="22841" y="633"/>
                  </a:cubicBezTo>
                  <a:cubicBezTo>
                    <a:pt x="22841" y="633"/>
                    <a:pt x="18791" y="2383"/>
                    <a:pt x="14085" y="7130"/>
                  </a:cubicBezTo>
                  <a:lnTo>
                    <a:pt x="14085" y="7130"/>
                  </a:lnTo>
                  <a:lnTo>
                    <a:pt x="4695" y="2042"/>
                  </a:lnTo>
                  <a:lnTo>
                    <a:pt x="5544" y="2956"/>
                  </a:lnTo>
                  <a:cubicBezTo>
                    <a:pt x="5544" y="2956"/>
                    <a:pt x="10013" y="7158"/>
                    <a:pt x="13778" y="7158"/>
                  </a:cubicBezTo>
                  <a:cubicBezTo>
                    <a:pt x="13874" y="7158"/>
                    <a:pt x="13970" y="7155"/>
                    <a:pt x="14066" y="7149"/>
                  </a:cubicBezTo>
                  <a:lnTo>
                    <a:pt x="14066" y="7149"/>
                  </a:lnTo>
                  <a:cubicBezTo>
                    <a:pt x="14063" y="7152"/>
                    <a:pt x="14059" y="7155"/>
                    <a:pt x="14056" y="7159"/>
                  </a:cubicBezTo>
                  <a:cubicBezTo>
                    <a:pt x="14056" y="7159"/>
                    <a:pt x="3515" y="7962"/>
                    <a:pt x="1858" y="13483"/>
                  </a:cubicBezTo>
                  <a:cubicBezTo>
                    <a:pt x="1858" y="13483"/>
                    <a:pt x="929" y="13483"/>
                    <a:pt x="778" y="14487"/>
                  </a:cubicBezTo>
                  <a:lnTo>
                    <a:pt x="778" y="17738"/>
                  </a:lnTo>
                  <a:lnTo>
                    <a:pt x="778" y="19030"/>
                  </a:lnTo>
                  <a:cubicBezTo>
                    <a:pt x="348" y="19030"/>
                    <a:pt x="1" y="19378"/>
                    <a:pt x="1" y="19808"/>
                  </a:cubicBezTo>
                  <a:lnTo>
                    <a:pt x="1" y="19883"/>
                  </a:lnTo>
                  <a:cubicBezTo>
                    <a:pt x="1" y="20312"/>
                    <a:pt x="348" y="20661"/>
                    <a:pt x="778" y="20661"/>
                  </a:cubicBezTo>
                  <a:lnTo>
                    <a:pt x="49722" y="20661"/>
                  </a:lnTo>
                  <a:cubicBezTo>
                    <a:pt x="50429" y="20661"/>
                    <a:pt x="51001" y="20088"/>
                    <a:pt x="51001" y="19381"/>
                  </a:cubicBezTo>
                  <a:lnTo>
                    <a:pt x="51001" y="17775"/>
                  </a:lnTo>
                  <a:lnTo>
                    <a:pt x="51001" y="15959"/>
                  </a:lnTo>
                  <a:cubicBezTo>
                    <a:pt x="51001" y="15374"/>
                    <a:pt x="50642" y="14849"/>
                    <a:pt x="50098" y="14637"/>
                  </a:cubicBezTo>
                  <a:lnTo>
                    <a:pt x="50098" y="14502"/>
                  </a:lnTo>
                  <a:cubicBezTo>
                    <a:pt x="50098" y="12564"/>
                    <a:pt x="49729" y="10641"/>
                    <a:pt x="48976" y="8858"/>
                  </a:cubicBezTo>
                  <a:cubicBezTo>
                    <a:pt x="48737" y="8292"/>
                    <a:pt x="48454" y="7728"/>
                    <a:pt x="48124" y="7208"/>
                  </a:cubicBezTo>
                  <a:cubicBezTo>
                    <a:pt x="46651" y="4899"/>
                    <a:pt x="45714" y="2121"/>
                    <a:pt x="45714" y="2121"/>
                  </a:cubicBezTo>
                  <a:cubicBezTo>
                    <a:pt x="45714" y="2121"/>
                    <a:pt x="45664" y="1843"/>
                    <a:pt x="45380" y="1536"/>
                  </a:cubicBezTo>
                  <a:cubicBezTo>
                    <a:pt x="44999" y="1125"/>
                    <a:pt x="40398" y="0"/>
                    <a:pt x="32915" y="0"/>
                  </a:cubicBezTo>
                  <a:close/>
                </a:path>
              </a:pathLst>
            </a:custGeom>
            <a:gradFill>
              <a:gsLst>
                <a:gs pos="0">
                  <a:schemeClr val="lt1"/>
                </a:gs>
                <a:gs pos="100000">
                  <a:schemeClr val="dk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134" name="Google Shape;5134;p68"/>
            <p:cNvSpPr/>
            <p:nvPr/>
          </p:nvSpPr>
          <p:spPr>
            <a:xfrm>
              <a:off x="5304762" y="1678033"/>
              <a:ext cx="1188055" cy="360100"/>
            </a:xfrm>
            <a:custGeom>
              <a:avLst/>
              <a:gdLst/>
              <a:ahLst/>
              <a:cxnLst/>
              <a:rect l="l" t="t" r="r" b="b"/>
              <a:pathLst>
                <a:path w="20353" h="6169" extrusionOk="0">
                  <a:moveTo>
                    <a:pt x="6931" y="0"/>
                  </a:moveTo>
                  <a:cubicBezTo>
                    <a:pt x="5849" y="1611"/>
                    <a:pt x="4555" y="3071"/>
                    <a:pt x="2895" y="4257"/>
                  </a:cubicBezTo>
                  <a:cubicBezTo>
                    <a:pt x="1944" y="4941"/>
                    <a:pt x="978" y="5578"/>
                    <a:pt x="0" y="6168"/>
                  </a:cubicBezTo>
                  <a:lnTo>
                    <a:pt x="4570" y="6168"/>
                  </a:lnTo>
                  <a:cubicBezTo>
                    <a:pt x="5193" y="5668"/>
                    <a:pt x="5789" y="5128"/>
                    <a:pt x="6358" y="4558"/>
                  </a:cubicBezTo>
                  <a:cubicBezTo>
                    <a:pt x="7646" y="3271"/>
                    <a:pt x="8620" y="1866"/>
                    <a:pt x="9800" y="482"/>
                  </a:cubicBezTo>
                  <a:cubicBezTo>
                    <a:pt x="9642" y="194"/>
                    <a:pt x="9339" y="0"/>
                    <a:pt x="8991" y="0"/>
                  </a:cubicBezTo>
                  <a:close/>
                  <a:moveTo>
                    <a:pt x="17746" y="0"/>
                  </a:moveTo>
                  <a:cubicBezTo>
                    <a:pt x="16730" y="1579"/>
                    <a:pt x="15506" y="3023"/>
                    <a:pt x="13838" y="4157"/>
                  </a:cubicBezTo>
                  <a:cubicBezTo>
                    <a:pt x="13040" y="4703"/>
                    <a:pt x="12225" y="5118"/>
                    <a:pt x="11403" y="5480"/>
                  </a:cubicBezTo>
                  <a:cubicBezTo>
                    <a:pt x="11420" y="5863"/>
                    <a:pt x="11732" y="6168"/>
                    <a:pt x="12117" y="6168"/>
                  </a:cubicBezTo>
                  <a:lnTo>
                    <a:pt x="14667" y="6168"/>
                  </a:lnTo>
                  <a:cubicBezTo>
                    <a:pt x="15852" y="5436"/>
                    <a:pt x="17057" y="4697"/>
                    <a:pt x="18306" y="3856"/>
                  </a:cubicBezTo>
                  <a:cubicBezTo>
                    <a:pt x="19209" y="3254"/>
                    <a:pt x="19911" y="2495"/>
                    <a:pt x="20353" y="1596"/>
                  </a:cubicBezTo>
                  <a:lnTo>
                    <a:pt x="19543" y="331"/>
                  </a:lnTo>
                  <a:cubicBezTo>
                    <a:pt x="19412" y="124"/>
                    <a:pt x="19184" y="0"/>
                    <a:pt x="1894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135" name="Google Shape;5135;p68"/>
            <p:cNvSpPr/>
            <p:nvPr/>
          </p:nvSpPr>
          <p:spPr>
            <a:xfrm>
              <a:off x="5091119" y="1678033"/>
              <a:ext cx="1865410" cy="360100"/>
            </a:xfrm>
            <a:custGeom>
              <a:avLst/>
              <a:gdLst/>
              <a:ahLst/>
              <a:cxnLst/>
              <a:rect l="l" t="t" r="r" b="b"/>
              <a:pathLst>
                <a:path w="31957" h="6169" extrusionOk="0">
                  <a:moveTo>
                    <a:pt x="15777" y="0"/>
                  </a:moveTo>
                  <a:cubicBezTo>
                    <a:pt x="15381" y="0"/>
                    <a:pt x="15061" y="322"/>
                    <a:pt x="15061" y="719"/>
                  </a:cubicBezTo>
                  <a:lnTo>
                    <a:pt x="15061" y="5449"/>
                  </a:lnTo>
                  <a:cubicBezTo>
                    <a:pt x="15061" y="5459"/>
                    <a:pt x="15061" y="5470"/>
                    <a:pt x="15063" y="5480"/>
                  </a:cubicBezTo>
                  <a:cubicBezTo>
                    <a:pt x="15885" y="5118"/>
                    <a:pt x="16700" y="4703"/>
                    <a:pt x="17498" y="4157"/>
                  </a:cubicBezTo>
                  <a:cubicBezTo>
                    <a:pt x="19166" y="3023"/>
                    <a:pt x="20390" y="1579"/>
                    <a:pt x="21406" y="0"/>
                  </a:cubicBezTo>
                  <a:close/>
                  <a:moveTo>
                    <a:pt x="24014" y="1596"/>
                  </a:moveTo>
                  <a:cubicBezTo>
                    <a:pt x="23571" y="2495"/>
                    <a:pt x="22869" y="3254"/>
                    <a:pt x="21966" y="3856"/>
                  </a:cubicBezTo>
                  <a:cubicBezTo>
                    <a:pt x="20717" y="4697"/>
                    <a:pt x="19512" y="5436"/>
                    <a:pt x="18327" y="6167"/>
                  </a:cubicBezTo>
                  <a:lnTo>
                    <a:pt x="25070" y="6167"/>
                  </a:lnTo>
                  <a:cubicBezTo>
                    <a:pt x="25466" y="6167"/>
                    <a:pt x="25787" y="5846"/>
                    <a:pt x="25787" y="5447"/>
                  </a:cubicBezTo>
                  <a:lnTo>
                    <a:pt x="25787" y="4575"/>
                  </a:lnTo>
                  <a:cubicBezTo>
                    <a:pt x="25787" y="4437"/>
                    <a:pt x="25747" y="4301"/>
                    <a:pt x="25672" y="4185"/>
                  </a:cubicBezTo>
                  <a:lnTo>
                    <a:pt x="24014" y="1596"/>
                  </a:lnTo>
                  <a:close/>
                  <a:moveTo>
                    <a:pt x="6773" y="0"/>
                  </a:moveTo>
                  <a:cubicBezTo>
                    <a:pt x="6636" y="0"/>
                    <a:pt x="6499" y="33"/>
                    <a:pt x="6374" y="92"/>
                  </a:cubicBezTo>
                  <a:cubicBezTo>
                    <a:pt x="4944" y="779"/>
                    <a:pt x="351" y="4965"/>
                    <a:pt x="154" y="5505"/>
                  </a:cubicBezTo>
                  <a:cubicBezTo>
                    <a:pt x="1" y="5924"/>
                    <a:pt x="370" y="6084"/>
                    <a:pt x="586" y="6140"/>
                  </a:cubicBezTo>
                  <a:cubicBezTo>
                    <a:pt x="660" y="6158"/>
                    <a:pt x="736" y="6168"/>
                    <a:pt x="812" y="6168"/>
                  </a:cubicBezTo>
                  <a:lnTo>
                    <a:pt x="3660" y="6168"/>
                  </a:lnTo>
                  <a:cubicBezTo>
                    <a:pt x="4638" y="5578"/>
                    <a:pt x="5604" y="4941"/>
                    <a:pt x="6555" y="4257"/>
                  </a:cubicBezTo>
                  <a:cubicBezTo>
                    <a:pt x="8215" y="3071"/>
                    <a:pt x="9509" y="1611"/>
                    <a:pt x="10591" y="0"/>
                  </a:cubicBezTo>
                  <a:close/>
                  <a:moveTo>
                    <a:pt x="13460" y="482"/>
                  </a:moveTo>
                  <a:cubicBezTo>
                    <a:pt x="12280" y="1866"/>
                    <a:pt x="11306" y="3271"/>
                    <a:pt x="10018" y="4558"/>
                  </a:cubicBezTo>
                  <a:cubicBezTo>
                    <a:pt x="9449" y="5128"/>
                    <a:pt x="8853" y="5668"/>
                    <a:pt x="8230" y="6168"/>
                  </a:cubicBezTo>
                  <a:lnTo>
                    <a:pt x="12661" y="6168"/>
                  </a:lnTo>
                  <a:cubicBezTo>
                    <a:pt x="13170" y="6168"/>
                    <a:pt x="13584" y="5753"/>
                    <a:pt x="13584" y="5240"/>
                  </a:cubicBezTo>
                  <a:lnTo>
                    <a:pt x="13584" y="1279"/>
                  </a:lnTo>
                  <a:cubicBezTo>
                    <a:pt x="13584" y="1128"/>
                    <a:pt x="13580" y="995"/>
                    <a:pt x="13573" y="876"/>
                  </a:cubicBezTo>
                  <a:cubicBezTo>
                    <a:pt x="13565" y="734"/>
                    <a:pt x="13525" y="599"/>
                    <a:pt x="13460" y="482"/>
                  </a:cubicBezTo>
                  <a:close/>
                  <a:moveTo>
                    <a:pt x="28998" y="181"/>
                  </a:moveTo>
                  <a:cubicBezTo>
                    <a:pt x="28998" y="181"/>
                    <a:pt x="28212" y="1713"/>
                    <a:pt x="29198" y="3655"/>
                  </a:cubicBezTo>
                  <a:cubicBezTo>
                    <a:pt x="30181" y="5596"/>
                    <a:pt x="31957" y="6168"/>
                    <a:pt x="31957" y="6168"/>
                  </a:cubicBezTo>
                  <a:lnTo>
                    <a:pt x="28998" y="18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136" name="Google Shape;5136;p68"/>
            <p:cNvSpPr/>
            <p:nvPr/>
          </p:nvSpPr>
          <p:spPr>
            <a:xfrm>
              <a:off x="1913116" y="1243662"/>
              <a:ext cx="1836214" cy="435134"/>
            </a:xfrm>
            <a:custGeom>
              <a:avLst/>
              <a:gdLst/>
              <a:ahLst/>
              <a:cxnLst/>
              <a:rect l="l" t="t" r="r" b="b"/>
              <a:pathLst>
                <a:path w="30587" h="7248" extrusionOk="0">
                  <a:moveTo>
                    <a:pt x="15926" y="0"/>
                  </a:moveTo>
                  <a:cubicBezTo>
                    <a:pt x="13961" y="0"/>
                    <a:pt x="12266" y="6080"/>
                    <a:pt x="12266" y="6080"/>
                  </a:cubicBezTo>
                  <a:cubicBezTo>
                    <a:pt x="12266" y="6080"/>
                    <a:pt x="12617" y="3734"/>
                    <a:pt x="10866" y="3624"/>
                  </a:cubicBezTo>
                  <a:cubicBezTo>
                    <a:pt x="10828" y="3621"/>
                    <a:pt x="10789" y="3620"/>
                    <a:pt x="10751" y="3620"/>
                  </a:cubicBezTo>
                  <a:cubicBezTo>
                    <a:pt x="9060" y="3620"/>
                    <a:pt x="7833" y="5963"/>
                    <a:pt x="7833" y="5963"/>
                  </a:cubicBezTo>
                  <a:lnTo>
                    <a:pt x="1" y="7248"/>
                  </a:lnTo>
                  <a:lnTo>
                    <a:pt x="30587" y="7248"/>
                  </a:lnTo>
                  <a:cubicBezTo>
                    <a:pt x="30587" y="7248"/>
                    <a:pt x="23118" y="6780"/>
                    <a:pt x="22652" y="6080"/>
                  </a:cubicBezTo>
                  <a:cubicBezTo>
                    <a:pt x="22185" y="5381"/>
                    <a:pt x="21404" y="2579"/>
                    <a:pt x="19519" y="2346"/>
                  </a:cubicBezTo>
                  <a:cubicBezTo>
                    <a:pt x="19441" y="2336"/>
                    <a:pt x="19365" y="2332"/>
                    <a:pt x="19291" y="2332"/>
                  </a:cubicBezTo>
                  <a:cubicBezTo>
                    <a:pt x="18256" y="2332"/>
                    <a:pt x="17651" y="3241"/>
                    <a:pt x="17336" y="3955"/>
                  </a:cubicBezTo>
                  <a:lnTo>
                    <a:pt x="17336" y="3955"/>
                  </a:lnTo>
                  <a:cubicBezTo>
                    <a:pt x="17642" y="2843"/>
                    <a:pt x="17903" y="933"/>
                    <a:pt x="16414" y="130"/>
                  </a:cubicBezTo>
                  <a:cubicBezTo>
                    <a:pt x="16250" y="41"/>
                    <a:pt x="16087" y="0"/>
                    <a:pt x="1592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137" name="Google Shape;5137;p68"/>
            <p:cNvSpPr/>
            <p:nvPr/>
          </p:nvSpPr>
          <p:spPr>
            <a:xfrm>
              <a:off x="5674341" y="849887"/>
              <a:ext cx="1836214" cy="435134"/>
            </a:xfrm>
            <a:custGeom>
              <a:avLst/>
              <a:gdLst/>
              <a:ahLst/>
              <a:cxnLst/>
              <a:rect l="l" t="t" r="r" b="b"/>
              <a:pathLst>
                <a:path w="30587" h="7248" extrusionOk="0">
                  <a:moveTo>
                    <a:pt x="15926" y="0"/>
                  </a:moveTo>
                  <a:cubicBezTo>
                    <a:pt x="13961" y="0"/>
                    <a:pt x="12266" y="6080"/>
                    <a:pt x="12266" y="6080"/>
                  </a:cubicBezTo>
                  <a:cubicBezTo>
                    <a:pt x="12266" y="6080"/>
                    <a:pt x="12617" y="3734"/>
                    <a:pt x="10866" y="3624"/>
                  </a:cubicBezTo>
                  <a:cubicBezTo>
                    <a:pt x="10828" y="3621"/>
                    <a:pt x="10789" y="3620"/>
                    <a:pt x="10751" y="3620"/>
                  </a:cubicBezTo>
                  <a:cubicBezTo>
                    <a:pt x="9060" y="3620"/>
                    <a:pt x="7833" y="5963"/>
                    <a:pt x="7833" y="5963"/>
                  </a:cubicBezTo>
                  <a:lnTo>
                    <a:pt x="1" y="7248"/>
                  </a:lnTo>
                  <a:lnTo>
                    <a:pt x="30587" y="7248"/>
                  </a:lnTo>
                  <a:cubicBezTo>
                    <a:pt x="30587" y="7248"/>
                    <a:pt x="23118" y="6780"/>
                    <a:pt x="22652" y="6080"/>
                  </a:cubicBezTo>
                  <a:cubicBezTo>
                    <a:pt x="22185" y="5381"/>
                    <a:pt x="21404" y="2579"/>
                    <a:pt x="19519" y="2346"/>
                  </a:cubicBezTo>
                  <a:cubicBezTo>
                    <a:pt x="19441" y="2336"/>
                    <a:pt x="19365" y="2332"/>
                    <a:pt x="19291" y="2332"/>
                  </a:cubicBezTo>
                  <a:cubicBezTo>
                    <a:pt x="18256" y="2332"/>
                    <a:pt x="17651" y="3241"/>
                    <a:pt x="17336" y="3955"/>
                  </a:cubicBezTo>
                  <a:lnTo>
                    <a:pt x="17336" y="3955"/>
                  </a:lnTo>
                  <a:cubicBezTo>
                    <a:pt x="17642" y="2843"/>
                    <a:pt x="17903" y="933"/>
                    <a:pt x="16414" y="130"/>
                  </a:cubicBezTo>
                  <a:cubicBezTo>
                    <a:pt x="16250" y="41"/>
                    <a:pt x="16087" y="0"/>
                    <a:pt x="1592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138" name="Google Shape;5138;p68"/>
            <p:cNvSpPr/>
            <p:nvPr/>
          </p:nvSpPr>
          <p:spPr>
            <a:xfrm>
              <a:off x="4159552" y="2184823"/>
              <a:ext cx="2906775" cy="544324"/>
            </a:xfrm>
            <a:custGeom>
              <a:avLst/>
              <a:gdLst/>
              <a:ahLst/>
              <a:cxnLst/>
              <a:rect l="l" t="t" r="r" b="b"/>
              <a:pathLst>
                <a:path w="49797" h="9325" extrusionOk="0">
                  <a:moveTo>
                    <a:pt x="13676" y="1"/>
                  </a:moveTo>
                  <a:lnTo>
                    <a:pt x="13676" y="52"/>
                  </a:lnTo>
                  <a:lnTo>
                    <a:pt x="46819" y="52"/>
                  </a:lnTo>
                  <a:lnTo>
                    <a:pt x="46819" y="1"/>
                  </a:lnTo>
                  <a:close/>
                  <a:moveTo>
                    <a:pt x="7697" y="8"/>
                  </a:moveTo>
                  <a:cubicBezTo>
                    <a:pt x="6751" y="959"/>
                    <a:pt x="5294" y="2148"/>
                    <a:pt x="3714" y="2418"/>
                  </a:cubicBezTo>
                  <a:cubicBezTo>
                    <a:pt x="3482" y="2457"/>
                    <a:pt x="3275" y="2472"/>
                    <a:pt x="3093" y="2472"/>
                  </a:cubicBezTo>
                  <a:cubicBezTo>
                    <a:pt x="2536" y="2472"/>
                    <a:pt x="2224" y="2331"/>
                    <a:pt x="2220" y="2329"/>
                  </a:cubicBezTo>
                  <a:lnTo>
                    <a:pt x="2198" y="2374"/>
                  </a:lnTo>
                  <a:cubicBezTo>
                    <a:pt x="2215" y="2383"/>
                    <a:pt x="2525" y="2524"/>
                    <a:pt x="3086" y="2524"/>
                  </a:cubicBezTo>
                  <a:cubicBezTo>
                    <a:pt x="3270" y="2524"/>
                    <a:pt x="3482" y="2508"/>
                    <a:pt x="3718" y="2469"/>
                  </a:cubicBezTo>
                  <a:cubicBezTo>
                    <a:pt x="5312" y="2197"/>
                    <a:pt x="6781" y="1000"/>
                    <a:pt x="7732" y="43"/>
                  </a:cubicBezTo>
                  <a:lnTo>
                    <a:pt x="7697" y="8"/>
                  </a:lnTo>
                  <a:close/>
                  <a:moveTo>
                    <a:pt x="44631" y="2202"/>
                  </a:moveTo>
                  <a:lnTo>
                    <a:pt x="44621" y="2251"/>
                  </a:lnTo>
                  <a:cubicBezTo>
                    <a:pt x="44652" y="2257"/>
                    <a:pt x="47650" y="2886"/>
                    <a:pt x="48292" y="5971"/>
                  </a:cubicBezTo>
                  <a:lnTo>
                    <a:pt x="48340" y="5961"/>
                  </a:lnTo>
                  <a:cubicBezTo>
                    <a:pt x="47692" y="2843"/>
                    <a:pt x="44662" y="2207"/>
                    <a:pt x="44631" y="2202"/>
                  </a:cubicBezTo>
                  <a:close/>
                  <a:moveTo>
                    <a:pt x="16340" y="8403"/>
                  </a:moveTo>
                  <a:lnTo>
                    <a:pt x="16340" y="8452"/>
                  </a:lnTo>
                  <a:lnTo>
                    <a:pt x="36383" y="8452"/>
                  </a:lnTo>
                  <a:lnTo>
                    <a:pt x="36383" y="8403"/>
                  </a:lnTo>
                  <a:close/>
                  <a:moveTo>
                    <a:pt x="9943" y="2127"/>
                  </a:moveTo>
                  <a:cubicBezTo>
                    <a:pt x="7160" y="2465"/>
                    <a:pt x="5967" y="4162"/>
                    <a:pt x="5456" y="5525"/>
                  </a:cubicBezTo>
                  <a:cubicBezTo>
                    <a:pt x="4946" y="6889"/>
                    <a:pt x="4998" y="8199"/>
                    <a:pt x="5011" y="8403"/>
                  </a:cubicBezTo>
                  <a:lnTo>
                    <a:pt x="0" y="8403"/>
                  </a:lnTo>
                  <a:lnTo>
                    <a:pt x="0" y="8453"/>
                  </a:lnTo>
                  <a:lnTo>
                    <a:pt x="5065" y="8453"/>
                  </a:lnTo>
                  <a:lnTo>
                    <a:pt x="5065" y="8452"/>
                  </a:lnTo>
                  <a:lnTo>
                    <a:pt x="5062" y="8425"/>
                  </a:lnTo>
                  <a:cubicBezTo>
                    <a:pt x="5062" y="8411"/>
                    <a:pt x="4956" y="7006"/>
                    <a:pt x="5504" y="5542"/>
                  </a:cubicBezTo>
                  <a:cubicBezTo>
                    <a:pt x="6009" y="4192"/>
                    <a:pt x="7191" y="2511"/>
                    <a:pt x="9948" y="2176"/>
                  </a:cubicBezTo>
                  <a:lnTo>
                    <a:pt x="9943" y="2127"/>
                  </a:lnTo>
                  <a:close/>
                  <a:moveTo>
                    <a:pt x="49162" y="4189"/>
                  </a:moveTo>
                  <a:lnTo>
                    <a:pt x="49126" y="4224"/>
                  </a:lnTo>
                  <a:cubicBezTo>
                    <a:pt x="49133" y="4230"/>
                    <a:pt x="49746" y="4859"/>
                    <a:pt x="49746" y="5516"/>
                  </a:cubicBezTo>
                  <a:lnTo>
                    <a:pt x="49746" y="7894"/>
                  </a:lnTo>
                  <a:cubicBezTo>
                    <a:pt x="49746" y="8267"/>
                    <a:pt x="49600" y="8617"/>
                    <a:pt x="49336" y="8880"/>
                  </a:cubicBezTo>
                  <a:cubicBezTo>
                    <a:pt x="49082" y="9135"/>
                    <a:pt x="48745" y="9273"/>
                    <a:pt x="48391" y="9273"/>
                  </a:cubicBezTo>
                  <a:cubicBezTo>
                    <a:pt x="48384" y="9274"/>
                    <a:pt x="48376" y="9274"/>
                    <a:pt x="48369" y="9274"/>
                  </a:cubicBezTo>
                  <a:cubicBezTo>
                    <a:pt x="48352" y="9274"/>
                    <a:pt x="48334" y="9273"/>
                    <a:pt x="48317" y="9272"/>
                  </a:cubicBezTo>
                  <a:lnTo>
                    <a:pt x="48314" y="9323"/>
                  </a:lnTo>
                  <a:cubicBezTo>
                    <a:pt x="48341" y="9324"/>
                    <a:pt x="48365" y="9324"/>
                    <a:pt x="48391" y="9324"/>
                  </a:cubicBezTo>
                  <a:cubicBezTo>
                    <a:pt x="48759" y="9324"/>
                    <a:pt x="49107" y="9179"/>
                    <a:pt x="49373" y="8916"/>
                  </a:cubicBezTo>
                  <a:cubicBezTo>
                    <a:pt x="49646" y="8643"/>
                    <a:pt x="49797" y="8280"/>
                    <a:pt x="49797" y="7894"/>
                  </a:cubicBezTo>
                  <a:lnTo>
                    <a:pt x="49797" y="5516"/>
                  </a:lnTo>
                  <a:cubicBezTo>
                    <a:pt x="49797" y="4838"/>
                    <a:pt x="49188" y="4214"/>
                    <a:pt x="49162" y="4189"/>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139" name="Google Shape;5139;p68"/>
            <p:cNvSpPr/>
            <p:nvPr/>
          </p:nvSpPr>
          <p:spPr>
            <a:xfrm>
              <a:off x="4153715" y="2014492"/>
              <a:ext cx="2797619" cy="894442"/>
            </a:xfrm>
            <a:custGeom>
              <a:avLst/>
              <a:gdLst/>
              <a:ahLst/>
              <a:cxnLst/>
              <a:rect l="l" t="t" r="r" b="b"/>
              <a:pathLst>
                <a:path w="47927" h="15323" extrusionOk="0">
                  <a:moveTo>
                    <a:pt x="12362" y="0"/>
                  </a:moveTo>
                  <a:lnTo>
                    <a:pt x="12362" y="0"/>
                  </a:lnTo>
                  <a:cubicBezTo>
                    <a:pt x="8149" y="112"/>
                    <a:pt x="3445" y="2543"/>
                    <a:pt x="3445" y="2543"/>
                  </a:cubicBezTo>
                  <a:cubicBezTo>
                    <a:pt x="9540" y="2402"/>
                    <a:pt x="12362" y="0"/>
                    <a:pt x="12362" y="0"/>
                  </a:cubicBezTo>
                  <a:close/>
                  <a:moveTo>
                    <a:pt x="291" y="6009"/>
                  </a:moveTo>
                  <a:cubicBezTo>
                    <a:pt x="192" y="6009"/>
                    <a:pt x="105" y="6072"/>
                    <a:pt x="74" y="6166"/>
                  </a:cubicBezTo>
                  <a:cubicBezTo>
                    <a:pt x="31" y="6297"/>
                    <a:pt x="0" y="6444"/>
                    <a:pt x="0" y="6444"/>
                  </a:cubicBezTo>
                  <a:lnTo>
                    <a:pt x="0" y="10863"/>
                  </a:lnTo>
                  <a:lnTo>
                    <a:pt x="2024" y="10863"/>
                  </a:lnTo>
                  <a:cubicBezTo>
                    <a:pt x="2287" y="10863"/>
                    <a:pt x="2500" y="10649"/>
                    <a:pt x="2500" y="10386"/>
                  </a:cubicBezTo>
                  <a:lnTo>
                    <a:pt x="2500" y="6485"/>
                  </a:lnTo>
                  <a:cubicBezTo>
                    <a:pt x="2500" y="6222"/>
                    <a:pt x="2287" y="6009"/>
                    <a:pt x="2024" y="6009"/>
                  </a:cubicBezTo>
                  <a:close/>
                  <a:moveTo>
                    <a:pt x="10263" y="5879"/>
                  </a:moveTo>
                  <a:cubicBezTo>
                    <a:pt x="7695" y="5879"/>
                    <a:pt x="5612" y="7961"/>
                    <a:pt x="5612" y="10530"/>
                  </a:cubicBezTo>
                  <a:cubicBezTo>
                    <a:pt x="5612" y="13099"/>
                    <a:pt x="7694" y="15182"/>
                    <a:pt x="10263" y="15182"/>
                  </a:cubicBezTo>
                  <a:cubicBezTo>
                    <a:pt x="12833" y="15182"/>
                    <a:pt x="14915" y="13099"/>
                    <a:pt x="14915" y="10530"/>
                  </a:cubicBezTo>
                  <a:cubicBezTo>
                    <a:pt x="14915" y="7961"/>
                    <a:pt x="12833" y="5879"/>
                    <a:pt x="10263" y="5879"/>
                  </a:cubicBezTo>
                  <a:close/>
                  <a:moveTo>
                    <a:pt x="43275" y="6019"/>
                  </a:moveTo>
                  <a:cubicBezTo>
                    <a:pt x="40707" y="6019"/>
                    <a:pt x="38623" y="8101"/>
                    <a:pt x="38623" y="10670"/>
                  </a:cubicBezTo>
                  <a:cubicBezTo>
                    <a:pt x="38623" y="13239"/>
                    <a:pt x="40707" y="15322"/>
                    <a:pt x="43275" y="15322"/>
                  </a:cubicBezTo>
                  <a:cubicBezTo>
                    <a:pt x="45845" y="15322"/>
                    <a:pt x="47927" y="13239"/>
                    <a:pt x="47927" y="10670"/>
                  </a:cubicBezTo>
                  <a:cubicBezTo>
                    <a:pt x="47927" y="8101"/>
                    <a:pt x="45845" y="6019"/>
                    <a:pt x="43275" y="6019"/>
                  </a:cubicBezTo>
                  <a:close/>
                </a:path>
              </a:pathLst>
            </a:custGeom>
            <a:gradFill>
              <a:gsLst>
                <a:gs pos="0">
                  <a:schemeClr val="lt1"/>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140" name="Google Shape;5140;p68"/>
            <p:cNvSpPr/>
            <p:nvPr/>
          </p:nvSpPr>
          <p:spPr>
            <a:xfrm>
              <a:off x="4153715" y="2123590"/>
              <a:ext cx="2731424" cy="719091"/>
            </a:xfrm>
            <a:custGeom>
              <a:avLst/>
              <a:gdLst/>
              <a:ahLst/>
              <a:cxnLst/>
              <a:rect l="l" t="t" r="r" b="b"/>
              <a:pathLst>
                <a:path w="46793" h="12319" extrusionOk="0">
                  <a:moveTo>
                    <a:pt x="27085" y="506"/>
                  </a:moveTo>
                  <a:cubicBezTo>
                    <a:pt x="26846" y="506"/>
                    <a:pt x="26650" y="702"/>
                    <a:pt x="26650" y="941"/>
                  </a:cubicBezTo>
                  <a:cubicBezTo>
                    <a:pt x="26650" y="1180"/>
                    <a:pt x="26846" y="1376"/>
                    <a:pt x="27085" y="1376"/>
                  </a:cubicBezTo>
                  <a:lnTo>
                    <a:pt x="28935" y="1376"/>
                  </a:lnTo>
                  <a:cubicBezTo>
                    <a:pt x="29174" y="1376"/>
                    <a:pt x="29371" y="1180"/>
                    <a:pt x="29371" y="941"/>
                  </a:cubicBezTo>
                  <a:cubicBezTo>
                    <a:pt x="29371" y="702"/>
                    <a:pt x="29174" y="506"/>
                    <a:pt x="28935" y="506"/>
                  </a:cubicBezTo>
                  <a:close/>
                  <a:moveTo>
                    <a:pt x="40116" y="506"/>
                  </a:moveTo>
                  <a:cubicBezTo>
                    <a:pt x="39877" y="506"/>
                    <a:pt x="39680" y="702"/>
                    <a:pt x="39680" y="941"/>
                  </a:cubicBezTo>
                  <a:cubicBezTo>
                    <a:pt x="39680" y="1180"/>
                    <a:pt x="39877" y="1376"/>
                    <a:pt x="40116" y="1376"/>
                  </a:cubicBezTo>
                  <a:lnTo>
                    <a:pt x="41965" y="1376"/>
                  </a:lnTo>
                  <a:cubicBezTo>
                    <a:pt x="42205" y="1376"/>
                    <a:pt x="42400" y="1180"/>
                    <a:pt x="42400" y="941"/>
                  </a:cubicBezTo>
                  <a:cubicBezTo>
                    <a:pt x="42400" y="702"/>
                    <a:pt x="42205" y="506"/>
                    <a:pt x="41965" y="506"/>
                  </a:cubicBezTo>
                  <a:close/>
                  <a:moveTo>
                    <a:pt x="6738" y="1"/>
                  </a:moveTo>
                  <a:cubicBezTo>
                    <a:pt x="6174" y="1"/>
                    <a:pt x="5485" y="98"/>
                    <a:pt x="4954" y="191"/>
                  </a:cubicBezTo>
                  <a:cubicBezTo>
                    <a:pt x="4184" y="326"/>
                    <a:pt x="3477" y="721"/>
                    <a:pt x="2984" y="1328"/>
                  </a:cubicBezTo>
                  <a:cubicBezTo>
                    <a:pt x="2669" y="1717"/>
                    <a:pt x="2433" y="2193"/>
                    <a:pt x="2519" y="2702"/>
                  </a:cubicBezTo>
                  <a:cubicBezTo>
                    <a:pt x="2561" y="2947"/>
                    <a:pt x="2779" y="3051"/>
                    <a:pt x="3104" y="3051"/>
                  </a:cubicBezTo>
                  <a:cubicBezTo>
                    <a:pt x="4466" y="3051"/>
                    <a:pt x="7705" y="1243"/>
                    <a:pt x="7773" y="459"/>
                  </a:cubicBezTo>
                  <a:cubicBezTo>
                    <a:pt x="7803" y="112"/>
                    <a:pt x="7342" y="1"/>
                    <a:pt x="6738" y="1"/>
                  </a:cubicBezTo>
                  <a:close/>
                  <a:moveTo>
                    <a:pt x="10368" y="5487"/>
                  </a:moveTo>
                  <a:cubicBezTo>
                    <a:pt x="10461" y="5487"/>
                    <a:pt x="10530" y="5866"/>
                    <a:pt x="10509" y="6263"/>
                  </a:cubicBezTo>
                  <a:lnTo>
                    <a:pt x="10487" y="6670"/>
                  </a:lnTo>
                  <a:cubicBezTo>
                    <a:pt x="10406" y="6660"/>
                    <a:pt x="10323" y="6654"/>
                    <a:pt x="10239" y="6654"/>
                  </a:cubicBezTo>
                  <a:cubicBezTo>
                    <a:pt x="10171" y="6654"/>
                    <a:pt x="10106" y="6659"/>
                    <a:pt x="10041" y="6664"/>
                  </a:cubicBezTo>
                  <a:lnTo>
                    <a:pt x="10019" y="6271"/>
                  </a:lnTo>
                  <a:cubicBezTo>
                    <a:pt x="9995" y="5873"/>
                    <a:pt x="10064" y="5487"/>
                    <a:pt x="10159" y="5487"/>
                  </a:cubicBezTo>
                  <a:close/>
                  <a:moveTo>
                    <a:pt x="43379" y="5625"/>
                  </a:moveTo>
                  <a:cubicBezTo>
                    <a:pt x="43473" y="5625"/>
                    <a:pt x="43542" y="6006"/>
                    <a:pt x="43521" y="6401"/>
                  </a:cubicBezTo>
                  <a:lnTo>
                    <a:pt x="43498" y="6810"/>
                  </a:lnTo>
                  <a:cubicBezTo>
                    <a:pt x="43418" y="6800"/>
                    <a:pt x="43334" y="6794"/>
                    <a:pt x="43251" y="6794"/>
                  </a:cubicBezTo>
                  <a:cubicBezTo>
                    <a:pt x="43184" y="6794"/>
                    <a:pt x="43118" y="6798"/>
                    <a:pt x="43053" y="6804"/>
                  </a:cubicBezTo>
                  <a:lnTo>
                    <a:pt x="43030" y="6411"/>
                  </a:lnTo>
                  <a:cubicBezTo>
                    <a:pt x="43006" y="6013"/>
                    <a:pt x="43076" y="5625"/>
                    <a:pt x="43170" y="5625"/>
                  </a:cubicBezTo>
                  <a:close/>
                  <a:moveTo>
                    <a:pt x="11176" y="5620"/>
                  </a:moveTo>
                  <a:cubicBezTo>
                    <a:pt x="11180" y="5620"/>
                    <a:pt x="11184" y="5621"/>
                    <a:pt x="11188" y="5622"/>
                  </a:cubicBezTo>
                  <a:lnTo>
                    <a:pt x="11386" y="5689"/>
                  </a:lnTo>
                  <a:cubicBezTo>
                    <a:pt x="11473" y="5720"/>
                    <a:pt x="11417" y="6102"/>
                    <a:pt x="11268" y="6469"/>
                  </a:cubicBezTo>
                  <a:lnTo>
                    <a:pt x="11114" y="6855"/>
                  </a:lnTo>
                  <a:cubicBezTo>
                    <a:pt x="10981" y="6791"/>
                    <a:pt x="10841" y="6741"/>
                    <a:pt x="10694" y="6707"/>
                  </a:cubicBezTo>
                  <a:lnTo>
                    <a:pt x="10800" y="6319"/>
                  </a:lnTo>
                  <a:cubicBezTo>
                    <a:pt x="10903" y="5951"/>
                    <a:pt x="11081" y="5620"/>
                    <a:pt x="11176" y="5620"/>
                  </a:cubicBezTo>
                  <a:close/>
                  <a:moveTo>
                    <a:pt x="9204" y="5669"/>
                  </a:moveTo>
                  <a:cubicBezTo>
                    <a:pt x="9297" y="5669"/>
                    <a:pt x="9488" y="5983"/>
                    <a:pt x="9607" y="6340"/>
                  </a:cubicBezTo>
                  <a:lnTo>
                    <a:pt x="9735" y="6719"/>
                  </a:lnTo>
                  <a:cubicBezTo>
                    <a:pt x="9588" y="6757"/>
                    <a:pt x="9448" y="6811"/>
                    <a:pt x="9316" y="6879"/>
                  </a:cubicBezTo>
                  <a:lnTo>
                    <a:pt x="9155" y="6530"/>
                  </a:lnTo>
                  <a:cubicBezTo>
                    <a:pt x="8987" y="6168"/>
                    <a:pt x="8908" y="5784"/>
                    <a:pt x="8995" y="5748"/>
                  </a:cubicBezTo>
                  <a:lnTo>
                    <a:pt x="9190" y="5672"/>
                  </a:lnTo>
                  <a:cubicBezTo>
                    <a:pt x="9195" y="5670"/>
                    <a:pt x="9199" y="5669"/>
                    <a:pt x="9204" y="5669"/>
                  </a:cubicBezTo>
                  <a:close/>
                  <a:moveTo>
                    <a:pt x="44188" y="5759"/>
                  </a:moveTo>
                  <a:cubicBezTo>
                    <a:pt x="44192" y="5759"/>
                    <a:pt x="44196" y="5760"/>
                    <a:pt x="44199" y="5761"/>
                  </a:cubicBezTo>
                  <a:lnTo>
                    <a:pt x="44397" y="5829"/>
                  </a:lnTo>
                  <a:cubicBezTo>
                    <a:pt x="44485" y="5859"/>
                    <a:pt x="44428" y="6240"/>
                    <a:pt x="44280" y="6609"/>
                  </a:cubicBezTo>
                  <a:lnTo>
                    <a:pt x="44126" y="6995"/>
                  </a:lnTo>
                  <a:cubicBezTo>
                    <a:pt x="43993" y="6930"/>
                    <a:pt x="43853" y="6880"/>
                    <a:pt x="43706" y="6847"/>
                  </a:cubicBezTo>
                  <a:lnTo>
                    <a:pt x="43813" y="6459"/>
                  </a:lnTo>
                  <a:cubicBezTo>
                    <a:pt x="43915" y="6090"/>
                    <a:pt x="44094" y="5759"/>
                    <a:pt x="44188" y="5759"/>
                  </a:cubicBezTo>
                  <a:close/>
                  <a:moveTo>
                    <a:pt x="42215" y="5808"/>
                  </a:moveTo>
                  <a:cubicBezTo>
                    <a:pt x="42309" y="5808"/>
                    <a:pt x="42499" y="6122"/>
                    <a:pt x="42619" y="6480"/>
                  </a:cubicBezTo>
                  <a:lnTo>
                    <a:pt x="42746" y="6858"/>
                  </a:lnTo>
                  <a:cubicBezTo>
                    <a:pt x="42600" y="6896"/>
                    <a:pt x="42460" y="6951"/>
                    <a:pt x="42329" y="7018"/>
                  </a:cubicBezTo>
                  <a:lnTo>
                    <a:pt x="42329" y="7018"/>
                  </a:lnTo>
                  <a:lnTo>
                    <a:pt x="42167" y="6670"/>
                  </a:lnTo>
                  <a:cubicBezTo>
                    <a:pt x="41998" y="6308"/>
                    <a:pt x="41919" y="5922"/>
                    <a:pt x="42008" y="5888"/>
                  </a:cubicBezTo>
                  <a:lnTo>
                    <a:pt x="42202" y="5810"/>
                  </a:lnTo>
                  <a:cubicBezTo>
                    <a:pt x="42206" y="5809"/>
                    <a:pt x="42211" y="5808"/>
                    <a:pt x="42215" y="5808"/>
                  </a:cubicBezTo>
                  <a:close/>
                  <a:moveTo>
                    <a:pt x="12091" y="6074"/>
                  </a:moveTo>
                  <a:cubicBezTo>
                    <a:pt x="12102" y="6074"/>
                    <a:pt x="12111" y="6076"/>
                    <a:pt x="12118" y="6082"/>
                  </a:cubicBezTo>
                  <a:lnTo>
                    <a:pt x="12283" y="6209"/>
                  </a:lnTo>
                  <a:cubicBezTo>
                    <a:pt x="12357" y="6267"/>
                    <a:pt x="12180" y="6609"/>
                    <a:pt x="11921" y="6910"/>
                  </a:cubicBezTo>
                  <a:lnTo>
                    <a:pt x="11646" y="7231"/>
                  </a:lnTo>
                  <a:cubicBezTo>
                    <a:pt x="11541" y="7126"/>
                    <a:pt x="11424" y="7035"/>
                    <a:pt x="11297" y="6957"/>
                  </a:cubicBezTo>
                  <a:lnTo>
                    <a:pt x="11527" y="6619"/>
                  </a:lnTo>
                  <a:cubicBezTo>
                    <a:pt x="11731" y="6319"/>
                    <a:pt x="11989" y="6074"/>
                    <a:pt x="12091" y="6074"/>
                  </a:cubicBezTo>
                  <a:close/>
                  <a:moveTo>
                    <a:pt x="8313" y="6167"/>
                  </a:moveTo>
                  <a:cubicBezTo>
                    <a:pt x="8417" y="6167"/>
                    <a:pt x="8680" y="6393"/>
                    <a:pt x="8895" y="6675"/>
                  </a:cubicBezTo>
                  <a:lnTo>
                    <a:pt x="9132" y="6988"/>
                  </a:lnTo>
                  <a:cubicBezTo>
                    <a:pt x="9007" y="7070"/>
                    <a:pt x="8892" y="7167"/>
                    <a:pt x="8789" y="7275"/>
                  </a:cubicBezTo>
                  <a:lnTo>
                    <a:pt x="8528" y="7001"/>
                  </a:lnTo>
                  <a:cubicBezTo>
                    <a:pt x="8250" y="6712"/>
                    <a:pt x="8053" y="6373"/>
                    <a:pt x="8125" y="6312"/>
                  </a:cubicBezTo>
                  <a:lnTo>
                    <a:pt x="8284" y="6177"/>
                  </a:lnTo>
                  <a:cubicBezTo>
                    <a:pt x="8292" y="6170"/>
                    <a:pt x="8302" y="6167"/>
                    <a:pt x="8313" y="6167"/>
                  </a:cubicBezTo>
                  <a:close/>
                  <a:moveTo>
                    <a:pt x="45103" y="6214"/>
                  </a:moveTo>
                  <a:cubicBezTo>
                    <a:pt x="45113" y="6214"/>
                    <a:pt x="45122" y="6216"/>
                    <a:pt x="45129" y="6222"/>
                  </a:cubicBezTo>
                  <a:lnTo>
                    <a:pt x="45295" y="6349"/>
                  </a:lnTo>
                  <a:cubicBezTo>
                    <a:pt x="45368" y="6406"/>
                    <a:pt x="45192" y="6749"/>
                    <a:pt x="44933" y="7050"/>
                  </a:cubicBezTo>
                  <a:lnTo>
                    <a:pt x="44657" y="7371"/>
                  </a:lnTo>
                  <a:cubicBezTo>
                    <a:pt x="44553" y="7266"/>
                    <a:pt x="44435" y="7174"/>
                    <a:pt x="44308" y="7095"/>
                  </a:cubicBezTo>
                  <a:lnTo>
                    <a:pt x="44538" y="6757"/>
                  </a:lnTo>
                  <a:cubicBezTo>
                    <a:pt x="44742" y="6459"/>
                    <a:pt x="45001" y="6214"/>
                    <a:pt x="45103" y="6214"/>
                  </a:cubicBezTo>
                  <a:close/>
                  <a:moveTo>
                    <a:pt x="41325" y="6307"/>
                  </a:moveTo>
                  <a:cubicBezTo>
                    <a:pt x="41428" y="6307"/>
                    <a:pt x="41691" y="6533"/>
                    <a:pt x="41907" y="6815"/>
                  </a:cubicBezTo>
                  <a:lnTo>
                    <a:pt x="42144" y="7128"/>
                  </a:lnTo>
                  <a:cubicBezTo>
                    <a:pt x="42020" y="7210"/>
                    <a:pt x="41904" y="7306"/>
                    <a:pt x="41801" y="7415"/>
                  </a:cubicBezTo>
                  <a:lnTo>
                    <a:pt x="41539" y="7141"/>
                  </a:lnTo>
                  <a:cubicBezTo>
                    <a:pt x="41262" y="6852"/>
                    <a:pt x="41064" y="6513"/>
                    <a:pt x="41136" y="6452"/>
                  </a:cubicBezTo>
                  <a:lnTo>
                    <a:pt x="41296" y="6316"/>
                  </a:lnTo>
                  <a:cubicBezTo>
                    <a:pt x="41303" y="6310"/>
                    <a:pt x="41313" y="6307"/>
                    <a:pt x="41325" y="6307"/>
                  </a:cubicBezTo>
                  <a:close/>
                  <a:moveTo>
                    <a:pt x="12795" y="6796"/>
                  </a:moveTo>
                  <a:cubicBezTo>
                    <a:pt x="12822" y="6796"/>
                    <a:pt x="12841" y="6803"/>
                    <a:pt x="12850" y="6817"/>
                  </a:cubicBezTo>
                  <a:lnTo>
                    <a:pt x="12966" y="6991"/>
                  </a:lnTo>
                  <a:cubicBezTo>
                    <a:pt x="13017" y="7068"/>
                    <a:pt x="12740" y="7337"/>
                    <a:pt x="12398" y="7538"/>
                  </a:cubicBezTo>
                  <a:lnTo>
                    <a:pt x="12030" y="7755"/>
                  </a:lnTo>
                  <a:cubicBezTo>
                    <a:pt x="11962" y="7621"/>
                    <a:pt x="11880" y="7497"/>
                    <a:pt x="11786" y="7384"/>
                  </a:cubicBezTo>
                  <a:lnTo>
                    <a:pt x="11787" y="7384"/>
                  </a:lnTo>
                  <a:lnTo>
                    <a:pt x="12118" y="7135"/>
                  </a:lnTo>
                  <a:cubicBezTo>
                    <a:pt x="12380" y="6937"/>
                    <a:pt x="12671" y="6796"/>
                    <a:pt x="12795" y="6796"/>
                  </a:cubicBezTo>
                  <a:close/>
                  <a:moveTo>
                    <a:pt x="7652" y="6923"/>
                  </a:moveTo>
                  <a:cubicBezTo>
                    <a:pt x="7779" y="6923"/>
                    <a:pt x="8064" y="7046"/>
                    <a:pt x="8327" y="7222"/>
                  </a:cubicBezTo>
                  <a:lnTo>
                    <a:pt x="8649" y="7437"/>
                  </a:lnTo>
                  <a:cubicBezTo>
                    <a:pt x="8557" y="7556"/>
                    <a:pt x="8479" y="7685"/>
                    <a:pt x="8416" y="7822"/>
                  </a:cubicBezTo>
                  <a:lnTo>
                    <a:pt x="8085" y="7649"/>
                  </a:lnTo>
                  <a:cubicBezTo>
                    <a:pt x="7730" y="7466"/>
                    <a:pt x="7433" y="7208"/>
                    <a:pt x="7482" y="7126"/>
                  </a:cubicBezTo>
                  <a:lnTo>
                    <a:pt x="7589" y="6947"/>
                  </a:lnTo>
                  <a:cubicBezTo>
                    <a:pt x="7598" y="6931"/>
                    <a:pt x="7620" y="6923"/>
                    <a:pt x="7652" y="6923"/>
                  </a:cubicBezTo>
                  <a:close/>
                  <a:moveTo>
                    <a:pt x="45806" y="6936"/>
                  </a:moveTo>
                  <a:cubicBezTo>
                    <a:pt x="45833" y="6936"/>
                    <a:pt x="45852" y="6943"/>
                    <a:pt x="45862" y="6957"/>
                  </a:cubicBezTo>
                  <a:lnTo>
                    <a:pt x="45977" y="7131"/>
                  </a:lnTo>
                  <a:cubicBezTo>
                    <a:pt x="46028" y="7208"/>
                    <a:pt x="45751" y="7476"/>
                    <a:pt x="45409" y="7678"/>
                  </a:cubicBezTo>
                  <a:lnTo>
                    <a:pt x="45042" y="7894"/>
                  </a:lnTo>
                  <a:cubicBezTo>
                    <a:pt x="44974" y="7761"/>
                    <a:pt x="44892" y="7637"/>
                    <a:pt x="44797" y="7524"/>
                  </a:cubicBezTo>
                  <a:lnTo>
                    <a:pt x="44799" y="7524"/>
                  </a:lnTo>
                  <a:lnTo>
                    <a:pt x="45129" y="7275"/>
                  </a:lnTo>
                  <a:cubicBezTo>
                    <a:pt x="45392" y="7077"/>
                    <a:pt x="45682" y="6936"/>
                    <a:pt x="45806" y="6936"/>
                  </a:cubicBezTo>
                  <a:close/>
                  <a:moveTo>
                    <a:pt x="40664" y="7063"/>
                  </a:moveTo>
                  <a:cubicBezTo>
                    <a:pt x="40792" y="7063"/>
                    <a:pt x="41076" y="7185"/>
                    <a:pt x="41340" y="7362"/>
                  </a:cubicBezTo>
                  <a:lnTo>
                    <a:pt x="41661" y="7577"/>
                  </a:lnTo>
                  <a:cubicBezTo>
                    <a:pt x="41569" y="7696"/>
                    <a:pt x="41491" y="7824"/>
                    <a:pt x="41428" y="7961"/>
                  </a:cubicBezTo>
                  <a:lnTo>
                    <a:pt x="41428" y="7961"/>
                  </a:lnTo>
                  <a:lnTo>
                    <a:pt x="41097" y="7789"/>
                  </a:lnTo>
                  <a:cubicBezTo>
                    <a:pt x="40742" y="7604"/>
                    <a:pt x="40445" y="7347"/>
                    <a:pt x="40493" y="7266"/>
                  </a:cubicBezTo>
                  <a:lnTo>
                    <a:pt x="40601" y="7087"/>
                  </a:lnTo>
                  <a:cubicBezTo>
                    <a:pt x="40610" y="7071"/>
                    <a:pt x="40632" y="7063"/>
                    <a:pt x="40664" y="7063"/>
                  </a:cubicBezTo>
                  <a:close/>
                  <a:moveTo>
                    <a:pt x="10239" y="7611"/>
                  </a:moveTo>
                  <a:cubicBezTo>
                    <a:pt x="10364" y="7611"/>
                    <a:pt x="10465" y="7713"/>
                    <a:pt x="10465" y="7837"/>
                  </a:cubicBezTo>
                  <a:cubicBezTo>
                    <a:pt x="10465" y="7963"/>
                    <a:pt x="10365" y="8065"/>
                    <a:pt x="10239" y="8065"/>
                  </a:cubicBezTo>
                  <a:cubicBezTo>
                    <a:pt x="10113" y="8065"/>
                    <a:pt x="10013" y="7963"/>
                    <a:pt x="10013" y="7837"/>
                  </a:cubicBezTo>
                  <a:cubicBezTo>
                    <a:pt x="10013" y="7713"/>
                    <a:pt x="10113" y="7611"/>
                    <a:pt x="10239" y="7611"/>
                  </a:cubicBezTo>
                  <a:close/>
                  <a:moveTo>
                    <a:pt x="43251" y="7751"/>
                  </a:moveTo>
                  <a:cubicBezTo>
                    <a:pt x="43375" y="7751"/>
                    <a:pt x="43477" y="7853"/>
                    <a:pt x="43477" y="7977"/>
                  </a:cubicBezTo>
                  <a:cubicBezTo>
                    <a:pt x="43477" y="8103"/>
                    <a:pt x="43377" y="8205"/>
                    <a:pt x="43251" y="8205"/>
                  </a:cubicBezTo>
                  <a:cubicBezTo>
                    <a:pt x="43125" y="8205"/>
                    <a:pt x="43025" y="8103"/>
                    <a:pt x="43025" y="7977"/>
                  </a:cubicBezTo>
                  <a:cubicBezTo>
                    <a:pt x="43025" y="7853"/>
                    <a:pt x="43126" y="7751"/>
                    <a:pt x="43251" y="7751"/>
                  </a:cubicBezTo>
                  <a:close/>
                  <a:moveTo>
                    <a:pt x="1238" y="5313"/>
                  </a:moveTo>
                  <a:cubicBezTo>
                    <a:pt x="1385" y="5313"/>
                    <a:pt x="1505" y="5446"/>
                    <a:pt x="1505" y="5608"/>
                  </a:cubicBezTo>
                  <a:lnTo>
                    <a:pt x="1505" y="8032"/>
                  </a:lnTo>
                  <a:cubicBezTo>
                    <a:pt x="1505" y="8196"/>
                    <a:pt x="1385" y="8328"/>
                    <a:pt x="1238" y="8328"/>
                  </a:cubicBezTo>
                  <a:lnTo>
                    <a:pt x="100" y="8328"/>
                  </a:lnTo>
                  <a:lnTo>
                    <a:pt x="100" y="5583"/>
                  </a:lnTo>
                  <a:cubicBezTo>
                    <a:pt x="100" y="5583"/>
                    <a:pt x="119" y="5492"/>
                    <a:pt x="143" y="5410"/>
                  </a:cubicBezTo>
                  <a:cubicBezTo>
                    <a:pt x="160" y="5352"/>
                    <a:pt x="209" y="5313"/>
                    <a:pt x="264" y="5313"/>
                  </a:cubicBezTo>
                  <a:close/>
                  <a:moveTo>
                    <a:pt x="13133" y="7696"/>
                  </a:moveTo>
                  <a:cubicBezTo>
                    <a:pt x="13232" y="7696"/>
                    <a:pt x="13297" y="7713"/>
                    <a:pt x="13306" y="7748"/>
                  </a:cubicBezTo>
                  <a:lnTo>
                    <a:pt x="13359" y="7950"/>
                  </a:lnTo>
                  <a:cubicBezTo>
                    <a:pt x="13383" y="8041"/>
                    <a:pt x="13034" y="8205"/>
                    <a:pt x="12645" y="8285"/>
                  </a:cubicBezTo>
                  <a:lnTo>
                    <a:pt x="12225" y="8373"/>
                  </a:lnTo>
                  <a:cubicBezTo>
                    <a:pt x="12203" y="8223"/>
                    <a:pt x="12166" y="8080"/>
                    <a:pt x="12113" y="7943"/>
                  </a:cubicBezTo>
                  <a:lnTo>
                    <a:pt x="12511" y="7813"/>
                  </a:lnTo>
                  <a:cubicBezTo>
                    <a:pt x="12743" y="7737"/>
                    <a:pt x="12979" y="7696"/>
                    <a:pt x="13133" y="7696"/>
                  </a:cubicBezTo>
                  <a:close/>
                  <a:moveTo>
                    <a:pt x="7398" y="7838"/>
                  </a:moveTo>
                  <a:cubicBezTo>
                    <a:pt x="7549" y="7838"/>
                    <a:pt x="7759" y="7867"/>
                    <a:pt x="7968" y="7924"/>
                  </a:cubicBezTo>
                  <a:lnTo>
                    <a:pt x="8337" y="8023"/>
                  </a:lnTo>
                  <a:cubicBezTo>
                    <a:pt x="8290" y="8162"/>
                    <a:pt x="8258" y="8309"/>
                    <a:pt x="8242" y="8461"/>
                  </a:cubicBezTo>
                  <a:lnTo>
                    <a:pt x="7874" y="8406"/>
                  </a:lnTo>
                  <a:cubicBezTo>
                    <a:pt x="7480" y="8345"/>
                    <a:pt x="7117" y="8196"/>
                    <a:pt x="7135" y="8104"/>
                  </a:cubicBezTo>
                  <a:lnTo>
                    <a:pt x="7179" y="7900"/>
                  </a:lnTo>
                  <a:cubicBezTo>
                    <a:pt x="7188" y="7858"/>
                    <a:pt x="7273" y="7838"/>
                    <a:pt x="7398" y="7838"/>
                  </a:cubicBezTo>
                  <a:close/>
                  <a:moveTo>
                    <a:pt x="46145" y="7836"/>
                  </a:moveTo>
                  <a:cubicBezTo>
                    <a:pt x="46243" y="7836"/>
                    <a:pt x="46309" y="7853"/>
                    <a:pt x="46318" y="7888"/>
                  </a:cubicBezTo>
                  <a:lnTo>
                    <a:pt x="46372" y="8090"/>
                  </a:lnTo>
                  <a:cubicBezTo>
                    <a:pt x="46396" y="8181"/>
                    <a:pt x="46045" y="8345"/>
                    <a:pt x="45658" y="8425"/>
                  </a:cubicBezTo>
                  <a:lnTo>
                    <a:pt x="45237" y="8513"/>
                  </a:lnTo>
                  <a:cubicBezTo>
                    <a:pt x="45216" y="8363"/>
                    <a:pt x="45177" y="8219"/>
                    <a:pt x="45125" y="8083"/>
                  </a:cubicBezTo>
                  <a:lnTo>
                    <a:pt x="45522" y="7953"/>
                  </a:lnTo>
                  <a:cubicBezTo>
                    <a:pt x="45754" y="7877"/>
                    <a:pt x="45991" y="7836"/>
                    <a:pt x="46145" y="7836"/>
                  </a:cubicBezTo>
                  <a:close/>
                  <a:moveTo>
                    <a:pt x="40412" y="7977"/>
                  </a:moveTo>
                  <a:cubicBezTo>
                    <a:pt x="40562" y="7977"/>
                    <a:pt x="40771" y="8006"/>
                    <a:pt x="40979" y="8062"/>
                  </a:cubicBezTo>
                  <a:lnTo>
                    <a:pt x="41348" y="8162"/>
                  </a:lnTo>
                  <a:cubicBezTo>
                    <a:pt x="41302" y="8302"/>
                    <a:pt x="41269" y="8449"/>
                    <a:pt x="41254" y="8601"/>
                  </a:cubicBezTo>
                  <a:lnTo>
                    <a:pt x="40886" y="8544"/>
                  </a:lnTo>
                  <a:cubicBezTo>
                    <a:pt x="40492" y="8485"/>
                    <a:pt x="40128" y="8336"/>
                    <a:pt x="40148" y="8244"/>
                  </a:cubicBezTo>
                  <a:lnTo>
                    <a:pt x="40191" y="8039"/>
                  </a:lnTo>
                  <a:cubicBezTo>
                    <a:pt x="40200" y="7998"/>
                    <a:pt x="40285" y="7977"/>
                    <a:pt x="40412" y="7977"/>
                  </a:cubicBezTo>
                  <a:close/>
                  <a:moveTo>
                    <a:pt x="221" y="4694"/>
                  </a:moveTo>
                  <a:cubicBezTo>
                    <a:pt x="146" y="4694"/>
                    <a:pt x="79" y="4746"/>
                    <a:pt x="57" y="4825"/>
                  </a:cubicBezTo>
                  <a:cubicBezTo>
                    <a:pt x="24" y="4936"/>
                    <a:pt x="0" y="5058"/>
                    <a:pt x="0" y="5058"/>
                  </a:cubicBezTo>
                  <a:lnTo>
                    <a:pt x="0" y="8759"/>
                  </a:lnTo>
                  <a:lnTo>
                    <a:pt x="1534" y="8759"/>
                  </a:lnTo>
                  <a:cubicBezTo>
                    <a:pt x="1733" y="8759"/>
                    <a:pt x="1894" y="8581"/>
                    <a:pt x="1894" y="8360"/>
                  </a:cubicBezTo>
                  <a:lnTo>
                    <a:pt x="1894" y="5092"/>
                  </a:lnTo>
                  <a:cubicBezTo>
                    <a:pt x="1894" y="4872"/>
                    <a:pt x="1733" y="4694"/>
                    <a:pt x="1534" y="4694"/>
                  </a:cubicBezTo>
                  <a:close/>
                  <a:moveTo>
                    <a:pt x="9482" y="8434"/>
                  </a:moveTo>
                  <a:cubicBezTo>
                    <a:pt x="9606" y="8434"/>
                    <a:pt x="9708" y="8536"/>
                    <a:pt x="9708" y="8661"/>
                  </a:cubicBezTo>
                  <a:cubicBezTo>
                    <a:pt x="9708" y="8786"/>
                    <a:pt x="9606" y="8888"/>
                    <a:pt x="9482" y="8888"/>
                  </a:cubicBezTo>
                  <a:cubicBezTo>
                    <a:pt x="9356" y="8888"/>
                    <a:pt x="9254" y="8786"/>
                    <a:pt x="9254" y="8661"/>
                  </a:cubicBezTo>
                  <a:cubicBezTo>
                    <a:pt x="9254" y="8536"/>
                    <a:pt x="9356" y="8434"/>
                    <a:pt x="9482" y="8434"/>
                  </a:cubicBezTo>
                  <a:close/>
                  <a:moveTo>
                    <a:pt x="11046" y="8434"/>
                  </a:moveTo>
                  <a:cubicBezTo>
                    <a:pt x="11171" y="8434"/>
                    <a:pt x="11272" y="8536"/>
                    <a:pt x="11272" y="8661"/>
                  </a:cubicBezTo>
                  <a:cubicBezTo>
                    <a:pt x="11272" y="8786"/>
                    <a:pt x="11171" y="8888"/>
                    <a:pt x="11046" y="8888"/>
                  </a:cubicBezTo>
                  <a:cubicBezTo>
                    <a:pt x="10921" y="8888"/>
                    <a:pt x="10819" y="8786"/>
                    <a:pt x="10819" y="8661"/>
                  </a:cubicBezTo>
                  <a:cubicBezTo>
                    <a:pt x="10819" y="8536"/>
                    <a:pt x="10921" y="8434"/>
                    <a:pt x="11046" y="8434"/>
                  </a:cubicBezTo>
                  <a:close/>
                  <a:moveTo>
                    <a:pt x="42493" y="8574"/>
                  </a:moveTo>
                  <a:cubicBezTo>
                    <a:pt x="42618" y="8574"/>
                    <a:pt x="42719" y="8676"/>
                    <a:pt x="42719" y="8801"/>
                  </a:cubicBezTo>
                  <a:cubicBezTo>
                    <a:pt x="42719" y="8926"/>
                    <a:pt x="42618" y="9027"/>
                    <a:pt x="42493" y="9027"/>
                  </a:cubicBezTo>
                  <a:cubicBezTo>
                    <a:pt x="42367" y="9027"/>
                    <a:pt x="42266" y="8926"/>
                    <a:pt x="42266" y="8801"/>
                  </a:cubicBezTo>
                  <a:cubicBezTo>
                    <a:pt x="42266" y="8676"/>
                    <a:pt x="42367" y="8574"/>
                    <a:pt x="42493" y="8574"/>
                  </a:cubicBezTo>
                  <a:close/>
                  <a:moveTo>
                    <a:pt x="44058" y="8574"/>
                  </a:moveTo>
                  <a:cubicBezTo>
                    <a:pt x="44182" y="8574"/>
                    <a:pt x="44284" y="8676"/>
                    <a:pt x="44284" y="8801"/>
                  </a:cubicBezTo>
                  <a:cubicBezTo>
                    <a:pt x="44284" y="8926"/>
                    <a:pt x="44182" y="9027"/>
                    <a:pt x="44058" y="9027"/>
                  </a:cubicBezTo>
                  <a:cubicBezTo>
                    <a:pt x="43932" y="9027"/>
                    <a:pt x="43830" y="8926"/>
                    <a:pt x="43830" y="8801"/>
                  </a:cubicBezTo>
                  <a:cubicBezTo>
                    <a:pt x="43830" y="8676"/>
                    <a:pt x="43932" y="8574"/>
                    <a:pt x="44058" y="8574"/>
                  </a:cubicBezTo>
                  <a:close/>
                  <a:moveTo>
                    <a:pt x="12244" y="8578"/>
                  </a:moveTo>
                  <a:lnTo>
                    <a:pt x="12665" y="8582"/>
                  </a:lnTo>
                  <a:cubicBezTo>
                    <a:pt x="13063" y="8588"/>
                    <a:pt x="13445" y="8684"/>
                    <a:pt x="13438" y="8777"/>
                  </a:cubicBezTo>
                  <a:lnTo>
                    <a:pt x="13424" y="8986"/>
                  </a:lnTo>
                  <a:cubicBezTo>
                    <a:pt x="13419" y="9053"/>
                    <a:pt x="13223" y="9094"/>
                    <a:pt x="12968" y="9094"/>
                  </a:cubicBezTo>
                  <a:cubicBezTo>
                    <a:pt x="12865" y="9094"/>
                    <a:pt x="12753" y="9087"/>
                    <a:pt x="12639" y="9073"/>
                  </a:cubicBezTo>
                  <a:lnTo>
                    <a:pt x="12214" y="9020"/>
                  </a:lnTo>
                  <a:lnTo>
                    <a:pt x="12212" y="9020"/>
                  </a:lnTo>
                  <a:cubicBezTo>
                    <a:pt x="12234" y="8905"/>
                    <a:pt x="12245" y="8784"/>
                    <a:pt x="12245" y="8661"/>
                  </a:cubicBezTo>
                  <a:cubicBezTo>
                    <a:pt x="12245" y="8633"/>
                    <a:pt x="12245" y="8605"/>
                    <a:pt x="12244" y="8578"/>
                  </a:cubicBezTo>
                  <a:close/>
                  <a:moveTo>
                    <a:pt x="8234" y="8677"/>
                  </a:moveTo>
                  <a:cubicBezTo>
                    <a:pt x="8234" y="8831"/>
                    <a:pt x="8252" y="8979"/>
                    <a:pt x="8286" y="9124"/>
                  </a:cubicBezTo>
                  <a:lnTo>
                    <a:pt x="7920" y="9189"/>
                  </a:lnTo>
                  <a:cubicBezTo>
                    <a:pt x="7765" y="9216"/>
                    <a:pt x="7609" y="9229"/>
                    <a:pt x="7478" y="9229"/>
                  </a:cubicBezTo>
                  <a:cubicBezTo>
                    <a:pt x="7276" y="9229"/>
                    <a:pt x="7130" y="9198"/>
                    <a:pt x="7124" y="9142"/>
                  </a:cubicBezTo>
                  <a:lnTo>
                    <a:pt x="7098" y="8934"/>
                  </a:lnTo>
                  <a:cubicBezTo>
                    <a:pt x="7087" y="8842"/>
                    <a:pt x="7456" y="8728"/>
                    <a:pt x="7852" y="8702"/>
                  </a:cubicBezTo>
                  <a:lnTo>
                    <a:pt x="8234" y="8677"/>
                  </a:lnTo>
                  <a:close/>
                  <a:moveTo>
                    <a:pt x="45255" y="8718"/>
                  </a:moveTo>
                  <a:lnTo>
                    <a:pt x="45676" y="8722"/>
                  </a:lnTo>
                  <a:cubicBezTo>
                    <a:pt x="46075" y="8728"/>
                    <a:pt x="46457" y="8824"/>
                    <a:pt x="46450" y="8917"/>
                  </a:cubicBezTo>
                  <a:lnTo>
                    <a:pt x="46435" y="9126"/>
                  </a:lnTo>
                  <a:cubicBezTo>
                    <a:pt x="46430" y="9193"/>
                    <a:pt x="46235" y="9234"/>
                    <a:pt x="45980" y="9234"/>
                  </a:cubicBezTo>
                  <a:cubicBezTo>
                    <a:pt x="45877" y="9234"/>
                    <a:pt x="45764" y="9227"/>
                    <a:pt x="45651" y="9213"/>
                  </a:cubicBezTo>
                  <a:lnTo>
                    <a:pt x="45225" y="9160"/>
                  </a:lnTo>
                  <a:cubicBezTo>
                    <a:pt x="45247" y="9043"/>
                    <a:pt x="45257" y="8923"/>
                    <a:pt x="45257" y="8801"/>
                  </a:cubicBezTo>
                  <a:cubicBezTo>
                    <a:pt x="45257" y="8773"/>
                    <a:pt x="45257" y="8745"/>
                    <a:pt x="45255" y="8718"/>
                  </a:cubicBezTo>
                  <a:close/>
                  <a:moveTo>
                    <a:pt x="41245" y="8817"/>
                  </a:moveTo>
                  <a:cubicBezTo>
                    <a:pt x="41247" y="8970"/>
                    <a:pt x="41265" y="9119"/>
                    <a:pt x="41297" y="9262"/>
                  </a:cubicBezTo>
                  <a:lnTo>
                    <a:pt x="40931" y="9329"/>
                  </a:lnTo>
                  <a:cubicBezTo>
                    <a:pt x="40776" y="9356"/>
                    <a:pt x="40621" y="9369"/>
                    <a:pt x="40490" y="9369"/>
                  </a:cubicBezTo>
                  <a:cubicBezTo>
                    <a:pt x="40288" y="9369"/>
                    <a:pt x="40142" y="9338"/>
                    <a:pt x="40136" y="9282"/>
                  </a:cubicBezTo>
                  <a:lnTo>
                    <a:pt x="40110" y="9074"/>
                  </a:lnTo>
                  <a:cubicBezTo>
                    <a:pt x="40099" y="8981"/>
                    <a:pt x="40468" y="8868"/>
                    <a:pt x="40863" y="8842"/>
                  </a:cubicBezTo>
                  <a:lnTo>
                    <a:pt x="41245" y="8817"/>
                  </a:lnTo>
                  <a:close/>
                  <a:moveTo>
                    <a:pt x="10239" y="9176"/>
                  </a:moveTo>
                  <a:cubicBezTo>
                    <a:pt x="10364" y="9176"/>
                    <a:pt x="10465" y="9278"/>
                    <a:pt x="10465" y="9402"/>
                  </a:cubicBezTo>
                  <a:cubicBezTo>
                    <a:pt x="10465" y="9528"/>
                    <a:pt x="10365" y="9630"/>
                    <a:pt x="10239" y="9630"/>
                  </a:cubicBezTo>
                  <a:cubicBezTo>
                    <a:pt x="10113" y="9630"/>
                    <a:pt x="10013" y="9528"/>
                    <a:pt x="10013" y="9402"/>
                  </a:cubicBezTo>
                  <a:cubicBezTo>
                    <a:pt x="10013" y="9278"/>
                    <a:pt x="10113" y="9176"/>
                    <a:pt x="10239" y="9176"/>
                  </a:cubicBezTo>
                  <a:close/>
                  <a:moveTo>
                    <a:pt x="43251" y="9316"/>
                  </a:moveTo>
                  <a:cubicBezTo>
                    <a:pt x="43375" y="9316"/>
                    <a:pt x="43477" y="9418"/>
                    <a:pt x="43477" y="9542"/>
                  </a:cubicBezTo>
                  <a:cubicBezTo>
                    <a:pt x="43477" y="9668"/>
                    <a:pt x="43377" y="9770"/>
                    <a:pt x="43251" y="9770"/>
                  </a:cubicBezTo>
                  <a:cubicBezTo>
                    <a:pt x="43125" y="9770"/>
                    <a:pt x="43025" y="9668"/>
                    <a:pt x="43025" y="9542"/>
                  </a:cubicBezTo>
                  <a:cubicBezTo>
                    <a:pt x="43025" y="9418"/>
                    <a:pt x="43126" y="9316"/>
                    <a:pt x="43251" y="9316"/>
                  </a:cubicBezTo>
                  <a:close/>
                  <a:moveTo>
                    <a:pt x="10239" y="7401"/>
                  </a:moveTo>
                  <a:cubicBezTo>
                    <a:pt x="9542" y="7401"/>
                    <a:pt x="8978" y="7965"/>
                    <a:pt x="8978" y="8661"/>
                  </a:cubicBezTo>
                  <a:cubicBezTo>
                    <a:pt x="8978" y="9357"/>
                    <a:pt x="9542" y="9922"/>
                    <a:pt x="10239" y="9922"/>
                  </a:cubicBezTo>
                  <a:cubicBezTo>
                    <a:pt x="10935" y="9922"/>
                    <a:pt x="11500" y="9357"/>
                    <a:pt x="11500" y="8661"/>
                  </a:cubicBezTo>
                  <a:cubicBezTo>
                    <a:pt x="11500" y="7965"/>
                    <a:pt x="10936" y="7401"/>
                    <a:pt x="10239" y="7401"/>
                  </a:cubicBezTo>
                  <a:close/>
                  <a:moveTo>
                    <a:pt x="12166" y="9221"/>
                  </a:moveTo>
                  <a:lnTo>
                    <a:pt x="12562" y="9361"/>
                  </a:lnTo>
                  <a:cubicBezTo>
                    <a:pt x="12938" y="9494"/>
                    <a:pt x="13267" y="9707"/>
                    <a:pt x="13230" y="9795"/>
                  </a:cubicBezTo>
                  <a:lnTo>
                    <a:pt x="13150" y="9987"/>
                  </a:lnTo>
                  <a:cubicBezTo>
                    <a:pt x="13140" y="10011"/>
                    <a:pt x="13105" y="10022"/>
                    <a:pt x="13052" y="10022"/>
                  </a:cubicBezTo>
                  <a:cubicBezTo>
                    <a:pt x="12911" y="10022"/>
                    <a:pt x="12640" y="9943"/>
                    <a:pt x="12379" y="9816"/>
                  </a:cubicBezTo>
                  <a:lnTo>
                    <a:pt x="11996" y="9631"/>
                  </a:lnTo>
                  <a:cubicBezTo>
                    <a:pt x="12067" y="9502"/>
                    <a:pt x="12125" y="9365"/>
                    <a:pt x="12166" y="9221"/>
                  </a:cubicBezTo>
                  <a:close/>
                  <a:moveTo>
                    <a:pt x="43251" y="7541"/>
                  </a:moveTo>
                  <a:cubicBezTo>
                    <a:pt x="42554" y="7541"/>
                    <a:pt x="41990" y="8104"/>
                    <a:pt x="41990" y="8801"/>
                  </a:cubicBezTo>
                  <a:cubicBezTo>
                    <a:pt x="41990" y="9497"/>
                    <a:pt x="42554" y="10061"/>
                    <a:pt x="43251" y="10061"/>
                  </a:cubicBezTo>
                  <a:cubicBezTo>
                    <a:pt x="43948" y="10061"/>
                    <a:pt x="44512" y="9497"/>
                    <a:pt x="44512" y="8801"/>
                  </a:cubicBezTo>
                  <a:cubicBezTo>
                    <a:pt x="44512" y="8104"/>
                    <a:pt x="43948" y="7541"/>
                    <a:pt x="43251" y="7541"/>
                  </a:cubicBezTo>
                  <a:close/>
                  <a:moveTo>
                    <a:pt x="8347" y="9330"/>
                  </a:moveTo>
                  <a:cubicBezTo>
                    <a:pt x="8397" y="9473"/>
                    <a:pt x="8464" y="9608"/>
                    <a:pt x="8543" y="9734"/>
                  </a:cubicBezTo>
                  <a:lnTo>
                    <a:pt x="8214" y="9915"/>
                  </a:lnTo>
                  <a:cubicBezTo>
                    <a:pt x="7948" y="10062"/>
                    <a:pt x="7666" y="10158"/>
                    <a:pt x="7528" y="10158"/>
                  </a:cubicBezTo>
                  <a:cubicBezTo>
                    <a:pt x="7485" y="10158"/>
                    <a:pt x="7456" y="10149"/>
                    <a:pt x="7446" y="10129"/>
                  </a:cubicBezTo>
                  <a:lnTo>
                    <a:pt x="7356" y="9939"/>
                  </a:lnTo>
                  <a:cubicBezTo>
                    <a:pt x="7315" y="9856"/>
                    <a:pt x="7627" y="9628"/>
                    <a:pt x="7993" y="9477"/>
                  </a:cubicBezTo>
                  <a:lnTo>
                    <a:pt x="8347" y="9330"/>
                  </a:lnTo>
                  <a:close/>
                  <a:moveTo>
                    <a:pt x="45177" y="9361"/>
                  </a:moveTo>
                  <a:lnTo>
                    <a:pt x="45573" y="9501"/>
                  </a:lnTo>
                  <a:cubicBezTo>
                    <a:pt x="45949" y="9634"/>
                    <a:pt x="46278" y="9847"/>
                    <a:pt x="46243" y="9935"/>
                  </a:cubicBezTo>
                  <a:lnTo>
                    <a:pt x="46161" y="10127"/>
                  </a:lnTo>
                  <a:cubicBezTo>
                    <a:pt x="46152" y="10151"/>
                    <a:pt x="46117" y="10161"/>
                    <a:pt x="46064" y="10161"/>
                  </a:cubicBezTo>
                  <a:cubicBezTo>
                    <a:pt x="45923" y="10161"/>
                    <a:pt x="45652" y="10083"/>
                    <a:pt x="45392" y="9956"/>
                  </a:cubicBezTo>
                  <a:lnTo>
                    <a:pt x="45008" y="9771"/>
                  </a:lnTo>
                  <a:cubicBezTo>
                    <a:pt x="45078" y="9642"/>
                    <a:pt x="45136" y="9505"/>
                    <a:pt x="45177" y="9361"/>
                  </a:cubicBezTo>
                  <a:close/>
                  <a:moveTo>
                    <a:pt x="10239" y="7010"/>
                  </a:moveTo>
                  <a:cubicBezTo>
                    <a:pt x="11145" y="7010"/>
                    <a:pt x="11879" y="7745"/>
                    <a:pt x="11879" y="8652"/>
                  </a:cubicBezTo>
                  <a:cubicBezTo>
                    <a:pt x="11879" y="9558"/>
                    <a:pt x="11145" y="10291"/>
                    <a:pt x="10239" y="10291"/>
                  </a:cubicBezTo>
                  <a:cubicBezTo>
                    <a:pt x="9333" y="10291"/>
                    <a:pt x="8598" y="9558"/>
                    <a:pt x="8598" y="8652"/>
                  </a:cubicBezTo>
                  <a:cubicBezTo>
                    <a:pt x="8598" y="7745"/>
                    <a:pt x="9333" y="7010"/>
                    <a:pt x="10239" y="7010"/>
                  </a:cubicBezTo>
                  <a:close/>
                  <a:moveTo>
                    <a:pt x="41360" y="9470"/>
                  </a:moveTo>
                  <a:cubicBezTo>
                    <a:pt x="41409" y="9613"/>
                    <a:pt x="41476" y="9748"/>
                    <a:pt x="41555" y="9874"/>
                  </a:cubicBezTo>
                  <a:lnTo>
                    <a:pt x="41227" y="10055"/>
                  </a:lnTo>
                  <a:cubicBezTo>
                    <a:pt x="40960" y="10202"/>
                    <a:pt x="40678" y="10298"/>
                    <a:pt x="40540" y="10298"/>
                  </a:cubicBezTo>
                  <a:cubicBezTo>
                    <a:pt x="40497" y="10298"/>
                    <a:pt x="40468" y="10289"/>
                    <a:pt x="40458" y="10269"/>
                  </a:cubicBezTo>
                  <a:lnTo>
                    <a:pt x="40367" y="10079"/>
                  </a:lnTo>
                  <a:cubicBezTo>
                    <a:pt x="40326" y="9994"/>
                    <a:pt x="40639" y="9768"/>
                    <a:pt x="41006" y="9617"/>
                  </a:cubicBezTo>
                  <a:lnTo>
                    <a:pt x="41360" y="9470"/>
                  </a:lnTo>
                  <a:close/>
                  <a:moveTo>
                    <a:pt x="43251" y="7150"/>
                  </a:moveTo>
                  <a:cubicBezTo>
                    <a:pt x="44157" y="7150"/>
                    <a:pt x="44892" y="7885"/>
                    <a:pt x="44892" y="8791"/>
                  </a:cubicBezTo>
                  <a:cubicBezTo>
                    <a:pt x="44890" y="9697"/>
                    <a:pt x="44157" y="10431"/>
                    <a:pt x="43251" y="10431"/>
                  </a:cubicBezTo>
                  <a:cubicBezTo>
                    <a:pt x="42345" y="10431"/>
                    <a:pt x="41610" y="9697"/>
                    <a:pt x="41610" y="8791"/>
                  </a:cubicBezTo>
                  <a:cubicBezTo>
                    <a:pt x="41610" y="7885"/>
                    <a:pt x="42345" y="7150"/>
                    <a:pt x="43251" y="7150"/>
                  </a:cubicBezTo>
                  <a:close/>
                  <a:moveTo>
                    <a:pt x="9559" y="10550"/>
                  </a:moveTo>
                  <a:lnTo>
                    <a:pt x="9559" y="10550"/>
                  </a:lnTo>
                  <a:cubicBezTo>
                    <a:pt x="9576" y="10555"/>
                    <a:pt x="9593" y="10561"/>
                    <a:pt x="9609" y="10567"/>
                  </a:cubicBezTo>
                  <a:cubicBezTo>
                    <a:pt x="9592" y="10561"/>
                    <a:pt x="9576" y="10555"/>
                    <a:pt x="9559" y="10550"/>
                  </a:cubicBezTo>
                  <a:close/>
                  <a:moveTo>
                    <a:pt x="11887" y="9806"/>
                  </a:moveTo>
                  <a:lnTo>
                    <a:pt x="12214" y="10064"/>
                  </a:lnTo>
                  <a:cubicBezTo>
                    <a:pt x="12526" y="10311"/>
                    <a:pt x="12769" y="10620"/>
                    <a:pt x="12707" y="10690"/>
                  </a:cubicBezTo>
                  <a:lnTo>
                    <a:pt x="12569" y="10847"/>
                  </a:lnTo>
                  <a:cubicBezTo>
                    <a:pt x="12560" y="10856"/>
                    <a:pt x="12547" y="10861"/>
                    <a:pt x="12529" y="10861"/>
                  </a:cubicBezTo>
                  <a:cubicBezTo>
                    <a:pt x="12417" y="10861"/>
                    <a:pt x="12138" y="10678"/>
                    <a:pt x="11894" y="10437"/>
                  </a:cubicBezTo>
                  <a:lnTo>
                    <a:pt x="11595" y="10140"/>
                  </a:lnTo>
                  <a:cubicBezTo>
                    <a:pt x="11704" y="10041"/>
                    <a:pt x="11803" y="9928"/>
                    <a:pt x="11887" y="9806"/>
                  </a:cubicBezTo>
                  <a:close/>
                  <a:moveTo>
                    <a:pt x="8669" y="9909"/>
                  </a:moveTo>
                  <a:cubicBezTo>
                    <a:pt x="8762" y="10027"/>
                    <a:pt x="8868" y="10133"/>
                    <a:pt x="8984" y="10226"/>
                  </a:cubicBezTo>
                  <a:lnTo>
                    <a:pt x="8728" y="10509"/>
                  </a:lnTo>
                  <a:cubicBezTo>
                    <a:pt x="8492" y="10768"/>
                    <a:pt x="8213" y="10970"/>
                    <a:pt x="8103" y="10970"/>
                  </a:cubicBezTo>
                  <a:cubicBezTo>
                    <a:pt x="8088" y="10970"/>
                    <a:pt x="8076" y="10966"/>
                    <a:pt x="8068" y="10958"/>
                  </a:cubicBezTo>
                  <a:lnTo>
                    <a:pt x="7923" y="10808"/>
                  </a:lnTo>
                  <a:cubicBezTo>
                    <a:pt x="7858" y="10742"/>
                    <a:pt x="8079" y="10427"/>
                    <a:pt x="8378" y="10165"/>
                  </a:cubicBezTo>
                  <a:lnTo>
                    <a:pt x="8669" y="9909"/>
                  </a:lnTo>
                  <a:close/>
                  <a:moveTo>
                    <a:pt x="44899" y="9946"/>
                  </a:moveTo>
                  <a:lnTo>
                    <a:pt x="45225" y="10203"/>
                  </a:lnTo>
                  <a:cubicBezTo>
                    <a:pt x="45538" y="10451"/>
                    <a:pt x="45781" y="10759"/>
                    <a:pt x="45719" y="10830"/>
                  </a:cubicBezTo>
                  <a:lnTo>
                    <a:pt x="45580" y="10987"/>
                  </a:lnTo>
                  <a:cubicBezTo>
                    <a:pt x="45572" y="10996"/>
                    <a:pt x="45558" y="11000"/>
                    <a:pt x="45541" y="11000"/>
                  </a:cubicBezTo>
                  <a:cubicBezTo>
                    <a:pt x="45430" y="11000"/>
                    <a:pt x="45150" y="10819"/>
                    <a:pt x="44906" y="10577"/>
                  </a:cubicBezTo>
                  <a:lnTo>
                    <a:pt x="44606" y="10280"/>
                  </a:lnTo>
                  <a:cubicBezTo>
                    <a:pt x="44715" y="10179"/>
                    <a:pt x="44814" y="10068"/>
                    <a:pt x="44899" y="9946"/>
                  </a:cubicBezTo>
                  <a:close/>
                  <a:moveTo>
                    <a:pt x="41680" y="10049"/>
                  </a:moveTo>
                  <a:cubicBezTo>
                    <a:pt x="41774" y="10165"/>
                    <a:pt x="41880" y="10273"/>
                    <a:pt x="41996" y="10366"/>
                  </a:cubicBezTo>
                  <a:lnTo>
                    <a:pt x="41740" y="10649"/>
                  </a:lnTo>
                  <a:cubicBezTo>
                    <a:pt x="41504" y="10908"/>
                    <a:pt x="41225" y="11109"/>
                    <a:pt x="41116" y="11109"/>
                  </a:cubicBezTo>
                  <a:cubicBezTo>
                    <a:pt x="41100" y="11109"/>
                    <a:pt x="41088" y="11105"/>
                    <a:pt x="41080" y="11097"/>
                  </a:cubicBezTo>
                  <a:lnTo>
                    <a:pt x="40934" y="10948"/>
                  </a:lnTo>
                  <a:cubicBezTo>
                    <a:pt x="40869" y="10882"/>
                    <a:pt x="41091" y="10567"/>
                    <a:pt x="41389" y="10304"/>
                  </a:cubicBezTo>
                  <a:lnTo>
                    <a:pt x="41680" y="10049"/>
                  </a:lnTo>
                  <a:close/>
                  <a:moveTo>
                    <a:pt x="11434" y="10273"/>
                  </a:moveTo>
                  <a:lnTo>
                    <a:pt x="11657" y="10618"/>
                  </a:lnTo>
                  <a:cubicBezTo>
                    <a:pt x="11875" y="10953"/>
                    <a:pt x="12005" y="11323"/>
                    <a:pt x="11923" y="11370"/>
                  </a:cubicBezTo>
                  <a:lnTo>
                    <a:pt x="11742" y="11473"/>
                  </a:lnTo>
                  <a:cubicBezTo>
                    <a:pt x="11736" y="11476"/>
                    <a:pt x="11729" y="11478"/>
                    <a:pt x="11722" y="11478"/>
                  </a:cubicBezTo>
                  <a:cubicBezTo>
                    <a:pt x="11625" y="11478"/>
                    <a:pt x="11400" y="11199"/>
                    <a:pt x="11236" y="10868"/>
                  </a:cubicBezTo>
                  <a:lnTo>
                    <a:pt x="11049" y="10497"/>
                  </a:lnTo>
                  <a:cubicBezTo>
                    <a:pt x="11186" y="10437"/>
                    <a:pt x="11315" y="10360"/>
                    <a:pt x="11434" y="10273"/>
                  </a:cubicBezTo>
                  <a:close/>
                  <a:moveTo>
                    <a:pt x="9158" y="10352"/>
                  </a:moveTo>
                  <a:cubicBezTo>
                    <a:pt x="9284" y="10432"/>
                    <a:pt x="9418" y="10499"/>
                    <a:pt x="9559" y="10550"/>
                  </a:cubicBezTo>
                  <a:lnTo>
                    <a:pt x="9405" y="10905"/>
                  </a:lnTo>
                  <a:cubicBezTo>
                    <a:pt x="9257" y="11248"/>
                    <a:pt x="9039" y="11546"/>
                    <a:pt x="8943" y="11546"/>
                  </a:cubicBezTo>
                  <a:cubicBezTo>
                    <a:pt x="8937" y="11546"/>
                    <a:pt x="8931" y="11545"/>
                    <a:pt x="8926" y="11542"/>
                  </a:cubicBezTo>
                  <a:lnTo>
                    <a:pt x="8740" y="11449"/>
                  </a:lnTo>
                  <a:cubicBezTo>
                    <a:pt x="8656" y="11406"/>
                    <a:pt x="8765" y="11036"/>
                    <a:pt x="8963" y="10693"/>
                  </a:cubicBezTo>
                  <a:lnTo>
                    <a:pt x="9158" y="10352"/>
                  </a:lnTo>
                  <a:close/>
                  <a:moveTo>
                    <a:pt x="44445" y="10413"/>
                  </a:moveTo>
                  <a:lnTo>
                    <a:pt x="44669" y="10758"/>
                  </a:lnTo>
                  <a:cubicBezTo>
                    <a:pt x="44886" y="11093"/>
                    <a:pt x="45016" y="11463"/>
                    <a:pt x="44934" y="11510"/>
                  </a:cubicBezTo>
                  <a:lnTo>
                    <a:pt x="44753" y="11613"/>
                  </a:lnTo>
                  <a:cubicBezTo>
                    <a:pt x="44748" y="11616"/>
                    <a:pt x="44741" y="11618"/>
                    <a:pt x="44734" y="11618"/>
                  </a:cubicBezTo>
                  <a:cubicBezTo>
                    <a:pt x="44637" y="11618"/>
                    <a:pt x="44412" y="11338"/>
                    <a:pt x="44247" y="11008"/>
                  </a:cubicBezTo>
                  <a:lnTo>
                    <a:pt x="44062" y="10636"/>
                  </a:lnTo>
                  <a:cubicBezTo>
                    <a:pt x="44198" y="10577"/>
                    <a:pt x="44326" y="10500"/>
                    <a:pt x="44445" y="10413"/>
                  </a:cubicBezTo>
                  <a:close/>
                  <a:moveTo>
                    <a:pt x="42170" y="10492"/>
                  </a:moveTo>
                  <a:cubicBezTo>
                    <a:pt x="42295" y="10571"/>
                    <a:pt x="42430" y="10637"/>
                    <a:pt x="42571" y="10690"/>
                  </a:cubicBezTo>
                  <a:lnTo>
                    <a:pt x="42417" y="11044"/>
                  </a:lnTo>
                  <a:cubicBezTo>
                    <a:pt x="42268" y="11388"/>
                    <a:pt x="42051" y="11686"/>
                    <a:pt x="41955" y="11686"/>
                  </a:cubicBezTo>
                  <a:cubicBezTo>
                    <a:pt x="41949" y="11686"/>
                    <a:pt x="41943" y="11685"/>
                    <a:pt x="41938" y="11682"/>
                  </a:cubicBezTo>
                  <a:lnTo>
                    <a:pt x="41751" y="11587"/>
                  </a:lnTo>
                  <a:cubicBezTo>
                    <a:pt x="41668" y="11546"/>
                    <a:pt x="41777" y="11176"/>
                    <a:pt x="41974" y="10831"/>
                  </a:cubicBezTo>
                  <a:lnTo>
                    <a:pt x="42170" y="10492"/>
                  </a:lnTo>
                  <a:close/>
                  <a:moveTo>
                    <a:pt x="10854" y="10571"/>
                  </a:moveTo>
                  <a:lnTo>
                    <a:pt x="10953" y="10963"/>
                  </a:lnTo>
                  <a:cubicBezTo>
                    <a:pt x="11049" y="11350"/>
                    <a:pt x="11055" y="11743"/>
                    <a:pt x="10962" y="11760"/>
                  </a:cubicBezTo>
                  <a:lnTo>
                    <a:pt x="10757" y="11799"/>
                  </a:lnTo>
                  <a:cubicBezTo>
                    <a:pt x="10754" y="11800"/>
                    <a:pt x="10752" y="11800"/>
                    <a:pt x="10750" y="11800"/>
                  </a:cubicBezTo>
                  <a:cubicBezTo>
                    <a:pt x="10658" y="11800"/>
                    <a:pt x="10524" y="11448"/>
                    <a:pt x="10472" y="11064"/>
                  </a:cubicBezTo>
                  <a:lnTo>
                    <a:pt x="10417" y="10660"/>
                  </a:lnTo>
                  <a:cubicBezTo>
                    <a:pt x="10569" y="10646"/>
                    <a:pt x="10714" y="10616"/>
                    <a:pt x="10854" y="10571"/>
                  </a:cubicBezTo>
                  <a:close/>
                  <a:moveTo>
                    <a:pt x="9763" y="10611"/>
                  </a:moveTo>
                  <a:cubicBezTo>
                    <a:pt x="9916" y="10647"/>
                    <a:pt x="10075" y="10667"/>
                    <a:pt x="10239" y="10667"/>
                  </a:cubicBezTo>
                  <a:lnTo>
                    <a:pt x="10207" y="10667"/>
                  </a:lnTo>
                  <a:lnTo>
                    <a:pt x="10174" y="11061"/>
                  </a:lnTo>
                  <a:cubicBezTo>
                    <a:pt x="10142" y="11453"/>
                    <a:pt x="10023" y="11819"/>
                    <a:pt x="9931" y="11819"/>
                  </a:cubicBezTo>
                  <a:cubicBezTo>
                    <a:pt x="9929" y="11819"/>
                    <a:pt x="9927" y="11819"/>
                    <a:pt x="9925" y="11819"/>
                  </a:cubicBezTo>
                  <a:lnTo>
                    <a:pt x="9719" y="11791"/>
                  </a:lnTo>
                  <a:cubicBezTo>
                    <a:pt x="9626" y="11778"/>
                    <a:pt x="9610" y="11392"/>
                    <a:pt x="9687" y="11002"/>
                  </a:cubicBezTo>
                  <a:lnTo>
                    <a:pt x="9763" y="10611"/>
                  </a:lnTo>
                  <a:close/>
                  <a:moveTo>
                    <a:pt x="43866" y="10711"/>
                  </a:moveTo>
                  <a:lnTo>
                    <a:pt x="43965" y="11102"/>
                  </a:lnTo>
                  <a:cubicBezTo>
                    <a:pt x="44062" y="11490"/>
                    <a:pt x="44066" y="11881"/>
                    <a:pt x="43973" y="11900"/>
                  </a:cubicBezTo>
                  <a:lnTo>
                    <a:pt x="43768" y="11939"/>
                  </a:lnTo>
                  <a:cubicBezTo>
                    <a:pt x="43766" y="11940"/>
                    <a:pt x="43764" y="11940"/>
                    <a:pt x="43762" y="11940"/>
                  </a:cubicBezTo>
                  <a:cubicBezTo>
                    <a:pt x="43670" y="11940"/>
                    <a:pt x="43537" y="11588"/>
                    <a:pt x="43484" y="11203"/>
                  </a:cubicBezTo>
                  <a:lnTo>
                    <a:pt x="43429" y="10800"/>
                  </a:lnTo>
                  <a:cubicBezTo>
                    <a:pt x="43580" y="10786"/>
                    <a:pt x="43726" y="10756"/>
                    <a:pt x="43866" y="10711"/>
                  </a:cubicBezTo>
                  <a:close/>
                  <a:moveTo>
                    <a:pt x="42774" y="10750"/>
                  </a:moveTo>
                  <a:cubicBezTo>
                    <a:pt x="42927" y="10787"/>
                    <a:pt x="43087" y="10807"/>
                    <a:pt x="43251" y="10807"/>
                  </a:cubicBezTo>
                  <a:lnTo>
                    <a:pt x="43218" y="10807"/>
                  </a:lnTo>
                  <a:lnTo>
                    <a:pt x="43186" y="11201"/>
                  </a:lnTo>
                  <a:cubicBezTo>
                    <a:pt x="43154" y="11592"/>
                    <a:pt x="43034" y="11959"/>
                    <a:pt x="42942" y="11959"/>
                  </a:cubicBezTo>
                  <a:cubicBezTo>
                    <a:pt x="42940" y="11959"/>
                    <a:pt x="42939" y="11959"/>
                    <a:pt x="42937" y="11959"/>
                  </a:cubicBezTo>
                  <a:lnTo>
                    <a:pt x="42731" y="11931"/>
                  </a:lnTo>
                  <a:cubicBezTo>
                    <a:pt x="42637" y="11917"/>
                    <a:pt x="42622" y="11532"/>
                    <a:pt x="42698" y="11142"/>
                  </a:cubicBezTo>
                  <a:lnTo>
                    <a:pt x="42774" y="10750"/>
                  </a:lnTo>
                  <a:close/>
                  <a:moveTo>
                    <a:pt x="10263" y="5143"/>
                  </a:moveTo>
                  <a:cubicBezTo>
                    <a:pt x="8320" y="5143"/>
                    <a:pt x="6745" y="6718"/>
                    <a:pt x="6745" y="8661"/>
                  </a:cubicBezTo>
                  <a:cubicBezTo>
                    <a:pt x="6745" y="10603"/>
                    <a:pt x="8320" y="12180"/>
                    <a:pt x="10263" y="12180"/>
                  </a:cubicBezTo>
                  <a:cubicBezTo>
                    <a:pt x="12207" y="12180"/>
                    <a:pt x="13781" y="10603"/>
                    <a:pt x="13781" y="8661"/>
                  </a:cubicBezTo>
                  <a:cubicBezTo>
                    <a:pt x="13781" y="6718"/>
                    <a:pt x="12207" y="5143"/>
                    <a:pt x="10263" y="5143"/>
                  </a:cubicBezTo>
                  <a:close/>
                  <a:moveTo>
                    <a:pt x="43275" y="5283"/>
                  </a:moveTo>
                  <a:cubicBezTo>
                    <a:pt x="41331" y="5283"/>
                    <a:pt x="39757" y="6858"/>
                    <a:pt x="39757" y="8801"/>
                  </a:cubicBezTo>
                  <a:cubicBezTo>
                    <a:pt x="39757" y="10743"/>
                    <a:pt x="41333" y="12318"/>
                    <a:pt x="43275" y="12318"/>
                  </a:cubicBezTo>
                  <a:cubicBezTo>
                    <a:pt x="45218" y="12318"/>
                    <a:pt x="46793" y="10743"/>
                    <a:pt x="46793" y="8801"/>
                  </a:cubicBezTo>
                  <a:cubicBezTo>
                    <a:pt x="46793" y="6858"/>
                    <a:pt x="45218" y="5283"/>
                    <a:pt x="43275" y="5283"/>
                  </a:cubicBezTo>
                  <a:close/>
                </a:path>
              </a:pathLst>
            </a:custGeom>
            <a:gradFill>
              <a:gsLst>
                <a:gs pos="0">
                  <a:schemeClr val="accent2"/>
                </a:gs>
                <a:gs pos="100000">
                  <a:schemeClr val="accent6"/>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141" name="Google Shape;5141;p68"/>
            <p:cNvSpPr/>
            <p:nvPr/>
          </p:nvSpPr>
          <p:spPr>
            <a:xfrm>
              <a:off x="5045121" y="2014492"/>
              <a:ext cx="1645988" cy="38993"/>
            </a:xfrm>
            <a:custGeom>
              <a:avLst/>
              <a:gdLst/>
              <a:ahLst/>
              <a:cxnLst/>
              <a:rect l="l" t="t" r="r" b="b"/>
              <a:pathLst>
                <a:path w="28198" h="668" extrusionOk="0">
                  <a:moveTo>
                    <a:pt x="334" y="0"/>
                  </a:moveTo>
                  <a:cubicBezTo>
                    <a:pt x="150" y="0"/>
                    <a:pt x="0" y="150"/>
                    <a:pt x="0" y="334"/>
                  </a:cubicBezTo>
                  <a:cubicBezTo>
                    <a:pt x="0" y="517"/>
                    <a:pt x="150" y="667"/>
                    <a:pt x="334" y="667"/>
                  </a:cubicBezTo>
                  <a:lnTo>
                    <a:pt x="27865" y="667"/>
                  </a:lnTo>
                  <a:cubicBezTo>
                    <a:pt x="28048" y="667"/>
                    <a:pt x="28198" y="517"/>
                    <a:pt x="28198" y="334"/>
                  </a:cubicBezTo>
                  <a:cubicBezTo>
                    <a:pt x="28198" y="150"/>
                    <a:pt x="28048" y="0"/>
                    <a:pt x="27865" y="0"/>
                  </a:cubicBezTo>
                  <a:close/>
                </a:path>
              </a:pathLst>
            </a:custGeom>
            <a:solidFill>
              <a:srgbClr val="8A8A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142" name="Google Shape;5142;p68"/>
            <p:cNvSpPr/>
            <p:nvPr/>
          </p:nvSpPr>
          <p:spPr>
            <a:xfrm>
              <a:off x="5016402" y="1629759"/>
              <a:ext cx="1656787" cy="401428"/>
            </a:xfrm>
            <a:custGeom>
              <a:avLst/>
              <a:gdLst/>
              <a:ahLst/>
              <a:cxnLst/>
              <a:rect l="l" t="t" r="r" b="b"/>
              <a:pathLst>
                <a:path w="28383" h="6877" extrusionOk="0">
                  <a:moveTo>
                    <a:pt x="13720" y="1"/>
                  </a:moveTo>
                  <a:cubicBezTo>
                    <a:pt x="11166" y="1"/>
                    <a:pt x="8907" y="60"/>
                    <a:pt x="7879" y="238"/>
                  </a:cubicBezTo>
                  <a:cubicBezTo>
                    <a:pt x="4795" y="772"/>
                    <a:pt x="672" y="5483"/>
                    <a:pt x="672" y="5483"/>
                  </a:cubicBezTo>
                  <a:cubicBezTo>
                    <a:pt x="0" y="6342"/>
                    <a:pt x="225" y="6717"/>
                    <a:pt x="495" y="6877"/>
                  </a:cubicBezTo>
                  <a:cubicBezTo>
                    <a:pt x="519" y="6717"/>
                    <a:pt x="658" y="6591"/>
                    <a:pt x="826" y="6591"/>
                  </a:cubicBezTo>
                  <a:lnTo>
                    <a:pt x="1405" y="6591"/>
                  </a:lnTo>
                  <a:cubicBezTo>
                    <a:pt x="1391" y="6519"/>
                    <a:pt x="1397" y="6433"/>
                    <a:pt x="1434" y="6332"/>
                  </a:cubicBezTo>
                  <a:cubicBezTo>
                    <a:pt x="1631" y="5792"/>
                    <a:pt x="6224" y="1606"/>
                    <a:pt x="7654" y="919"/>
                  </a:cubicBezTo>
                  <a:cubicBezTo>
                    <a:pt x="7779" y="858"/>
                    <a:pt x="7916" y="827"/>
                    <a:pt x="8053" y="827"/>
                  </a:cubicBezTo>
                  <a:lnTo>
                    <a:pt x="13931" y="827"/>
                  </a:lnTo>
                  <a:cubicBezTo>
                    <a:pt x="14279" y="827"/>
                    <a:pt x="14582" y="1021"/>
                    <a:pt x="14740" y="1309"/>
                  </a:cubicBezTo>
                  <a:cubicBezTo>
                    <a:pt x="14805" y="1426"/>
                    <a:pt x="14845" y="1561"/>
                    <a:pt x="14853" y="1703"/>
                  </a:cubicBezTo>
                  <a:cubicBezTo>
                    <a:pt x="14860" y="1821"/>
                    <a:pt x="14864" y="1955"/>
                    <a:pt x="14864" y="2106"/>
                  </a:cubicBezTo>
                  <a:lnTo>
                    <a:pt x="14864" y="6067"/>
                  </a:lnTo>
                  <a:cubicBezTo>
                    <a:pt x="14864" y="6262"/>
                    <a:pt x="14804" y="6441"/>
                    <a:pt x="14702" y="6591"/>
                  </a:cubicBezTo>
                  <a:lnTo>
                    <a:pt x="16415" y="6591"/>
                  </a:lnTo>
                  <a:cubicBezTo>
                    <a:pt x="16373" y="6505"/>
                    <a:pt x="16347" y="6409"/>
                    <a:pt x="16343" y="6307"/>
                  </a:cubicBezTo>
                  <a:cubicBezTo>
                    <a:pt x="16341" y="6297"/>
                    <a:pt x="16341" y="6286"/>
                    <a:pt x="16341" y="6274"/>
                  </a:cubicBezTo>
                  <a:lnTo>
                    <a:pt x="16341" y="1546"/>
                  </a:lnTo>
                  <a:cubicBezTo>
                    <a:pt x="16341" y="1149"/>
                    <a:pt x="16661" y="827"/>
                    <a:pt x="17057" y="827"/>
                  </a:cubicBezTo>
                  <a:lnTo>
                    <a:pt x="23747" y="827"/>
                  </a:lnTo>
                  <a:lnTo>
                    <a:pt x="23747" y="6591"/>
                  </a:lnTo>
                  <a:lnTo>
                    <a:pt x="24501" y="6591"/>
                  </a:lnTo>
                  <a:lnTo>
                    <a:pt x="24501" y="1186"/>
                  </a:lnTo>
                  <a:lnTo>
                    <a:pt x="25293" y="2423"/>
                  </a:lnTo>
                  <a:lnTo>
                    <a:pt x="26952" y="5012"/>
                  </a:lnTo>
                  <a:cubicBezTo>
                    <a:pt x="27027" y="5128"/>
                    <a:pt x="27067" y="5264"/>
                    <a:pt x="27067" y="5402"/>
                  </a:cubicBezTo>
                  <a:lnTo>
                    <a:pt x="27067" y="6274"/>
                  </a:lnTo>
                  <a:cubicBezTo>
                    <a:pt x="27067" y="6389"/>
                    <a:pt x="27040" y="6496"/>
                    <a:pt x="26993" y="6591"/>
                  </a:cubicBezTo>
                  <a:lnTo>
                    <a:pt x="28356" y="6591"/>
                  </a:lnTo>
                  <a:cubicBezTo>
                    <a:pt x="28366" y="6591"/>
                    <a:pt x="28374" y="6593"/>
                    <a:pt x="28383" y="6593"/>
                  </a:cubicBezTo>
                  <a:cubicBezTo>
                    <a:pt x="28237" y="4037"/>
                    <a:pt x="27219" y="2344"/>
                    <a:pt x="26359" y="1353"/>
                  </a:cubicBezTo>
                  <a:cubicBezTo>
                    <a:pt x="25748" y="649"/>
                    <a:pt x="24829" y="226"/>
                    <a:pt x="23847" y="194"/>
                  </a:cubicBezTo>
                  <a:cubicBezTo>
                    <a:pt x="21748" y="125"/>
                    <a:pt x="17423" y="1"/>
                    <a:pt x="13720" y="1"/>
                  </a:cubicBezTo>
                  <a:close/>
                </a:path>
              </a:pathLst>
            </a:custGeom>
            <a:gradFill>
              <a:gsLst>
                <a:gs pos="0">
                  <a:schemeClr val="accent1"/>
                </a:gs>
                <a:gs pos="100000">
                  <a:schemeClr val="lt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143" name="Google Shape;5143;p68"/>
            <p:cNvSpPr/>
            <p:nvPr/>
          </p:nvSpPr>
          <p:spPr>
            <a:xfrm>
              <a:off x="4957971" y="1598238"/>
              <a:ext cx="2063643" cy="1155776"/>
            </a:xfrm>
            <a:custGeom>
              <a:avLst/>
              <a:gdLst/>
              <a:ahLst/>
              <a:cxnLst/>
              <a:rect l="l" t="t" r="r" b="b"/>
              <a:pathLst>
                <a:path w="35353" h="19800" extrusionOk="0">
                  <a:moveTo>
                    <a:pt x="31111" y="1083"/>
                  </a:moveTo>
                  <a:cubicBezTo>
                    <a:pt x="31100" y="1091"/>
                    <a:pt x="30823" y="1303"/>
                    <a:pt x="30594" y="1777"/>
                  </a:cubicBezTo>
                  <a:cubicBezTo>
                    <a:pt x="30385" y="2211"/>
                    <a:pt x="30180" y="2957"/>
                    <a:pt x="30397" y="4043"/>
                  </a:cubicBezTo>
                  <a:cubicBezTo>
                    <a:pt x="30591" y="5015"/>
                    <a:pt x="31170" y="6002"/>
                    <a:pt x="31983" y="6751"/>
                  </a:cubicBezTo>
                  <a:cubicBezTo>
                    <a:pt x="32722" y="7429"/>
                    <a:pt x="33565" y="7827"/>
                    <a:pt x="34259" y="7827"/>
                  </a:cubicBezTo>
                  <a:cubicBezTo>
                    <a:pt x="34291" y="7827"/>
                    <a:pt x="34325" y="7825"/>
                    <a:pt x="34358" y="7824"/>
                  </a:cubicBezTo>
                  <a:lnTo>
                    <a:pt x="34355" y="7773"/>
                  </a:lnTo>
                  <a:cubicBezTo>
                    <a:pt x="34317" y="7776"/>
                    <a:pt x="34280" y="7777"/>
                    <a:pt x="34242" y="7777"/>
                  </a:cubicBezTo>
                  <a:cubicBezTo>
                    <a:pt x="32590" y="7776"/>
                    <a:pt x="30792" y="5757"/>
                    <a:pt x="30447" y="4033"/>
                  </a:cubicBezTo>
                  <a:cubicBezTo>
                    <a:pt x="30035" y="1986"/>
                    <a:pt x="31131" y="1131"/>
                    <a:pt x="31142" y="1122"/>
                  </a:cubicBezTo>
                  <a:lnTo>
                    <a:pt x="31111" y="1083"/>
                  </a:lnTo>
                  <a:close/>
                  <a:moveTo>
                    <a:pt x="3845" y="5365"/>
                  </a:moveTo>
                  <a:cubicBezTo>
                    <a:pt x="3811" y="5365"/>
                    <a:pt x="3776" y="5368"/>
                    <a:pt x="3741" y="5373"/>
                  </a:cubicBezTo>
                  <a:cubicBezTo>
                    <a:pt x="2016" y="5629"/>
                    <a:pt x="1845" y="6677"/>
                    <a:pt x="1835" y="7014"/>
                  </a:cubicBezTo>
                  <a:cubicBezTo>
                    <a:pt x="1832" y="7070"/>
                    <a:pt x="1838" y="7128"/>
                    <a:pt x="1851" y="7185"/>
                  </a:cubicBezTo>
                  <a:cubicBezTo>
                    <a:pt x="2121" y="8391"/>
                    <a:pt x="3040" y="8774"/>
                    <a:pt x="3734" y="8888"/>
                  </a:cubicBezTo>
                  <a:cubicBezTo>
                    <a:pt x="3772" y="8894"/>
                    <a:pt x="3811" y="8897"/>
                    <a:pt x="3848" y="8897"/>
                  </a:cubicBezTo>
                  <a:cubicBezTo>
                    <a:pt x="4240" y="8897"/>
                    <a:pt x="4569" y="8575"/>
                    <a:pt x="4569" y="8169"/>
                  </a:cubicBezTo>
                  <a:lnTo>
                    <a:pt x="4569" y="6094"/>
                  </a:lnTo>
                  <a:cubicBezTo>
                    <a:pt x="4569" y="5687"/>
                    <a:pt x="4238" y="5365"/>
                    <a:pt x="3845" y="5365"/>
                  </a:cubicBezTo>
                  <a:close/>
                  <a:moveTo>
                    <a:pt x="33457" y="7947"/>
                  </a:moveTo>
                  <a:cubicBezTo>
                    <a:pt x="33154" y="7947"/>
                    <a:pt x="32891" y="8163"/>
                    <a:pt x="32837" y="8463"/>
                  </a:cubicBezTo>
                  <a:cubicBezTo>
                    <a:pt x="32725" y="9086"/>
                    <a:pt x="32669" y="10084"/>
                    <a:pt x="33366" y="10376"/>
                  </a:cubicBezTo>
                  <a:cubicBezTo>
                    <a:pt x="34403" y="10812"/>
                    <a:pt x="35353" y="11210"/>
                    <a:pt x="35353" y="11210"/>
                  </a:cubicBezTo>
                  <a:cubicBezTo>
                    <a:pt x="35353" y="11210"/>
                    <a:pt x="35138" y="8929"/>
                    <a:pt x="34420" y="7947"/>
                  </a:cubicBezTo>
                  <a:close/>
                  <a:moveTo>
                    <a:pt x="16366" y="102"/>
                  </a:moveTo>
                  <a:lnTo>
                    <a:pt x="16366" y="19700"/>
                  </a:lnTo>
                  <a:lnTo>
                    <a:pt x="1741" y="19700"/>
                  </a:lnTo>
                  <a:cubicBezTo>
                    <a:pt x="1879" y="19164"/>
                    <a:pt x="2737" y="15417"/>
                    <a:pt x="336" y="13229"/>
                  </a:cubicBezTo>
                  <a:cubicBezTo>
                    <a:pt x="187" y="13093"/>
                    <a:pt x="101" y="12904"/>
                    <a:pt x="101" y="12707"/>
                  </a:cubicBezTo>
                  <a:lnTo>
                    <a:pt x="101" y="7753"/>
                  </a:lnTo>
                  <a:cubicBezTo>
                    <a:pt x="101" y="7359"/>
                    <a:pt x="248" y="6980"/>
                    <a:pt x="514" y="6689"/>
                  </a:cubicBezTo>
                  <a:cubicBezTo>
                    <a:pt x="1797" y="5281"/>
                    <a:pt x="6209" y="646"/>
                    <a:pt x="9086" y="102"/>
                  </a:cubicBezTo>
                  <a:close/>
                  <a:moveTo>
                    <a:pt x="24574" y="102"/>
                  </a:moveTo>
                  <a:cubicBezTo>
                    <a:pt x="24735" y="102"/>
                    <a:pt x="25698" y="131"/>
                    <a:pt x="26748" y="845"/>
                  </a:cubicBezTo>
                  <a:cubicBezTo>
                    <a:pt x="28666" y="2151"/>
                    <a:pt x="29395" y="4696"/>
                    <a:pt x="29669" y="6601"/>
                  </a:cubicBezTo>
                  <a:lnTo>
                    <a:pt x="29969" y="8735"/>
                  </a:lnTo>
                  <a:lnTo>
                    <a:pt x="29969" y="10419"/>
                  </a:lnTo>
                  <a:cubicBezTo>
                    <a:pt x="29969" y="11031"/>
                    <a:pt x="29534" y="11558"/>
                    <a:pt x="28933" y="11671"/>
                  </a:cubicBezTo>
                  <a:cubicBezTo>
                    <a:pt x="27678" y="11907"/>
                    <a:pt x="25959" y="12522"/>
                    <a:pt x="24890" y="14109"/>
                  </a:cubicBezTo>
                  <a:cubicBezTo>
                    <a:pt x="23953" y="15502"/>
                    <a:pt x="23710" y="17382"/>
                    <a:pt x="24169" y="19700"/>
                  </a:cubicBezTo>
                  <a:lnTo>
                    <a:pt x="16466" y="19700"/>
                  </a:lnTo>
                  <a:lnTo>
                    <a:pt x="16466" y="102"/>
                  </a:lnTo>
                  <a:lnTo>
                    <a:pt x="24551" y="102"/>
                  </a:lnTo>
                  <a:cubicBezTo>
                    <a:pt x="24552" y="102"/>
                    <a:pt x="24560" y="102"/>
                    <a:pt x="24574" y="102"/>
                  </a:cubicBezTo>
                  <a:close/>
                  <a:moveTo>
                    <a:pt x="24592" y="1"/>
                  </a:moveTo>
                  <a:cubicBezTo>
                    <a:pt x="24568" y="1"/>
                    <a:pt x="24553" y="1"/>
                    <a:pt x="24548" y="2"/>
                  </a:cubicBezTo>
                  <a:lnTo>
                    <a:pt x="16366" y="2"/>
                  </a:lnTo>
                  <a:lnTo>
                    <a:pt x="9078" y="3"/>
                  </a:lnTo>
                  <a:cubicBezTo>
                    <a:pt x="6159" y="553"/>
                    <a:pt x="1728" y="5207"/>
                    <a:pt x="439" y="6621"/>
                  </a:cubicBezTo>
                  <a:cubicBezTo>
                    <a:pt x="157" y="6932"/>
                    <a:pt x="1" y="7333"/>
                    <a:pt x="1" y="7753"/>
                  </a:cubicBezTo>
                  <a:lnTo>
                    <a:pt x="1" y="12707"/>
                  </a:lnTo>
                  <a:cubicBezTo>
                    <a:pt x="1" y="12932"/>
                    <a:pt x="98" y="13150"/>
                    <a:pt x="268" y="13304"/>
                  </a:cubicBezTo>
                  <a:cubicBezTo>
                    <a:pt x="2799" y="15610"/>
                    <a:pt x="1637" y="19695"/>
                    <a:pt x="1626" y="19736"/>
                  </a:cubicBezTo>
                  <a:lnTo>
                    <a:pt x="1608" y="19800"/>
                  </a:lnTo>
                  <a:lnTo>
                    <a:pt x="24291" y="19800"/>
                  </a:lnTo>
                  <a:lnTo>
                    <a:pt x="24280" y="19741"/>
                  </a:lnTo>
                  <a:cubicBezTo>
                    <a:pt x="23810" y="17423"/>
                    <a:pt x="24044" y="15547"/>
                    <a:pt x="24974" y="14164"/>
                  </a:cubicBezTo>
                  <a:cubicBezTo>
                    <a:pt x="26023" y="12607"/>
                    <a:pt x="27714" y="12003"/>
                    <a:pt x="28951" y="11770"/>
                  </a:cubicBezTo>
                  <a:cubicBezTo>
                    <a:pt x="29599" y="11649"/>
                    <a:pt x="30069" y="11080"/>
                    <a:pt x="30069" y="10419"/>
                  </a:cubicBezTo>
                  <a:lnTo>
                    <a:pt x="30069" y="8730"/>
                  </a:lnTo>
                  <a:lnTo>
                    <a:pt x="29770" y="6587"/>
                  </a:lnTo>
                  <a:cubicBezTo>
                    <a:pt x="29491" y="4660"/>
                    <a:pt x="28751" y="2084"/>
                    <a:pt x="26799" y="759"/>
                  </a:cubicBezTo>
                  <a:cubicBezTo>
                    <a:pt x="25749" y="47"/>
                    <a:pt x="24807" y="1"/>
                    <a:pt x="24592" y="1"/>
                  </a:cubicBezTo>
                  <a:close/>
                </a:path>
              </a:pathLst>
            </a:custGeom>
            <a:gradFill>
              <a:gsLst>
                <a:gs pos="0">
                  <a:schemeClr val="accent2"/>
                </a:gs>
                <a:gs pos="100000">
                  <a:schemeClr val="accent6"/>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5144" name="Google Shape;5144;p68"/>
            <p:cNvGrpSpPr/>
            <p:nvPr/>
          </p:nvGrpSpPr>
          <p:grpSpPr>
            <a:xfrm>
              <a:off x="3155185" y="379546"/>
              <a:ext cx="1447830" cy="2432453"/>
              <a:chOff x="6484504" y="1911584"/>
              <a:chExt cx="1935860" cy="3252377"/>
            </a:xfrm>
          </p:grpSpPr>
          <p:sp>
            <p:nvSpPr>
              <p:cNvPr id="5145" name="Google Shape;5145;p68"/>
              <p:cNvSpPr/>
              <p:nvPr/>
            </p:nvSpPr>
            <p:spPr>
              <a:xfrm>
                <a:off x="6836521" y="4915155"/>
                <a:ext cx="1052" cy="789"/>
              </a:xfrm>
              <a:custGeom>
                <a:avLst/>
                <a:gdLst/>
                <a:ahLst/>
                <a:cxnLst/>
                <a:rect l="l" t="t" r="r" b="b"/>
                <a:pathLst>
                  <a:path w="16" h="12" extrusionOk="0">
                    <a:moveTo>
                      <a:pt x="16" y="0"/>
                    </a:moveTo>
                    <a:cubicBezTo>
                      <a:pt x="13" y="2"/>
                      <a:pt x="9" y="4"/>
                      <a:pt x="6" y="7"/>
                    </a:cubicBezTo>
                    <a:lnTo>
                      <a:pt x="6" y="7"/>
                    </a:lnTo>
                    <a:cubicBezTo>
                      <a:pt x="10" y="4"/>
                      <a:pt x="13" y="2"/>
                      <a:pt x="16" y="0"/>
                    </a:cubicBezTo>
                    <a:close/>
                    <a:moveTo>
                      <a:pt x="6" y="7"/>
                    </a:moveTo>
                    <a:cubicBezTo>
                      <a:pt x="5" y="8"/>
                      <a:pt x="4" y="9"/>
                      <a:pt x="2" y="10"/>
                    </a:cubicBezTo>
                    <a:lnTo>
                      <a:pt x="2" y="10"/>
                    </a:lnTo>
                    <a:cubicBezTo>
                      <a:pt x="3" y="9"/>
                      <a:pt x="5" y="8"/>
                      <a:pt x="6" y="8"/>
                    </a:cubicBezTo>
                    <a:cubicBezTo>
                      <a:pt x="6" y="7"/>
                      <a:pt x="6" y="7"/>
                      <a:pt x="6" y="7"/>
                    </a:cubicBezTo>
                    <a:close/>
                    <a:moveTo>
                      <a:pt x="2" y="10"/>
                    </a:moveTo>
                    <a:cubicBezTo>
                      <a:pt x="1" y="11"/>
                      <a:pt x="1" y="11"/>
                      <a:pt x="0" y="12"/>
                    </a:cubicBezTo>
                    <a:cubicBezTo>
                      <a:pt x="1" y="11"/>
                      <a:pt x="1" y="11"/>
                      <a:pt x="2" y="10"/>
                    </a:cubicBezTo>
                    <a:close/>
                  </a:path>
                </a:pathLst>
              </a:custGeom>
              <a:solidFill>
                <a:srgbClr val="3838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146" name="Google Shape;5146;p68"/>
              <p:cNvSpPr/>
              <p:nvPr/>
            </p:nvSpPr>
            <p:spPr>
              <a:xfrm>
                <a:off x="6509150" y="2123411"/>
                <a:ext cx="1031685" cy="1838723"/>
              </a:xfrm>
              <a:custGeom>
                <a:avLst/>
                <a:gdLst/>
                <a:ahLst/>
                <a:cxnLst/>
                <a:rect l="l" t="t" r="r" b="b"/>
                <a:pathLst>
                  <a:path w="15697" h="27976" extrusionOk="0">
                    <a:moveTo>
                      <a:pt x="1131" y="0"/>
                    </a:moveTo>
                    <a:cubicBezTo>
                      <a:pt x="506" y="0"/>
                      <a:pt x="0" y="508"/>
                      <a:pt x="0" y="1132"/>
                    </a:cubicBezTo>
                    <a:lnTo>
                      <a:pt x="0" y="16614"/>
                    </a:lnTo>
                    <a:lnTo>
                      <a:pt x="0" y="27975"/>
                    </a:lnTo>
                    <a:lnTo>
                      <a:pt x="15697" y="27975"/>
                    </a:lnTo>
                    <a:lnTo>
                      <a:pt x="15697" y="1132"/>
                    </a:lnTo>
                    <a:cubicBezTo>
                      <a:pt x="15697" y="508"/>
                      <a:pt x="15189" y="0"/>
                      <a:pt x="14565" y="0"/>
                    </a:cubicBezTo>
                    <a:close/>
                  </a:path>
                </a:pathLst>
              </a:custGeom>
              <a:gradFill>
                <a:gsLst>
                  <a:gs pos="0">
                    <a:schemeClr val="accent2"/>
                  </a:gs>
                  <a:gs pos="100000">
                    <a:schemeClr val="accent6"/>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147" name="Google Shape;5147;p68"/>
              <p:cNvSpPr/>
              <p:nvPr/>
            </p:nvSpPr>
            <p:spPr>
              <a:xfrm>
                <a:off x="6509150" y="3962031"/>
                <a:ext cx="1031685" cy="657447"/>
              </a:xfrm>
              <a:custGeom>
                <a:avLst/>
                <a:gdLst/>
                <a:ahLst/>
                <a:cxnLst/>
                <a:rect l="l" t="t" r="r" b="b"/>
                <a:pathLst>
                  <a:path w="15697" h="10003" extrusionOk="0">
                    <a:moveTo>
                      <a:pt x="0" y="0"/>
                    </a:moveTo>
                    <a:lnTo>
                      <a:pt x="0" y="8870"/>
                    </a:lnTo>
                    <a:cubicBezTo>
                      <a:pt x="0" y="9495"/>
                      <a:pt x="506" y="10002"/>
                      <a:pt x="1131" y="10002"/>
                    </a:cubicBezTo>
                    <a:lnTo>
                      <a:pt x="14565" y="10002"/>
                    </a:lnTo>
                    <a:cubicBezTo>
                      <a:pt x="15189" y="10002"/>
                      <a:pt x="15697" y="9495"/>
                      <a:pt x="15697" y="8870"/>
                    </a:cubicBezTo>
                    <a:lnTo>
                      <a:pt x="1569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148" name="Google Shape;5148;p68"/>
              <p:cNvSpPr/>
              <p:nvPr/>
            </p:nvSpPr>
            <p:spPr>
              <a:xfrm>
                <a:off x="6620421" y="2278782"/>
                <a:ext cx="796390" cy="1368592"/>
              </a:xfrm>
              <a:custGeom>
                <a:avLst/>
                <a:gdLst/>
                <a:ahLst/>
                <a:cxnLst/>
                <a:rect l="l" t="t" r="r" b="b"/>
                <a:pathLst>
                  <a:path w="12117" h="20823" extrusionOk="0">
                    <a:moveTo>
                      <a:pt x="88" y="1"/>
                    </a:moveTo>
                    <a:cubicBezTo>
                      <a:pt x="40" y="1"/>
                      <a:pt x="0" y="40"/>
                      <a:pt x="0" y="88"/>
                    </a:cubicBezTo>
                    <a:lnTo>
                      <a:pt x="0" y="12755"/>
                    </a:lnTo>
                    <a:cubicBezTo>
                      <a:pt x="0" y="12803"/>
                      <a:pt x="40" y="12842"/>
                      <a:pt x="88" y="12842"/>
                    </a:cubicBezTo>
                    <a:lnTo>
                      <a:pt x="12028" y="12842"/>
                    </a:lnTo>
                    <a:cubicBezTo>
                      <a:pt x="12077" y="12842"/>
                      <a:pt x="12117" y="12803"/>
                      <a:pt x="12117" y="12755"/>
                    </a:cubicBezTo>
                    <a:lnTo>
                      <a:pt x="12117" y="88"/>
                    </a:lnTo>
                    <a:cubicBezTo>
                      <a:pt x="12117" y="40"/>
                      <a:pt x="12077" y="1"/>
                      <a:pt x="12028" y="1"/>
                    </a:cubicBezTo>
                    <a:close/>
                    <a:moveTo>
                      <a:pt x="29" y="13955"/>
                    </a:moveTo>
                    <a:cubicBezTo>
                      <a:pt x="13" y="13955"/>
                      <a:pt x="0" y="13967"/>
                      <a:pt x="0" y="13983"/>
                    </a:cubicBezTo>
                    <a:lnTo>
                      <a:pt x="0" y="15316"/>
                    </a:lnTo>
                    <a:cubicBezTo>
                      <a:pt x="0" y="15333"/>
                      <a:pt x="13" y="15345"/>
                      <a:pt x="29" y="15345"/>
                    </a:cubicBezTo>
                    <a:lnTo>
                      <a:pt x="12087" y="15345"/>
                    </a:lnTo>
                    <a:cubicBezTo>
                      <a:pt x="12104" y="15345"/>
                      <a:pt x="12117" y="15333"/>
                      <a:pt x="12117" y="15316"/>
                    </a:cubicBezTo>
                    <a:lnTo>
                      <a:pt x="12117" y="13983"/>
                    </a:lnTo>
                    <a:cubicBezTo>
                      <a:pt x="12117" y="13967"/>
                      <a:pt x="12104" y="13955"/>
                      <a:pt x="12087" y="13955"/>
                    </a:cubicBezTo>
                    <a:close/>
                    <a:moveTo>
                      <a:pt x="10" y="16625"/>
                    </a:moveTo>
                    <a:cubicBezTo>
                      <a:pt x="5" y="16625"/>
                      <a:pt x="0" y="16629"/>
                      <a:pt x="0" y="16636"/>
                    </a:cubicBezTo>
                    <a:lnTo>
                      <a:pt x="0" y="19883"/>
                    </a:lnTo>
                    <a:cubicBezTo>
                      <a:pt x="0" y="19888"/>
                      <a:pt x="5" y="19893"/>
                      <a:pt x="10" y="19893"/>
                    </a:cubicBezTo>
                    <a:lnTo>
                      <a:pt x="1041" y="19893"/>
                    </a:lnTo>
                    <a:cubicBezTo>
                      <a:pt x="1046" y="19893"/>
                      <a:pt x="1052" y="19888"/>
                      <a:pt x="1052" y="19883"/>
                    </a:cubicBezTo>
                    <a:lnTo>
                      <a:pt x="1052" y="16636"/>
                    </a:lnTo>
                    <a:cubicBezTo>
                      <a:pt x="1052" y="16629"/>
                      <a:pt x="1046" y="16625"/>
                      <a:pt x="1041" y="16625"/>
                    </a:cubicBezTo>
                    <a:close/>
                    <a:moveTo>
                      <a:pt x="1340" y="16625"/>
                    </a:moveTo>
                    <a:cubicBezTo>
                      <a:pt x="1335" y="16625"/>
                      <a:pt x="1331" y="16629"/>
                      <a:pt x="1331" y="16636"/>
                    </a:cubicBezTo>
                    <a:lnTo>
                      <a:pt x="1331" y="19883"/>
                    </a:lnTo>
                    <a:cubicBezTo>
                      <a:pt x="1331" y="19888"/>
                      <a:pt x="1335" y="19893"/>
                      <a:pt x="1340" y="19893"/>
                    </a:cubicBezTo>
                    <a:lnTo>
                      <a:pt x="2371" y="19893"/>
                    </a:lnTo>
                    <a:cubicBezTo>
                      <a:pt x="2376" y="19893"/>
                      <a:pt x="2382" y="19888"/>
                      <a:pt x="2382" y="19883"/>
                    </a:cubicBezTo>
                    <a:lnTo>
                      <a:pt x="2382" y="16636"/>
                    </a:lnTo>
                    <a:cubicBezTo>
                      <a:pt x="2382" y="16629"/>
                      <a:pt x="2376" y="16625"/>
                      <a:pt x="2371" y="16625"/>
                    </a:cubicBezTo>
                    <a:close/>
                    <a:moveTo>
                      <a:pt x="9745" y="16625"/>
                    </a:moveTo>
                    <a:cubicBezTo>
                      <a:pt x="9739" y="16625"/>
                      <a:pt x="9735" y="16629"/>
                      <a:pt x="9735" y="16636"/>
                    </a:cubicBezTo>
                    <a:lnTo>
                      <a:pt x="9735" y="19883"/>
                    </a:lnTo>
                    <a:cubicBezTo>
                      <a:pt x="9735" y="19888"/>
                      <a:pt x="9739" y="19893"/>
                      <a:pt x="9745" y="19893"/>
                    </a:cubicBezTo>
                    <a:lnTo>
                      <a:pt x="10775" y="19893"/>
                    </a:lnTo>
                    <a:cubicBezTo>
                      <a:pt x="10782" y="19893"/>
                      <a:pt x="10787" y="19888"/>
                      <a:pt x="10787" y="19883"/>
                    </a:cubicBezTo>
                    <a:lnTo>
                      <a:pt x="10787" y="16636"/>
                    </a:lnTo>
                    <a:cubicBezTo>
                      <a:pt x="10787" y="16629"/>
                      <a:pt x="10782" y="16625"/>
                      <a:pt x="10775" y="16625"/>
                    </a:cubicBezTo>
                    <a:close/>
                    <a:moveTo>
                      <a:pt x="11076" y="16625"/>
                    </a:moveTo>
                    <a:cubicBezTo>
                      <a:pt x="11069" y="16625"/>
                      <a:pt x="11065" y="16629"/>
                      <a:pt x="11065" y="16636"/>
                    </a:cubicBezTo>
                    <a:lnTo>
                      <a:pt x="11065" y="19883"/>
                    </a:lnTo>
                    <a:cubicBezTo>
                      <a:pt x="11065" y="19888"/>
                      <a:pt x="11069" y="19893"/>
                      <a:pt x="11076" y="19893"/>
                    </a:cubicBezTo>
                    <a:lnTo>
                      <a:pt x="12107" y="19893"/>
                    </a:lnTo>
                    <a:cubicBezTo>
                      <a:pt x="12112" y="19893"/>
                      <a:pt x="12117" y="19888"/>
                      <a:pt x="12117" y="19883"/>
                    </a:cubicBezTo>
                    <a:lnTo>
                      <a:pt x="12117" y="16636"/>
                    </a:lnTo>
                    <a:cubicBezTo>
                      <a:pt x="12117" y="16629"/>
                      <a:pt x="12112" y="16625"/>
                      <a:pt x="12107" y="16625"/>
                    </a:cubicBezTo>
                    <a:close/>
                    <a:moveTo>
                      <a:pt x="6162" y="16965"/>
                    </a:moveTo>
                    <a:cubicBezTo>
                      <a:pt x="6986" y="16965"/>
                      <a:pt x="7654" y="17634"/>
                      <a:pt x="7654" y="18459"/>
                    </a:cubicBezTo>
                    <a:cubicBezTo>
                      <a:pt x="7654" y="19283"/>
                      <a:pt x="6986" y="19952"/>
                      <a:pt x="6162" y="19952"/>
                    </a:cubicBezTo>
                    <a:cubicBezTo>
                      <a:pt x="5336" y="19952"/>
                      <a:pt x="4668" y="19283"/>
                      <a:pt x="4668" y="18459"/>
                    </a:cubicBezTo>
                    <a:cubicBezTo>
                      <a:pt x="4668" y="17634"/>
                      <a:pt x="5336" y="16965"/>
                      <a:pt x="6162" y="16965"/>
                    </a:cubicBezTo>
                    <a:close/>
                    <a:moveTo>
                      <a:pt x="6162" y="16095"/>
                    </a:moveTo>
                    <a:cubicBezTo>
                      <a:pt x="4856" y="16095"/>
                      <a:pt x="3797" y="17153"/>
                      <a:pt x="3797" y="18459"/>
                    </a:cubicBezTo>
                    <a:cubicBezTo>
                      <a:pt x="3797" y="19765"/>
                      <a:pt x="4856" y="20823"/>
                      <a:pt x="6162" y="20823"/>
                    </a:cubicBezTo>
                    <a:cubicBezTo>
                      <a:pt x="7466" y="20823"/>
                      <a:pt x="8525" y="19765"/>
                      <a:pt x="8525" y="18459"/>
                    </a:cubicBezTo>
                    <a:cubicBezTo>
                      <a:pt x="8525" y="17153"/>
                      <a:pt x="7466" y="16095"/>
                      <a:pt x="6162" y="16095"/>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149" name="Google Shape;5149;p68"/>
              <p:cNvSpPr/>
              <p:nvPr/>
            </p:nvSpPr>
            <p:spPr>
              <a:xfrm>
                <a:off x="6620421" y="3707549"/>
                <a:ext cx="796390" cy="753866"/>
              </a:xfrm>
              <a:custGeom>
                <a:avLst/>
                <a:gdLst/>
                <a:ahLst/>
                <a:cxnLst/>
                <a:rect l="l" t="t" r="r" b="b"/>
                <a:pathLst>
                  <a:path w="12117" h="11470" extrusionOk="0">
                    <a:moveTo>
                      <a:pt x="68" y="1"/>
                    </a:moveTo>
                    <a:cubicBezTo>
                      <a:pt x="30" y="1"/>
                      <a:pt x="0" y="32"/>
                      <a:pt x="0" y="69"/>
                    </a:cubicBezTo>
                    <a:lnTo>
                      <a:pt x="0" y="11402"/>
                    </a:lnTo>
                    <a:cubicBezTo>
                      <a:pt x="0" y="11439"/>
                      <a:pt x="30" y="11470"/>
                      <a:pt x="68" y="11470"/>
                    </a:cubicBezTo>
                    <a:lnTo>
                      <a:pt x="6088" y="11470"/>
                    </a:lnTo>
                    <a:lnTo>
                      <a:pt x="6088" y="1"/>
                    </a:lnTo>
                    <a:close/>
                    <a:moveTo>
                      <a:pt x="6234" y="1"/>
                    </a:moveTo>
                    <a:lnTo>
                      <a:pt x="6234" y="11470"/>
                    </a:lnTo>
                    <a:lnTo>
                      <a:pt x="12049" y="11470"/>
                    </a:lnTo>
                    <a:cubicBezTo>
                      <a:pt x="12087" y="11470"/>
                      <a:pt x="12117" y="11439"/>
                      <a:pt x="12117" y="11402"/>
                    </a:cubicBezTo>
                    <a:lnTo>
                      <a:pt x="12117" y="69"/>
                    </a:lnTo>
                    <a:cubicBezTo>
                      <a:pt x="12117" y="32"/>
                      <a:pt x="12086" y="1"/>
                      <a:pt x="12049" y="1"/>
                    </a:cubicBezTo>
                    <a:close/>
                  </a:path>
                </a:pathLst>
              </a:custGeom>
              <a:gradFill>
                <a:gsLst>
                  <a:gs pos="0">
                    <a:schemeClr val="accent1"/>
                  </a:gs>
                  <a:gs pos="100000">
                    <a:schemeClr val="lt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150" name="Google Shape;5150;p68"/>
              <p:cNvSpPr/>
              <p:nvPr/>
            </p:nvSpPr>
            <p:spPr>
              <a:xfrm>
                <a:off x="6863139" y="2393469"/>
                <a:ext cx="310814" cy="614726"/>
              </a:xfrm>
              <a:custGeom>
                <a:avLst/>
                <a:gdLst/>
                <a:ahLst/>
                <a:cxnLst/>
                <a:rect l="l" t="t" r="r" b="b"/>
                <a:pathLst>
                  <a:path w="4729" h="9353" extrusionOk="0">
                    <a:moveTo>
                      <a:pt x="3884" y="1151"/>
                    </a:moveTo>
                    <a:cubicBezTo>
                      <a:pt x="4189" y="1151"/>
                      <a:pt x="4438" y="1490"/>
                      <a:pt x="4438" y="1905"/>
                    </a:cubicBezTo>
                    <a:lnTo>
                      <a:pt x="4438" y="8202"/>
                    </a:lnTo>
                    <a:cubicBezTo>
                      <a:pt x="4438" y="8618"/>
                      <a:pt x="4189" y="8956"/>
                      <a:pt x="3884" y="8956"/>
                    </a:cubicBezTo>
                    <a:lnTo>
                      <a:pt x="848" y="8956"/>
                    </a:lnTo>
                    <a:cubicBezTo>
                      <a:pt x="542" y="8956"/>
                      <a:pt x="293" y="8618"/>
                      <a:pt x="293" y="8202"/>
                    </a:cubicBezTo>
                    <a:lnTo>
                      <a:pt x="293" y="1905"/>
                    </a:lnTo>
                    <a:cubicBezTo>
                      <a:pt x="293" y="1490"/>
                      <a:pt x="542" y="1151"/>
                      <a:pt x="848" y="1151"/>
                    </a:cubicBezTo>
                    <a:close/>
                    <a:moveTo>
                      <a:pt x="1964" y="0"/>
                    </a:moveTo>
                    <a:cubicBezTo>
                      <a:pt x="1768" y="0"/>
                      <a:pt x="1607" y="219"/>
                      <a:pt x="1607" y="488"/>
                    </a:cubicBezTo>
                    <a:lnTo>
                      <a:pt x="1607" y="755"/>
                    </a:lnTo>
                    <a:lnTo>
                      <a:pt x="848" y="755"/>
                    </a:lnTo>
                    <a:cubicBezTo>
                      <a:pt x="381" y="755"/>
                      <a:pt x="1" y="1271"/>
                      <a:pt x="1" y="1905"/>
                    </a:cubicBezTo>
                    <a:lnTo>
                      <a:pt x="1" y="8202"/>
                    </a:lnTo>
                    <a:cubicBezTo>
                      <a:pt x="1" y="8837"/>
                      <a:pt x="381" y="9353"/>
                      <a:pt x="848" y="9353"/>
                    </a:cubicBezTo>
                    <a:lnTo>
                      <a:pt x="3884" y="9353"/>
                    </a:lnTo>
                    <a:cubicBezTo>
                      <a:pt x="4350" y="9353"/>
                      <a:pt x="4729" y="8837"/>
                      <a:pt x="4729" y="8202"/>
                    </a:cubicBezTo>
                    <a:lnTo>
                      <a:pt x="4729" y="1905"/>
                    </a:lnTo>
                    <a:cubicBezTo>
                      <a:pt x="4729" y="1271"/>
                      <a:pt x="4350" y="755"/>
                      <a:pt x="3884" y="755"/>
                    </a:cubicBezTo>
                    <a:lnTo>
                      <a:pt x="3065" y="755"/>
                    </a:lnTo>
                    <a:lnTo>
                      <a:pt x="3065" y="488"/>
                    </a:lnTo>
                    <a:cubicBezTo>
                      <a:pt x="3065" y="219"/>
                      <a:pt x="2906" y="0"/>
                      <a:pt x="270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151" name="Google Shape;5151;p68"/>
              <p:cNvSpPr/>
              <p:nvPr/>
            </p:nvSpPr>
            <p:spPr>
              <a:xfrm>
                <a:off x="6900865" y="2609043"/>
                <a:ext cx="234178" cy="346108"/>
              </a:xfrm>
              <a:custGeom>
                <a:avLst/>
                <a:gdLst/>
                <a:ahLst/>
                <a:cxnLst/>
                <a:rect l="l" t="t" r="r" b="b"/>
                <a:pathLst>
                  <a:path w="3563" h="5266" extrusionOk="0">
                    <a:moveTo>
                      <a:pt x="60" y="1"/>
                    </a:moveTo>
                    <a:cubicBezTo>
                      <a:pt x="28" y="1"/>
                      <a:pt x="1" y="28"/>
                      <a:pt x="1" y="59"/>
                    </a:cubicBezTo>
                    <a:lnTo>
                      <a:pt x="1" y="5208"/>
                    </a:lnTo>
                    <a:cubicBezTo>
                      <a:pt x="1" y="5239"/>
                      <a:pt x="28" y="5266"/>
                      <a:pt x="60" y="5266"/>
                    </a:cubicBezTo>
                    <a:lnTo>
                      <a:pt x="3503" y="5266"/>
                    </a:lnTo>
                    <a:cubicBezTo>
                      <a:pt x="3536" y="5266"/>
                      <a:pt x="3561" y="5239"/>
                      <a:pt x="3563" y="5208"/>
                    </a:cubicBezTo>
                    <a:lnTo>
                      <a:pt x="3563" y="59"/>
                    </a:lnTo>
                    <a:cubicBezTo>
                      <a:pt x="3563" y="28"/>
                      <a:pt x="3536" y="1"/>
                      <a:pt x="3503" y="1"/>
                    </a:cubicBezTo>
                    <a:close/>
                  </a:path>
                </a:pathLst>
              </a:custGeom>
              <a:gradFill>
                <a:gsLst>
                  <a:gs pos="0">
                    <a:schemeClr val="dk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152" name="Google Shape;5152;p68"/>
              <p:cNvSpPr/>
              <p:nvPr/>
            </p:nvSpPr>
            <p:spPr>
              <a:xfrm>
                <a:off x="6558443" y="2159625"/>
                <a:ext cx="858368" cy="47716"/>
              </a:xfrm>
              <a:custGeom>
                <a:avLst/>
                <a:gdLst/>
                <a:ahLst/>
                <a:cxnLst/>
                <a:rect l="l" t="t" r="r" b="b"/>
                <a:pathLst>
                  <a:path w="13060" h="726" extrusionOk="0">
                    <a:moveTo>
                      <a:pt x="44" y="0"/>
                    </a:moveTo>
                    <a:cubicBezTo>
                      <a:pt x="20" y="0"/>
                      <a:pt x="1" y="20"/>
                      <a:pt x="1" y="44"/>
                    </a:cubicBezTo>
                    <a:lnTo>
                      <a:pt x="1" y="682"/>
                    </a:lnTo>
                    <a:cubicBezTo>
                      <a:pt x="1" y="706"/>
                      <a:pt x="20" y="725"/>
                      <a:pt x="44" y="725"/>
                    </a:cubicBezTo>
                    <a:lnTo>
                      <a:pt x="13016" y="725"/>
                    </a:lnTo>
                    <a:cubicBezTo>
                      <a:pt x="13040" y="725"/>
                      <a:pt x="13060" y="706"/>
                      <a:pt x="13060" y="682"/>
                    </a:cubicBezTo>
                    <a:lnTo>
                      <a:pt x="13060" y="44"/>
                    </a:lnTo>
                    <a:cubicBezTo>
                      <a:pt x="13060" y="20"/>
                      <a:pt x="13040" y="0"/>
                      <a:pt x="1301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153" name="Google Shape;5153;p68"/>
              <p:cNvSpPr/>
              <p:nvPr/>
            </p:nvSpPr>
            <p:spPr>
              <a:xfrm>
                <a:off x="7450120" y="2159625"/>
                <a:ext cx="63688" cy="63622"/>
              </a:xfrm>
              <a:custGeom>
                <a:avLst/>
                <a:gdLst/>
                <a:ahLst/>
                <a:cxnLst/>
                <a:rect l="l" t="t" r="r" b="b"/>
                <a:pathLst>
                  <a:path w="969" h="968" extrusionOk="0">
                    <a:moveTo>
                      <a:pt x="484" y="0"/>
                    </a:moveTo>
                    <a:cubicBezTo>
                      <a:pt x="216" y="0"/>
                      <a:pt x="0" y="217"/>
                      <a:pt x="0" y="484"/>
                    </a:cubicBezTo>
                    <a:cubicBezTo>
                      <a:pt x="0" y="751"/>
                      <a:pt x="216" y="967"/>
                      <a:pt x="484" y="967"/>
                    </a:cubicBezTo>
                    <a:cubicBezTo>
                      <a:pt x="751" y="967"/>
                      <a:pt x="968" y="751"/>
                      <a:pt x="968" y="484"/>
                    </a:cubicBezTo>
                    <a:cubicBezTo>
                      <a:pt x="968" y="217"/>
                      <a:pt x="751" y="0"/>
                      <a:pt x="48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154" name="Google Shape;5154;p68"/>
              <p:cNvSpPr/>
              <p:nvPr/>
            </p:nvSpPr>
            <p:spPr>
              <a:xfrm>
                <a:off x="6961068" y="2649069"/>
                <a:ext cx="129938" cy="226291"/>
              </a:xfrm>
              <a:custGeom>
                <a:avLst/>
                <a:gdLst/>
                <a:ahLst/>
                <a:cxnLst/>
                <a:rect l="l" t="t" r="r" b="b"/>
                <a:pathLst>
                  <a:path w="1977" h="3443" extrusionOk="0">
                    <a:moveTo>
                      <a:pt x="323" y="1"/>
                    </a:moveTo>
                    <a:cubicBezTo>
                      <a:pt x="259" y="1"/>
                      <a:pt x="207" y="49"/>
                      <a:pt x="200" y="111"/>
                    </a:cubicBezTo>
                    <a:lnTo>
                      <a:pt x="9" y="1922"/>
                    </a:lnTo>
                    <a:cubicBezTo>
                      <a:pt x="1" y="1994"/>
                      <a:pt x="57" y="2058"/>
                      <a:pt x="131" y="2058"/>
                    </a:cubicBezTo>
                    <a:lnTo>
                      <a:pt x="761" y="2058"/>
                    </a:lnTo>
                    <a:cubicBezTo>
                      <a:pt x="837" y="2058"/>
                      <a:pt x="895" y="2125"/>
                      <a:pt x="883" y="2202"/>
                    </a:cubicBezTo>
                    <a:lnTo>
                      <a:pt x="692" y="3299"/>
                    </a:lnTo>
                    <a:cubicBezTo>
                      <a:pt x="677" y="3385"/>
                      <a:pt x="746" y="3443"/>
                      <a:pt x="815" y="3443"/>
                    </a:cubicBezTo>
                    <a:cubicBezTo>
                      <a:pt x="857" y="3443"/>
                      <a:pt x="898" y="3422"/>
                      <a:pt x="922" y="3375"/>
                    </a:cubicBezTo>
                    <a:lnTo>
                      <a:pt x="1936" y="1365"/>
                    </a:lnTo>
                    <a:cubicBezTo>
                      <a:pt x="1977" y="1283"/>
                      <a:pt x="1917" y="1187"/>
                      <a:pt x="1825" y="1187"/>
                    </a:cubicBezTo>
                    <a:lnTo>
                      <a:pt x="1107" y="1187"/>
                    </a:lnTo>
                    <a:cubicBezTo>
                      <a:pt x="1014" y="1187"/>
                      <a:pt x="955" y="1086"/>
                      <a:pt x="999" y="1006"/>
                    </a:cubicBezTo>
                    <a:lnTo>
                      <a:pt x="1444" y="183"/>
                    </a:lnTo>
                    <a:cubicBezTo>
                      <a:pt x="1488" y="101"/>
                      <a:pt x="1428" y="1"/>
                      <a:pt x="13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155" name="Google Shape;5155;p68"/>
              <p:cNvSpPr/>
              <p:nvPr/>
            </p:nvSpPr>
            <p:spPr>
              <a:xfrm>
                <a:off x="6484504" y="1911584"/>
                <a:ext cx="1068228" cy="211897"/>
              </a:xfrm>
              <a:custGeom>
                <a:avLst/>
                <a:gdLst/>
                <a:ahLst/>
                <a:cxnLst/>
                <a:rect l="l" t="t" r="r" b="b"/>
                <a:pathLst>
                  <a:path w="16253" h="3224" extrusionOk="0">
                    <a:moveTo>
                      <a:pt x="67" y="0"/>
                    </a:moveTo>
                    <a:cubicBezTo>
                      <a:pt x="30" y="0"/>
                      <a:pt x="1" y="32"/>
                      <a:pt x="1" y="67"/>
                    </a:cubicBezTo>
                    <a:lnTo>
                      <a:pt x="1" y="3157"/>
                    </a:lnTo>
                    <a:cubicBezTo>
                      <a:pt x="1" y="3193"/>
                      <a:pt x="30" y="3223"/>
                      <a:pt x="67" y="3223"/>
                    </a:cubicBezTo>
                    <a:lnTo>
                      <a:pt x="16186" y="3223"/>
                    </a:lnTo>
                    <a:cubicBezTo>
                      <a:pt x="16223" y="3223"/>
                      <a:pt x="16253" y="3193"/>
                      <a:pt x="16253" y="3157"/>
                    </a:cubicBezTo>
                    <a:lnTo>
                      <a:pt x="16253" y="67"/>
                    </a:lnTo>
                    <a:cubicBezTo>
                      <a:pt x="16253" y="32"/>
                      <a:pt x="16223" y="0"/>
                      <a:pt x="16186" y="0"/>
                    </a:cubicBezTo>
                    <a:close/>
                  </a:path>
                </a:pathLst>
              </a:custGeom>
              <a:gradFill>
                <a:gsLst>
                  <a:gs pos="0">
                    <a:schemeClr val="lt2"/>
                  </a:gs>
                  <a:gs pos="100000">
                    <a:schemeClr val="dk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156" name="Google Shape;5156;p68"/>
              <p:cNvSpPr/>
              <p:nvPr/>
            </p:nvSpPr>
            <p:spPr>
              <a:xfrm>
                <a:off x="6620421" y="1911584"/>
                <a:ext cx="746965" cy="211897"/>
              </a:xfrm>
              <a:custGeom>
                <a:avLst/>
                <a:gdLst/>
                <a:ahLst/>
                <a:cxnLst/>
                <a:rect l="l" t="t" r="r" b="b"/>
                <a:pathLst>
                  <a:path w="11365" h="3224" extrusionOk="0">
                    <a:moveTo>
                      <a:pt x="181" y="0"/>
                    </a:moveTo>
                    <a:cubicBezTo>
                      <a:pt x="81" y="0"/>
                      <a:pt x="0" y="82"/>
                      <a:pt x="0" y="183"/>
                    </a:cubicBezTo>
                    <a:lnTo>
                      <a:pt x="0" y="3042"/>
                    </a:lnTo>
                    <a:cubicBezTo>
                      <a:pt x="0" y="3141"/>
                      <a:pt x="82" y="3223"/>
                      <a:pt x="181" y="3223"/>
                    </a:cubicBezTo>
                    <a:cubicBezTo>
                      <a:pt x="282" y="3223"/>
                      <a:pt x="364" y="3141"/>
                      <a:pt x="364" y="3042"/>
                    </a:cubicBezTo>
                    <a:lnTo>
                      <a:pt x="364" y="183"/>
                    </a:lnTo>
                    <a:cubicBezTo>
                      <a:pt x="364" y="82"/>
                      <a:pt x="282" y="0"/>
                      <a:pt x="181" y="0"/>
                    </a:cubicBezTo>
                    <a:close/>
                    <a:moveTo>
                      <a:pt x="2382" y="0"/>
                    </a:moveTo>
                    <a:cubicBezTo>
                      <a:pt x="2282" y="0"/>
                      <a:pt x="2200" y="82"/>
                      <a:pt x="2200" y="183"/>
                    </a:cubicBezTo>
                    <a:lnTo>
                      <a:pt x="2200" y="3042"/>
                    </a:lnTo>
                    <a:cubicBezTo>
                      <a:pt x="2200" y="3141"/>
                      <a:pt x="2282" y="3223"/>
                      <a:pt x="2382" y="3223"/>
                    </a:cubicBezTo>
                    <a:cubicBezTo>
                      <a:pt x="2481" y="3223"/>
                      <a:pt x="2563" y="3141"/>
                      <a:pt x="2563" y="3042"/>
                    </a:cubicBezTo>
                    <a:lnTo>
                      <a:pt x="2563" y="183"/>
                    </a:lnTo>
                    <a:cubicBezTo>
                      <a:pt x="2563" y="82"/>
                      <a:pt x="2481" y="0"/>
                      <a:pt x="2382" y="0"/>
                    </a:cubicBezTo>
                    <a:close/>
                    <a:moveTo>
                      <a:pt x="4583" y="0"/>
                    </a:moveTo>
                    <a:cubicBezTo>
                      <a:pt x="4483" y="0"/>
                      <a:pt x="4401" y="82"/>
                      <a:pt x="4401" y="183"/>
                    </a:cubicBezTo>
                    <a:lnTo>
                      <a:pt x="4401" y="3042"/>
                    </a:lnTo>
                    <a:cubicBezTo>
                      <a:pt x="4401" y="3141"/>
                      <a:pt x="4483" y="3223"/>
                      <a:pt x="4583" y="3223"/>
                    </a:cubicBezTo>
                    <a:cubicBezTo>
                      <a:pt x="4682" y="3223"/>
                      <a:pt x="4764" y="3141"/>
                      <a:pt x="4764" y="3042"/>
                    </a:cubicBezTo>
                    <a:lnTo>
                      <a:pt x="4764" y="183"/>
                    </a:lnTo>
                    <a:cubicBezTo>
                      <a:pt x="4764" y="82"/>
                      <a:pt x="4682" y="0"/>
                      <a:pt x="4583" y="0"/>
                    </a:cubicBezTo>
                    <a:close/>
                    <a:moveTo>
                      <a:pt x="6782" y="0"/>
                    </a:moveTo>
                    <a:cubicBezTo>
                      <a:pt x="6683" y="0"/>
                      <a:pt x="6601" y="82"/>
                      <a:pt x="6601" y="183"/>
                    </a:cubicBezTo>
                    <a:lnTo>
                      <a:pt x="6601" y="3042"/>
                    </a:lnTo>
                    <a:cubicBezTo>
                      <a:pt x="6601" y="3141"/>
                      <a:pt x="6682" y="3223"/>
                      <a:pt x="6782" y="3223"/>
                    </a:cubicBezTo>
                    <a:cubicBezTo>
                      <a:pt x="6883" y="3223"/>
                      <a:pt x="6965" y="3141"/>
                      <a:pt x="6965" y="3042"/>
                    </a:cubicBezTo>
                    <a:lnTo>
                      <a:pt x="6965" y="183"/>
                    </a:lnTo>
                    <a:cubicBezTo>
                      <a:pt x="6965" y="82"/>
                      <a:pt x="6883" y="0"/>
                      <a:pt x="6782" y="0"/>
                    </a:cubicBezTo>
                    <a:close/>
                    <a:moveTo>
                      <a:pt x="8983" y="0"/>
                    </a:moveTo>
                    <a:cubicBezTo>
                      <a:pt x="8883" y="0"/>
                      <a:pt x="8801" y="82"/>
                      <a:pt x="8801" y="183"/>
                    </a:cubicBezTo>
                    <a:lnTo>
                      <a:pt x="8801" y="3042"/>
                    </a:lnTo>
                    <a:cubicBezTo>
                      <a:pt x="8801" y="3141"/>
                      <a:pt x="8883" y="3223"/>
                      <a:pt x="8983" y="3223"/>
                    </a:cubicBezTo>
                    <a:cubicBezTo>
                      <a:pt x="9083" y="3223"/>
                      <a:pt x="9164" y="3141"/>
                      <a:pt x="9164" y="3042"/>
                    </a:cubicBezTo>
                    <a:lnTo>
                      <a:pt x="9164" y="183"/>
                    </a:lnTo>
                    <a:cubicBezTo>
                      <a:pt x="9164" y="82"/>
                      <a:pt x="9083" y="0"/>
                      <a:pt x="8983" y="0"/>
                    </a:cubicBezTo>
                    <a:close/>
                    <a:moveTo>
                      <a:pt x="11184" y="0"/>
                    </a:moveTo>
                    <a:cubicBezTo>
                      <a:pt x="11083" y="0"/>
                      <a:pt x="11001" y="82"/>
                      <a:pt x="11001" y="183"/>
                    </a:cubicBezTo>
                    <a:lnTo>
                      <a:pt x="11001" y="3042"/>
                    </a:lnTo>
                    <a:cubicBezTo>
                      <a:pt x="11001" y="3141"/>
                      <a:pt x="11083" y="3223"/>
                      <a:pt x="11184" y="3223"/>
                    </a:cubicBezTo>
                    <a:cubicBezTo>
                      <a:pt x="11283" y="3223"/>
                      <a:pt x="11365" y="3141"/>
                      <a:pt x="11365" y="3042"/>
                    </a:cubicBezTo>
                    <a:lnTo>
                      <a:pt x="11365" y="183"/>
                    </a:lnTo>
                    <a:cubicBezTo>
                      <a:pt x="11365" y="82"/>
                      <a:pt x="11283" y="0"/>
                      <a:pt x="1118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157" name="Google Shape;5157;p68"/>
              <p:cNvSpPr/>
              <p:nvPr/>
            </p:nvSpPr>
            <p:spPr>
              <a:xfrm>
                <a:off x="8157507" y="4149277"/>
                <a:ext cx="3549" cy="394"/>
              </a:xfrm>
              <a:custGeom>
                <a:avLst/>
                <a:gdLst/>
                <a:ahLst/>
                <a:cxnLst/>
                <a:rect l="l" t="t" r="r" b="b"/>
                <a:pathLst>
                  <a:path w="54" h="6" extrusionOk="0">
                    <a:moveTo>
                      <a:pt x="3" y="0"/>
                    </a:moveTo>
                    <a:cubicBezTo>
                      <a:pt x="1" y="0"/>
                      <a:pt x="12" y="1"/>
                      <a:pt x="53" y="5"/>
                    </a:cubicBezTo>
                    <a:cubicBezTo>
                      <a:pt x="52" y="4"/>
                      <a:pt x="52" y="4"/>
                      <a:pt x="50" y="4"/>
                    </a:cubicBezTo>
                    <a:lnTo>
                      <a:pt x="49" y="4"/>
                    </a:lnTo>
                    <a:lnTo>
                      <a:pt x="15" y="1"/>
                    </a:lnTo>
                    <a:cubicBezTo>
                      <a:pt x="9" y="0"/>
                      <a:pt x="4" y="0"/>
                      <a:pt x="3" y="0"/>
                    </a:cubicBezTo>
                    <a:close/>
                  </a:path>
                </a:pathLst>
              </a:custGeom>
              <a:solidFill>
                <a:srgbClr val="3838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158" name="Google Shape;5158;p68"/>
              <p:cNvSpPr/>
              <p:nvPr/>
            </p:nvSpPr>
            <p:spPr>
              <a:xfrm>
                <a:off x="6754038" y="3146663"/>
                <a:ext cx="1666326" cy="2017297"/>
              </a:xfrm>
              <a:custGeom>
                <a:avLst/>
                <a:gdLst/>
                <a:ahLst/>
                <a:cxnLst/>
                <a:rect l="l" t="t" r="r" b="b"/>
                <a:pathLst>
                  <a:path w="25353" h="30693" extrusionOk="0">
                    <a:moveTo>
                      <a:pt x="12053" y="0"/>
                    </a:moveTo>
                    <a:cubicBezTo>
                      <a:pt x="12007" y="0"/>
                      <a:pt x="11971" y="36"/>
                      <a:pt x="11971" y="81"/>
                    </a:cubicBezTo>
                    <a:lnTo>
                      <a:pt x="11971" y="8453"/>
                    </a:lnTo>
                    <a:cubicBezTo>
                      <a:pt x="11971" y="8498"/>
                      <a:pt x="12007" y="8535"/>
                      <a:pt x="12053" y="8535"/>
                    </a:cubicBezTo>
                    <a:lnTo>
                      <a:pt x="12936" y="8535"/>
                    </a:lnTo>
                    <a:cubicBezTo>
                      <a:pt x="12959" y="8794"/>
                      <a:pt x="12981" y="9051"/>
                      <a:pt x="13003" y="9309"/>
                    </a:cubicBezTo>
                    <a:cubicBezTo>
                      <a:pt x="13195" y="11609"/>
                      <a:pt x="13319" y="13920"/>
                      <a:pt x="13292" y="16228"/>
                    </a:cubicBezTo>
                    <a:cubicBezTo>
                      <a:pt x="13280" y="17378"/>
                      <a:pt x="13230" y="18529"/>
                      <a:pt x="13092" y="19670"/>
                    </a:cubicBezTo>
                    <a:cubicBezTo>
                      <a:pt x="13083" y="19735"/>
                      <a:pt x="13076" y="19799"/>
                      <a:pt x="13068" y="19862"/>
                    </a:cubicBezTo>
                    <a:cubicBezTo>
                      <a:pt x="13066" y="19868"/>
                      <a:pt x="13066" y="19874"/>
                      <a:pt x="13065" y="19878"/>
                    </a:cubicBezTo>
                    <a:cubicBezTo>
                      <a:pt x="13065" y="19882"/>
                      <a:pt x="13063" y="19886"/>
                      <a:pt x="13063" y="19892"/>
                    </a:cubicBezTo>
                    <a:cubicBezTo>
                      <a:pt x="13059" y="19923"/>
                      <a:pt x="13055" y="19956"/>
                      <a:pt x="13049" y="19987"/>
                    </a:cubicBezTo>
                    <a:cubicBezTo>
                      <a:pt x="13031" y="20120"/>
                      <a:pt x="13010" y="20253"/>
                      <a:pt x="12988" y="20384"/>
                    </a:cubicBezTo>
                    <a:cubicBezTo>
                      <a:pt x="12949" y="20616"/>
                      <a:pt x="12905" y="20848"/>
                      <a:pt x="12853" y="21077"/>
                    </a:cubicBezTo>
                    <a:cubicBezTo>
                      <a:pt x="12761" y="21491"/>
                      <a:pt x="12641" y="21895"/>
                      <a:pt x="12487" y="22291"/>
                    </a:cubicBezTo>
                    <a:cubicBezTo>
                      <a:pt x="12485" y="22296"/>
                      <a:pt x="12481" y="22305"/>
                      <a:pt x="12478" y="22313"/>
                    </a:cubicBezTo>
                    <a:cubicBezTo>
                      <a:pt x="12472" y="22326"/>
                      <a:pt x="12467" y="22339"/>
                      <a:pt x="12461" y="22353"/>
                    </a:cubicBezTo>
                    <a:cubicBezTo>
                      <a:pt x="12443" y="22394"/>
                      <a:pt x="12424" y="22433"/>
                      <a:pt x="12405" y="22474"/>
                    </a:cubicBezTo>
                    <a:cubicBezTo>
                      <a:pt x="12365" y="22558"/>
                      <a:pt x="12321" y="22640"/>
                      <a:pt x="12276" y="22720"/>
                    </a:cubicBezTo>
                    <a:cubicBezTo>
                      <a:pt x="12235" y="22790"/>
                      <a:pt x="12193" y="22859"/>
                      <a:pt x="12147" y="22925"/>
                    </a:cubicBezTo>
                    <a:cubicBezTo>
                      <a:pt x="12129" y="22952"/>
                      <a:pt x="12108" y="22980"/>
                      <a:pt x="12088" y="23007"/>
                    </a:cubicBezTo>
                    <a:cubicBezTo>
                      <a:pt x="12077" y="23020"/>
                      <a:pt x="12067" y="23034"/>
                      <a:pt x="12055" y="23047"/>
                    </a:cubicBezTo>
                    <a:cubicBezTo>
                      <a:pt x="12010" y="23102"/>
                      <a:pt x="11961" y="23154"/>
                      <a:pt x="11908" y="23202"/>
                    </a:cubicBezTo>
                    <a:cubicBezTo>
                      <a:pt x="11884" y="23226"/>
                      <a:pt x="11858" y="23249"/>
                      <a:pt x="11832" y="23272"/>
                    </a:cubicBezTo>
                    <a:cubicBezTo>
                      <a:pt x="11827" y="23277"/>
                      <a:pt x="11821" y="23282"/>
                      <a:pt x="11817" y="23284"/>
                    </a:cubicBezTo>
                    <a:cubicBezTo>
                      <a:pt x="11812" y="23287"/>
                      <a:pt x="11807" y="23291"/>
                      <a:pt x="11800" y="23296"/>
                    </a:cubicBezTo>
                    <a:cubicBezTo>
                      <a:pt x="11745" y="23331"/>
                      <a:pt x="11691" y="23366"/>
                      <a:pt x="11631" y="23397"/>
                    </a:cubicBezTo>
                    <a:cubicBezTo>
                      <a:pt x="11589" y="23420"/>
                      <a:pt x="11544" y="23440"/>
                      <a:pt x="11500" y="23460"/>
                    </a:cubicBezTo>
                    <a:cubicBezTo>
                      <a:pt x="11479" y="23469"/>
                      <a:pt x="11385" y="23511"/>
                      <a:pt x="11386" y="23511"/>
                    </a:cubicBezTo>
                    <a:cubicBezTo>
                      <a:pt x="11387" y="23511"/>
                      <a:pt x="11387" y="23511"/>
                      <a:pt x="11387" y="23511"/>
                    </a:cubicBezTo>
                    <a:lnTo>
                      <a:pt x="11387" y="23511"/>
                    </a:lnTo>
                    <a:cubicBezTo>
                      <a:pt x="10364" y="23933"/>
                      <a:pt x="9251" y="24149"/>
                      <a:pt x="8170" y="24361"/>
                    </a:cubicBezTo>
                    <a:cubicBezTo>
                      <a:pt x="6902" y="24609"/>
                      <a:pt x="5627" y="24815"/>
                      <a:pt x="4365" y="25084"/>
                    </a:cubicBezTo>
                    <a:cubicBezTo>
                      <a:pt x="3323" y="25304"/>
                      <a:pt x="2235" y="25543"/>
                      <a:pt x="1288" y="26045"/>
                    </a:cubicBezTo>
                    <a:cubicBezTo>
                      <a:pt x="605" y="26407"/>
                      <a:pt x="0" y="27024"/>
                      <a:pt x="202" y="27857"/>
                    </a:cubicBezTo>
                    <a:cubicBezTo>
                      <a:pt x="396" y="28653"/>
                      <a:pt x="1141" y="29272"/>
                      <a:pt x="1815" y="29665"/>
                    </a:cubicBezTo>
                    <a:cubicBezTo>
                      <a:pt x="3051" y="30385"/>
                      <a:pt x="4528" y="30692"/>
                      <a:pt x="5984" y="30692"/>
                    </a:cubicBezTo>
                    <a:cubicBezTo>
                      <a:pt x="6630" y="30692"/>
                      <a:pt x="7272" y="30632"/>
                      <a:pt x="7887" y="30520"/>
                    </a:cubicBezTo>
                    <a:cubicBezTo>
                      <a:pt x="10171" y="30104"/>
                      <a:pt x="12284" y="28781"/>
                      <a:pt x="13311" y="26648"/>
                    </a:cubicBezTo>
                    <a:cubicBezTo>
                      <a:pt x="13602" y="26043"/>
                      <a:pt x="13811" y="25402"/>
                      <a:pt x="13934" y="24742"/>
                    </a:cubicBezTo>
                    <a:cubicBezTo>
                      <a:pt x="14013" y="24318"/>
                      <a:pt x="14056" y="23889"/>
                      <a:pt x="14130" y="23467"/>
                    </a:cubicBezTo>
                    <a:cubicBezTo>
                      <a:pt x="14208" y="23034"/>
                      <a:pt x="14303" y="22606"/>
                      <a:pt x="14417" y="22183"/>
                    </a:cubicBezTo>
                    <a:cubicBezTo>
                      <a:pt x="14810" y="20727"/>
                      <a:pt x="15441" y="19337"/>
                      <a:pt x="16350" y="18131"/>
                    </a:cubicBezTo>
                    <a:cubicBezTo>
                      <a:pt x="17032" y="17225"/>
                      <a:pt x="17892" y="16432"/>
                      <a:pt x="18884" y="15882"/>
                    </a:cubicBezTo>
                    <a:cubicBezTo>
                      <a:pt x="18991" y="15823"/>
                      <a:pt x="19100" y="15766"/>
                      <a:pt x="19210" y="15712"/>
                    </a:cubicBezTo>
                    <a:cubicBezTo>
                      <a:pt x="19264" y="15687"/>
                      <a:pt x="19319" y="15662"/>
                      <a:pt x="19373" y="15638"/>
                    </a:cubicBezTo>
                    <a:cubicBezTo>
                      <a:pt x="19400" y="15625"/>
                      <a:pt x="19427" y="15614"/>
                      <a:pt x="19454" y="15602"/>
                    </a:cubicBezTo>
                    <a:cubicBezTo>
                      <a:pt x="19463" y="15598"/>
                      <a:pt x="19468" y="15595"/>
                      <a:pt x="19471" y="15594"/>
                    </a:cubicBezTo>
                    <a:cubicBezTo>
                      <a:pt x="19476" y="15592"/>
                      <a:pt x="19486" y="15588"/>
                      <a:pt x="19502" y="15582"/>
                    </a:cubicBezTo>
                    <a:cubicBezTo>
                      <a:pt x="19707" y="15502"/>
                      <a:pt x="19916" y="15428"/>
                      <a:pt x="20129" y="15372"/>
                    </a:cubicBezTo>
                    <a:cubicBezTo>
                      <a:pt x="20230" y="15345"/>
                      <a:pt x="20330" y="15321"/>
                      <a:pt x="20432" y="15301"/>
                    </a:cubicBezTo>
                    <a:cubicBezTo>
                      <a:pt x="20481" y="15291"/>
                      <a:pt x="20531" y="15283"/>
                      <a:pt x="20580" y="15274"/>
                    </a:cubicBezTo>
                    <a:cubicBezTo>
                      <a:pt x="20599" y="15271"/>
                      <a:pt x="20619" y="15268"/>
                      <a:pt x="20639" y="15265"/>
                    </a:cubicBezTo>
                    <a:lnTo>
                      <a:pt x="20639" y="15265"/>
                    </a:lnTo>
                    <a:cubicBezTo>
                      <a:pt x="20613" y="15270"/>
                      <a:pt x="20604" y="15271"/>
                      <a:pt x="20605" y="15271"/>
                    </a:cubicBezTo>
                    <a:cubicBezTo>
                      <a:pt x="20606" y="15271"/>
                      <a:pt x="20662" y="15263"/>
                      <a:pt x="20678" y="15262"/>
                    </a:cubicBezTo>
                    <a:cubicBezTo>
                      <a:pt x="20807" y="15248"/>
                      <a:pt x="20938" y="15240"/>
                      <a:pt x="21068" y="15240"/>
                    </a:cubicBezTo>
                    <a:cubicBezTo>
                      <a:pt x="21121" y="15240"/>
                      <a:pt x="21174" y="15242"/>
                      <a:pt x="21226" y="15245"/>
                    </a:cubicBezTo>
                    <a:cubicBezTo>
                      <a:pt x="21270" y="15246"/>
                      <a:pt x="21312" y="15250"/>
                      <a:pt x="21356" y="15254"/>
                    </a:cubicBezTo>
                    <a:cubicBezTo>
                      <a:pt x="21360" y="15254"/>
                      <a:pt x="21365" y="15256"/>
                      <a:pt x="21370" y="15256"/>
                    </a:cubicBezTo>
                    <a:cubicBezTo>
                      <a:pt x="21380" y="15256"/>
                      <a:pt x="21393" y="15257"/>
                      <a:pt x="21403" y="15260"/>
                    </a:cubicBezTo>
                    <a:cubicBezTo>
                      <a:pt x="21405" y="15260"/>
                      <a:pt x="21408" y="15260"/>
                      <a:pt x="21410" y="15261"/>
                    </a:cubicBezTo>
                    <a:lnTo>
                      <a:pt x="21410" y="15261"/>
                    </a:lnTo>
                    <a:cubicBezTo>
                      <a:pt x="21488" y="15275"/>
                      <a:pt x="21566" y="15289"/>
                      <a:pt x="21643" y="15310"/>
                    </a:cubicBezTo>
                    <a:cubicBezTo>
                      <a:pt x="21654" y="15312"/>
                      <a:pt x="21666" y="15315"/>
                      <a:pt x="21677" y="15320"/>
                    </a:cubicBezTo>
                    <a:cubicBezTo>
                      <a:pt x="21599" y="15461"/>
                      <a:pt x="21547" y="15560"/>
                      <a:pt x="21547" y="15560"/>
                    </a:cubicBezTo>
                    <a:cubicBezTo>
                      <a:pt x="21503" y="15623"/>
                      <a:pt x="22555" y="16060"/>
                      <a:pt x="23057" y="16207"/>
                    </a:cubicBezTo>
                    <a:cubicBezTo>
                      <a:pt x="23081" y="16279"/>
                      <a:pt x="23137" y="16340"/>
                      <a:pt x="23219" y="16364"/>
                    </a:cubicBezTo>
                    <a:lnTo>
                      <a:pt x="23222" y="16364"/>
                    </a:lnTo>
                    <a:cubicBezTo>
                      <a:pt x="23244" y="16371"/>
                      <a:pt x="23266" y="16374"/>
                      <a:pt x="23289" y="16374"/>
                    </a:cubicBezTo>
                    <a:cubicBezTo>
                      <a:pt x="23315" y="16374"/>
                      <a:pt x="23341" y="16370"/>
                      <a:pt x="23366" y="16361"/>
                    </a:cubicBezTo>
                    <a:cubicBezTo>
                      <a:pt x="23629" y="16275"/>
                      <a:pt x="24556" y="15963"/>
                      <a:pt x="25174" y="15655"/>
                    </a:cubicBezTo>
                    <a:cubicBezTo>
                      <a:pt x="25348" y="15567"/>
                      <a:pt x="25352" y="15317"/>
                      <a:pt x="25180" y="15225"/>
                    </a:cubicBezTo>
                    <a:cubicBezTo>
                      <a:pt x="24915" y="15085"/>
                      <a:pt x="24495" y="14921"/>
                      <a:pt x="23909" y="14863"/>
                    </a:cubicBezTo>
                    <a:cubicBezTo>
                      <a:pt x="23900" y="14862"/>
                      <a:pt x="23891" y="14862"/>
                      <a:pt x="23882" y="14862"/>
                    </a:cubicBezTo>
                    <a:cubicBezTo>
                      <a:pt x="23803" y="14862"/>
                      <a:pt x="23727" y="14901"/>
                      <a:pt x="23681" y="14968"/>
                    </a:cubicBezTo>
                    <a:cubicBezTo>
                      <a:pt x="23212" y="14746"/>
                      <a:pt x="22327" y="14361"/>
                      <a:pt x="22272" y="14347"/>
                    </a:cubicBezTo>
                    <a:cubicBezTo>
                      <a:pt x="22272" y="14347"/>
                      <a:pt x="22271" y="14347"/>
                      <a:pt x="22271" y="14347"/>
                    </a:cubicBezTo>
                    <a:cubicBezTo>
                      <a:pt x="22244" y="14347"/>
                      <a:pt x="22150" y="14488"/>
                      <a:pt x="22039" y="14675"/>
                    </a:cubicBezTo>
                    <a:cubicBezTo>
                      <a:pt x="21727" y="14562"/>
                      <a:pt x="21396" y="14515"/>
                      <a:pt x="21062" y="14515"/>
                    </a:cubicBezTo>
                    <a:cubicBezTo>
                      <a:pt x="20725" y="14515"/>
                      <a:pt x="20385" y="14563"/>
                      <a:pt x="20063" y="14640"/>
                    </a:cubicBezTo>
                    <a:cubicBezTo>
                      <a:pt x="19049" y="14880"/>
                      <a:pt x="18124" y="15423"/>
                      <a:pt x="17322" y="16077"/>
                    </a:cubicBezTo>
                    <a:cubicBezTo>
                      <a:pt x="14981" y="17984"/>
                      <a:pt x="13740" y="20971"/>
                      <a:pt x="13332" y="23899"/>
                    </a:cubicBezTo>
                    <a:cubicBezTo>
                      <a:pt x="13239" y="24565"/>
                      <a:pt x="13103" y="25263"/>
                      <a:pt x="12846" y="25915"/>
                    </a:cubicBezTo>
                    <a:cubicBezTo>
                      <a:pt x="12668" y="26370"/>
                      <a:pt x="12306" y="27006"/>
                      <a:pt x="12015" y="27376"/>
                    </a:cubicBezTo>
                    <a:cubicBezTo>
                      <a:pt x="11318" y="28263"/>
                      <a:pt x="10484" y="28863"/>
                      <a:pt x="9445" y="29310"/>
                    </a:cubicBezTo>
                    <a:cubicBezTo>
                      <a:pt x="9439" y="29313"/>
                      <a:pt x="9435" y="29314"/>
                      <a:pt x="9431" y="29316"/>
                    </a:cubicBezTo>
                    <a:cubicBezTo>
                      <a:pt x="9425" y="29318"/>
                      <a:pt x="9418" y="29321"/>
                      <a:pt x="9407" y="29326"/>
                    </a:cubicBezTo>
                    <a:cubicBezTo>
                      <a:pt x="9376" y="29338"/>
                      <a:pt x="9344" y="29351"/>
                      <a:pt x="9313" y="29364"/>
                    </a:cubicBezTo>
                    <a:cubicBezTo>
                      <a:pt x="9251" y="29388"/>
                      <a:pt x="9188" y="29412"/>
                      <a:pt x="9124" y="29434"/>
                    </a:cubicBezTo>
                    <a:cubicBezTo>
                      <a:pt x="8987" y="29485"/>
                      <a:pt x="8848" y="29532"/>
                      <a:pt x="8708" y="29574"/>
                    </a:cubicBezTo>
                    <a:cubicBezTo>
                      <a:pt x="8451" y="29653"/>
                      <a:pt x="8190" y="29720"/>
                      <a:pt x="7925" y="29775"/>
                    </a:cubicBezTo>
                    <a:cubicBezTo>
                      <a:pt x="7374" y="29891"/>
                      <a:pt x="6953" y="29939"/>
                      <a:pt x="6363" y="29957"/>
                    </a:cubicBezTo>
                    <a:cubicBezTo>
                      <a:pt x="6262" y="29960"/>
                      <a:pt x="6161" y="29962"/>
                      <a:pt x="6059" y="29962"/>
                    </a:cubicBezTo>
                    <a:cubicBezTo>
                      <a:pt x="5639" y="29962"/>
                      <a:pt x="5218" y="29936"/>
                      <a:pt x="4800" y="29881"/>
                    </a:cubicBezTo>
                    <a:cubicBezTo>
                      <a:pt x="4803" y="29881"/>
                      <a:pt x="4704" y="29867"/>
                      <a:pt x="4686" y="29864"/>
                    </a:cubicBezTo>
                    <a:cubicBezTo>
                      <a:pt x="4623" y="29854"/>
                      <a:pt x="4561" y="29844"/>
                      <a:pt x="4500" y="29833"/>
                    </a:cubicBezTo>
                    <a:cubicBezTo>
                      <a:pt x="4368" y="29810"/>
                      <a:pt x="4236" y="29785"/>
                      <a:pt x="4106" y="29755"/>
                    </a:cubicBezTo>
                    <a:cubicBezTo>
                      <a:pt x="3872" y="29704"/>
                      <a:pt x="3640" y="29644"/>
                      <a:pt x="3411" y="29571"/>
                    </a:cubicBezTo>
                    <a:cubicBezTo>
                      <a:pt x="3300" y="29536"/>
                      <a:pt x="3192" y="29499"/>
                      <a:pt x="3083" y="29460"/>
                    </a:cubicBezTo>
                    <a:cubicBezTo>
                      <a:pt x="3029" y="29440"/>
                      <a:pt x="2975" y="29420"/>
                      <a:pt x="2923" y="29399"/>
                    </a:cubicBezTo>
                    <a:cubicBezTo>
                      <a:pt x="2896" y="29389"/>
                      <a:pt x="2871" y="29379"/>
                      <a:pt x="2845" y="29368"/>
                    </a:cubicBezTo>
                    <a:cubicBezTo>
                      <a:pt x="2833" y="29364"/>
                      <a:pt x="2824" y="29359"/>
                      <a:pt x="2817" y="29358"/>
                    </a:cubicBezTo>
                    <a:cubicBezTo>
                      <a:pt x="2816" y="29357"/>
                      <a:pt x="2811" y="29354"/>
                      <a:pt x="2803" y="29351"/>
                    </a:cubicBezTo>
                    <a:cubicBezTo>
                      <a:pt x="2606" y="29265"/>
                      <a:pt x="2413" y="29171"/>
                      <a:pt x="2226" y="29064"/>
                    </a:cubicBezTo>
                    <a:cubicBezTo>
                      <a:pt x="2055" y="28966"/>
                      <a:pt x="1891" y="28860"/>
                      <a:pt x="1733" y="28743"/>
                    </a:cubicBezTo>
                    <a:cubicBezTo>
                      <a:pt x="1729" y="28739"/>
                      <a:pt x="1675" y="28697"/>
                      <a:pt x="1662" y="28687"/>
                    </a:cubicBezTo>
                    <a:cubicBezTo>
                      <a:pt x="1625" y="28656"/>
                      <a:pt x="1590" y="28626"/>
                      <a:pt x="1555" y="28595"/>
                    </a:cubicBezTo>
                    <a:cubicBezTo>
                      <a:pt x="1480" y="28528"/>
                      <a:pt x="1408" y="28459"/>
                      <a:pt x="1340" y="28387"/>
                    </a:cubicBezTo>
                    <a:cubicBezTo>
                      <a:pt x="1289" y="28332"/>
                      <a:pt x="1241" y="28277"/>
                      <a:pt x="1194" y="28219"/>
                    </a:cubicBezTo>
                    <a:lnTo>
                      <a:pt x="1194" y="28219"/>
                    </a:lnTo>
                    <a:cubicBezTo>
                      <a:pt x="1195" y="28219"/>
                      <a:pt x="1195" y="28219"/>
                      <a:pt x="1195" y="28219"/>
                    </a:cubicBezTo>
                    <a:cubicBezTo>
                      <a:pt x="1196" y="28219"/>
                      <a:pt x="1146" y="28153"/>
                      <a:pt x="1134" y="28137"/>
                    </a:cubicBezTo>
                    <a:cubicBezTo>
                      <a:pt x="1107" y="28097"/>
                      <a:pt x="1081" y="28058"/>
                      <a:pt x="1056" y="28017"/>
                    </a:cubicBezTo>
                    <a:cubicBezTo>
                      <a:pt x="1030" y="27976"/>
                      <a:pt x="1008" y="27935"/>
                      <a:pt x="985" y="27892"/>
                    </a:cubicBezTo>
                    <a:cubicBezTo>
                      <a:pt x="975" y="27871"/>
                      <a:pt x="946" y="27795"/>
                      <a:pt x="944" y="27795"/>
                    </a:cubicBezTo>
                    <a:cubicBezTo>
                      <a:pt x="944" y="27795"/>
                      <a:pt x="944" y="27795"/>
                      <a:pt x="944" y="27795"/>
                    </a:cubicBezTo>
                    <a:cubicBezTo>
                      <a:pt x="926" y="27730"/>
                      <a:pt x="909" y="27665"/>
                      <a:pt x="889" y="27600"/>
                    </a:cubicBezTo>
                    <a:cubicBezTo>
                      <a:pt x="888" y="27586"/>
                      <a:pt x="885" y="27571"/>
                      <a:pt x="885" y="27559"/>
                    </a:cubicBezTo>
                    <a:cubicBezTo>
                      <a:pt x="885" y="27529"/>
                      <a:pt x="886" y="27499"/>
                      <a:pt x="886" y="27470"/>
                    </a:cubicBezTo>
                    <a:cubicBezTo>
                      <a:pt x="885" y="27464"/>
                      <a:pt x="885" y="27458"/>
                      <a:pt x="885" y="27453"/>
                    </a:cubicBezTo>
                    <a:cubicBezTo>
                      <a:pt x="886" y="27451"/>
                      <a:pt x="886" y="27448"/>
                      <a:pt x="888" y="27447"/>
                    </a:cubicBezTo>
                    <a:cubicBezTo>
                      <a:pt x="898" y="27409"/>
                      <a:pt x="907" y="27369"/>
                      <a:pt x="917" y="27331"/>
                    </a:cubicBezTo>
                    <a:cubicBezTo>
                      <a:pt x="919" y="27324"/>
                      <a:pt x="920" y="27317"/>
                      <a:pt x="922" y="27313"/>
                    </a:cubicBezTo>
                    <a:cubicBezTo>
                      <a:pt x="923" y="27311"/>
                      <a:pt x="924" y="27309"/>
                      <a:pt x="926" y="27306"/>
                    </a:cubicBezTo>
                    <a:cubicBezTo>
                      <a:pt x="944" y="27275"/>
                      <a:pt x="958" y="27242"/>
                      <a:pt x="977" y="27212"/>
                    </a:cubicBezTo>
                    <a:cubicBezTo>
                      <a:pt x="993" y="27186"/>
                      <a:pt x="1012" y="27162"/>
                      <a:pt x="1029" y="27137"/>
                    </a:cubicBezTo>
                    <a:lnTo>
                      <a:pt x="1029" y="27137"/>
                    </a:lnTo>
                    <a:cubicBezTo>
                      <a:pt x="1016" y="27156"/>
                      <a:pt x="1012" y="27164"/>
                      <a:pt x="1013" y="27164"/>
                    </a:cubicBezTo>
                    <a:cubicBezTo>
                      <a:pt x="1015" y="27164"/>
                      <a:pt x="1063" y="27099"/>
                      <a:pt x="1080" y="27081"/>
                    </a:cubicBezTo>
                    <a:cubicBezTo>
                      <a:pt x="1130" y="27026"/>
                      <a:pt x="1186" y="26979"/>
                      <a:pt x="1240" y="26930"/>
                    </a:cubicBezTo>
                    <a:lnTo>
                      <a:pt x="1240" y="26930"/>
                    </a:lnTo>
                    <a:cubicBezTo>
                      <a:pt x="1242" y="26929"/>
                      <a:pt x="1243" y="26928"/>
                      <a:pt x="1244" y="26928"/>
                    </a:cubicBezTo>
                    <a:lnTo>
                      <a:pt x="1244" y="26928"/>
                    </a:lnTo>
                    <a:cubicBezTo>
                      <a:pt x="1246" y="26927"/>
                      <a:pt x="1248" y="26925"/>
                      <a:pt x="1250" y="26923"/>
                    </a:cubicBezTo>
                    <a:lnTo>
                      <a:pt x="1250" y="26923"/>
                    </a:lnTo>
                    <a:cubicBezTo>
                      <a:pt x="1254" y="26921"/>
                      <a:pt x="1257" y="26918"/>
                      <a:pt x="1261" y="26914"/>
                    </a:cubicBezTo>
                    <a:cubicBezTo>
                      <a:pt x="1271" y="26907"/>
                      <a:pt x="1281" y="26899"/>
                      <a:pt x="1281" y="26899"/>
                    </a:cubicBezTo>
                    <a:lnTo>
                      <a:pt x="1281" y="26899"/>
                    </a:lnTo>
                    <a:cubicBezTo>
                      <a:pt x="1281" y="26899"/>
                      <a:pt x="1278" y="26902"/>
                      <a:pt x="1271" y="26907"/>
                    </a:cubicBezTo>
                    <a:cubicBezTo>
                      <a:pt x="1278" y="26903"/>
                      <a:pt x="1283" y="26899"/>
                      <a:pt x="1291" y="26894"/>
                    </a:cubicBezTo>
                    <a:cubicBezTo>
                      <a:pt x="1334" y="26863"/>
                      <a:pt x="1378" y="26834"/>
                      <a:pt x="1422" y="26805"/>
                    </a:cubicBezTo>
                    <a:cubicBezTo>
                      <a:pt x="1594" y="26696"/>
                      <a:pt x="1777" y="26605"/>
                      <a:pt x="1962" y="26523"/>
                    </a:cubicBezTo>
                    <a:cubicBezTo>
                      <a:pt x="1977" y="26516"/>
                      <a:pt x="1993" y="26510"/>
                      <a:pt x="2009" y="26503"/>
                    </a:cubicBezTo>
                    <a:cubicBezTo>
                      <a:pt x="2021" y="26497"/>
                      <a:pt x="2048" y="26486"/>
                      <a:pt x="2055" y="26483"/>
                    </a:cubicBezTo>
                    <a:cubicBezTo>
                      <a:pt x="2110" y="26462"/>
                      <a:pt x="2164" y="26441"/>
                      <a:pt x="2218" y="26419"/>
                    </a:cubicBezTo>
                    <a:cubicBezTo>
                      <a:pt x="2342" y="26373"/>
                      <a:pt x="2467" y="26330"/>
                      <a:pt x="2592" y="26289"/>
                    </a:cubicBezTo>
                    <a:cubicBezTo>
                      <a:pt x="2844" y="26206"/>
                      <a:pt x="3098" y="26133"/>
                      <a:pt x="3353" y="26066"/>
                    </a:cubicBezTo>
                    <a:cubicBezTo>
                      <a:pt x="4566" y="25745"/>
                      <a:pt x="5805" y="25535"/>
                      <a:pt x="7038" y="25308"/>
                    </a:cubicBezTo>
                    <a:cubicBezTo>
                      <a:pt x="8229" y="25091"/>
                      <a:pt x="9431" y="24882"/>
                      <a:pt x="10597" y="24545"/>
                    </a:cubicBezTo>
                    <a:cubicBezTo>
                      <a:pt x="11073" y="24408"/>
                      <a:pt x="11557" y="24251"/>
                      <a:pt x="11999" y="24024"/>
                    </a:cubicBezTo>
                    <a:cubicBezTo>
                      <a:pt x="12299" y="23868"/>
                      <a:pt x="12533" y="23624"/>
                      <a:pt x="12730" y="23354"/>
                    </a:cubicBezTo>
                    <a:cubicBezTo>
                      <a:pt x="13202" y="22708"/>
                      <a:pt x="13428" y="21875"/>
                      <a:pt x="13589" y="21102"/>
                    </a:cubicBezTo>
                    <a:cubicBezTo>
                      <a:pt x="13808" y="20050"/>
                      <a:pt x="13909" y="18973"/>
                      <a:pt x="13967" y="17902"/>
                    </a:cubicBezTo>
                    <a:cubicBezTo>
                      <a:pt x="14092" y="15539"/>
                      <a:pt x="14002" y="13163"/>
                      <a:pt x="13841" y="10804"/>
                    </a:cubicBezTo>
                    <a:cubicBezTo>
                      <a:pt x="13790" y="10046"/>
                      <a:pt x="13730" y="9290"/>
                      <a:pt x="13661" y="8535"/>
                    </a:cubicBezTo>
                    <a:lnTo>
                      <a:pt x="14015" y="8535"/>
                    </a:lnTo>
                    <a:cubicBezTo>
                      <a:pt x="14060" y="8535"/>
                      <a:pt x="14097" y="8498"/>
                      <a:pt x="14097" y="8453"/>
                    </a:cubicBezTo>
                    <a:lnTo>
                      <a:pt x="14097" y="81"/>
                    </a:lnTo>
                    <a:cubicBezTo>
                      <a:pt x="14097" y="36"/>
                      <a:pt x="14060" y="0"/>
                      <a:pt x="1401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5159" name="Google Shape;5159;p68"/>
            <p:cNvSpPr/>
            <p:nvPr/>
          </p:nvSpPr>
          <p:spPr>
            <a:xfrm>
              <a:off x="4796238" y="1352303"/>
              <a:ext cx="315309" cy="401430"/>
            </a:xfrm>
            <a:custGeom>
              <a:avLst/>
              <a:gdLst/>
              <a:ahLst/>
              <a:cxnLst/>
              <a:rect l="l" t="t" r="r" b="b"/>
              <a:pathLst>
                <a:path w="13635" h="17361" extrusionOk="0">
                  <a:moveTo>
                    <a:pt x="5674" y="7715"/>
                  </a:moveTo>
                  <a:cubicBezTo>
                    <a:pt x="5914" y="7856"/>
                    <a:pt x="6189" y="7933"/>
                    <a:pt x="6468" y="7933"/>
                  </a:cubicBezTo>
                  <a:cubicBezTo>
                    <a:pt x="6593" y="7933"/>
                    <a:pt x="6717" y="7917"/>
                    <a:pt x="6840" y="7887"/>
                  </a:cubicBezTo>
                  <a:lnTo>
                    <a:pt x="6840" y="7887"/>
                  </a:lnTo>
                  <a:lnTo>
                    <a:pt x="6570" y="10464"/>
                  </a:lnTo>
                  <a:lnTo>
                    <a:pt x="5083" y="9260"/>
                  </a:lnTo>
                  <a:cubicBezTo>
                    <a:pt x="5415" y="9058"/>
                    <a:pt x="5620" y="8695"/>
                    <a:pt x="5620" y="8309"/>
                  </a:cubicBezTo>
                  <a:cubicBezTo>
                    <a:pt x="5620" y="8176"/>
                    <a:pt x="5592" y="8043"/>
                    <a:pt x="5543" y="7910"/>
                  </a:cubicBezTo>
                  <a:lnTo>
                    <a:pt x="5548" y="7910"/>
                  </a:lnTo>
                  <a:cubicBezTo>
                    <a:pt x="5598" y="7848"/>
                    <a:pt x="5639" y="7783"/>
                    <a:pt x="5674" y="7715"/>
                  </a:cubicBezTo>
                  <a:close/>
                  <a:moveTo>
                    <a:pt x="6474" y="0"/>
                  </a:moveTo>
                  <a:cubicBezTo>
                    <a:pt x="5875" y="0"/>
                    <a:pt x="5304" y="345"/>
                    <a:pt x="5042" y="928"/>
                  </a:cubicBezTo>
                  <a:lnTo>
                    <a:pt x="5037" y="932"/>
                  </a:lnTo>
                  <a:cubicBezTo>
                    <a:pt x="4228" y="1015"/>
                    <a:pt x="3646" y="1698"/>
                    <a:pt x="3646" y="2474"/>
                  </a:cubicBezTo>
                  <a:cubicBezTo>
                    <a:pt x="3646" y="2586"/>
                    <a:pt x="3656" y="2696"/>
                    <a:pt x="3678" y="2808"/>
                  </a:cubicBezTo>
                  <a:lnTo>
                    <a:pt x="3673" y="2808"/>
                  </a:lnTo>
                  <a:cubicBezTo>
                    <a:pt x="3154" y="3275"/>
                    <a:pt x="3027" y="4005"/>
                    <a:pt x="3291" y="4600"/>
                  </a:cubicBezTo>
                  <a:cubicBezTo>
                    <a:pt x="3253" y="4596"/>
                    <a:pt x="3216" y="4593"/>
                    <a:pt x="3179" y="4593"/>
                  </a:cubicBezTo>
                  <a:cubicBezTo>
                    <a:pt x="2935" y="4593"/>
                    <a:pt x="2686" y="4676"/>
                    <a:pt x="2480" y="4843"/>
                  </a:cubicBezTo>
                  <a:cubicBezTo>
                    <a:pt x="2347" y="4792"/>
                    <a:pt x="2214" y="4771"/>
                    <a:pt x="2081" y="4771"/>
                  </a:cubicBezTo>
                  <a:cubicBezTo>
                    <a:pt x="1588" y="4771"/>
                    <a:pt x="1138" y="5092"/>
                    <a:pt x="1005" y="5596"/>
                  </a:cubicBezTo>
                  <a:cubicBezTo>
                    <a:pt x="501" y="5731"/>
                    <a:pt x="173" y="6184"/>
                    <a:pt x="173" y="6673"/>
                  </a:cubicBezTo>
                  <a:cubicBezTo>
                    <a:pt x="173" y="6806"/>
                    <a:pt x="201" y="6939"/>
                    <a:pt x="251" y="7072"/>
                  </a:cubicBezTo>
                  <a:cubicBezTo>
                    <a:pt x="84" y="7283"/>
                    <a:pt x="0" y="7527"/>
                    <a:pt x="0" y="7777"/>
                  </a:cubicBezTo>
                  <a:cubicBezTo>
                    <a:pt x="0" y="8138"/>
                    <a:pt x="178" y="8492"/>
                    <a:pt x="511" y="8709"/>
                  </a:cubicBezTo>
                  <a:cubicBezTo>
                    <a:pt x="472" y="9352"/>
                    <a:pt x="988" y="9879"/>
                    <a:pt x="1626" y="9879"/>
                  </a:cubicBezTo>
                  <a:lnTo>
                    <a:pt x="1681" y="9879"/>
                  </a:lnTo>
                  <a:cubicBezTo>
                    <a:pt x="1897" y="10211"/>
                    <a:pt x="2253" y="10389"/>
                    <a:pt x="2620" y="10389"/>
                  </a:cubicBezTo>
                  <a:cubicBezTo>
                    <a:pt x="2863" y="10389"/>
                    <a:pt x="3113" y="10306"/>
                    <a:pt x="3318" y="10139"/>
                  </a:cubicBezTo>
                  <a:cubicBezTo>
                    <a:pt x="3451" y="10189"/>
                    <a:pt x="3584" y="10211"/>
                    <a:pt x="3718" y="10211"/>
                  </a:cubicBezTo>
                  <a:cubicBezTo>
                    <a:pt x="4104" y="10211"/>
                    <a:pt x="4467" y="10011"/>
                    <a:pt x="4669" y="9677"/>
                  </a:cubicBezTo>
                  <a:lnTo>
                    <a:pt x="6423" y="11842"/>
                  </a:lnTo>
                  <a:lnTo>
                    <a:pt x="6426" y="11841"/>
                  </a:lnTo>
                  <a:lnTo>
                    <a:pt x="6426" y="11841"/>
                  </a:lnTo>
                  <a:lnTo>
                    <a:pt x="5846" y="17361"/>
                  </a:lnTo>
                  <a:lnTo>
                    <a:pt x="8654" y="17361"/>
                  </a:lnTo>
                  <a:lnTo>
                    <a:pt x="8207" y="13100"/>
                  </a:lnTo>
                  <a:lnTo>
                    <a:pt x="10015" y="10870"/>
                  </a:lnTo>
                  <a:cubicBezTo>
                    <a:pt x="10162" y="11120"/>
                    <a:pt x="10433" y="11271"/>
                    <a:pt x="10727" y="11271"/>
                  </a:cubicBezTo>
                  <a:cubicBezTo>
                    <a:pt x="10828" y="11271"/>
                    <a:pt x="10928" y="11254"/>
                    <a:pt x="11027" y="11215"/>
                  </a:cubicBezTo>
                  <a:cubicBezTo>
                    <a:pt x="11182" y="11343"/>
                    <a:pt x="11367" y="11403"/>
                    <a:pt x="11551" y="11403"/>
                  </a:cubicBezTo>
                  <a:cubicBezTo>
                    <a:pt x="11822" y="11403"/>
                    <a:pt x="12089" y="11271"/>
                    <a:pt x="12248" y="11027"/>
                  </a:cubicBezTo>
                  <a:lnTo>
                    <a:pt x="12248" y="11021"/>
                  </a:lnTo>
                  <a:lnTo>
                    <a:pt x="12252" y="11021"/>
                  </a:lnTo>
                  <a:cubicBezTo>
                    <a:pt x="12269" y="11022"/>
                    <a:pt x="12285" y="11023"/>
                    <a:pt x="12301" y="11023"/>
                  </a:cubicBezTo>
                  <a:cubicBezTo>
                    <a:pt x="12773" y="11023"/>
                    <a:pt x="13151" y="10627"/>
                    <a:pt x="13129" y="10150"/>
                  </a:cubicBezTo>
                  <a:lnTo>
                    <a:pt x="13129" y="10145"/>
                  </a:lnTo>
                  <a:cubicBezTo>
                    <a:pt x="13546" y="9879"/>
                    <a:pt x="13635" y="9308"/>
                    <a:pt x="13324" y="8925"/>
                  </a:cubicBezTo>
                  <a:lnTo>
                    <a:pt x="13318" y="8919"/>
                  </a:lnTo>
                  <a:cubicBezTo>
                    <a:pt x="13356" y="8819"/>
                    <a:pt x="13373" y="8720"/>
                    <a:pt x="13373" y="8620"/>
                  </a:cubicBezTo>
                  <a:cubicBezTo>
                    <a:pt x="13373" y="8254"/>
                    <a:pt x="13130" y="7916"/>
                    <a:pt x="12758" y="7815"/>
                  </a:cubicBezTo>
                  <a:cubicBezTo>
                    <a:pt x="12658" y="7438"/>
                    <a:pt x="12320" y="7201"/>
                    <a:pt x="11954" y="7201"/>
                  </a:cubicBezTo>
                  <a:cubicBezTo>
                    <a:pt x="11854" y="7201"/>
                    <a:pt x="11753" y="7216"/>
                    <a:pt x="11654" y="7256"/>
                  </a:cubicBezTo>
                  <a:cubicBezTo>
                    <a:pt x="11499" y="7128"/>
                    <a:pt x="11310" y="7066"/>
                    <a:pt x="11127" y="7066"/>
                  </a:cubicBezTo>
                  <a:cubicBezTo>
                    <a:pt x="10856" y="7066"/>
                    <a:pt x="10589" y="7201"/>
                    <a:pt x="10429" y="7449"/>
                  </a:cubicBezTo>
                  <a:cubicBezTo>
                    <a:pt x="10413" y="7448"/>
                    <a:pt x="10397" y="7448"/>
                    <a:pt x="10381" y="7448"/>
                  </a:cubicBezTo>
                  <a:cubicBezTo>
                    <a:pt x="9925" y="7448"/>
                    <a:pt x="9553" y="7820"/>
                    <a:pt x="9553" y="8276"/>
                  </a:cubicBezTo>
                  <a:lnTo>
                    <a:pt x="9553" y="8326"/>
                  </a:lnTo>
                  <a:cubicBezTo>
                    <a:pt x="9302" y="8487"/>
                    <a:pt x="9175" y="8753"/>
                    <a:pt x="9175" y="9025"/>
                  </a:cubicBezTo>
                  <a:cubicBezTo>
                    <a:pt x="9175" y="9208"/>
                    <a:pt x="9230" y="9396"/>
                    <a:pt x="9358" y="9551"/>
                  </a:cubicBezTo>
                  <a:cubicBezTo>
                    <a:pt x="9202" y="9954"/>
                    <a:pt x="9383" y="10399"/>
                    <a:pt x="9749" y="10590"/>
                  </a:cubicBezTo>
                  <a:lnTo>
                    <a:pt x="8092" y="12002"/>
                  </a:lnTo>
                  <a:lnTo>
                    <a:pt x="7661" y="7887"/>
                  </a:lnTo>
                  <a:lnTo>
                    <a:pt x="7661" y="7887"/>
                  </a:lnTo>
                  <a:cubicBezTo>
                    <a:pt x="7783" y="7917"/>
                    <a:pt x="7909" y="7931"/>
                    <a:pt x="8032" y="7931"/>
                  </a:cubicBezTo>
                  <a:cubicBezTo>
                    <a:pt x="8625" y="7931"/>
                    <a:pt x="9196" y="7593"/>
                    <a:pt x="9458" y="7005"/>
                  </a:cubicBezTo>
                  <a:cubicBezTo>
                    <a:pt x="10268" y="6922"/>
                    <a:pt x="10856" y="6235"/>
                    <a:pt x="10856" y="5458"/>
                  </a:cubicBezTo>
                  <a:cubicBezTo>
                    <a:pt x="10856" y="5353"/>
                    <a:pt x="10845" y="5241"/>
                    <a:pt x="10822" y="5131"/>
                  </a:cubicBezTo>
                  <a:lnTo>
                    <a:pt x="10822" y="5126"/>
                  </a:lnTo>
                  <a:cubicBezTo>
                    <a:pt x="11165" y="4815"/>
                    <a:pt x="11338" y="4393"/>
                    <a:pt x="11338" y="3967"/>
                  </a:cubicBezTo>
                  <a:cubicBezTo>
                    <a:pt x="11338" y="3545"/>
                    <a:pt x="11165" y="3117"/>
                    <a:pt x="10822" y="2808"/>
                  </a:cubicBezTo>
                  <a:cubicBezTo>
                    <a:pt x="10845" y="2696"/>
                    <a:pt x="10856" y="2586"/>
                    <a:pt x="10856" y="2480"/>
                  </a:cubicBezTo>
                  <a:cubicBezTo>
                    <a:pt x="10856" y="1698"/>
                    <a:pt x="10268" y="1015"/>
                    <a:pt x="9458" y="932"/>
                  </a:cubicBezTo>
                  <a:lnTo>
                    <a:pt x="9458" y="928"/>
                  </a:lnTo>
                  <a:cubicBezTo>
                    <a:pt x="9196" y="345"/>
                    <a:pt x="8620" y="0"/>
                    <a:pt x="8026" y="0"/>
                  </a:cubicBezTo>
                  <a:cubicBezTo>
                    <a:pt x="7760" y="0"/>
                    <a:pt x="7495" y="67"/>
                    <a:pt x="7250" y="211"/>
                  </a:cubicBezTo>
                  <a:cubicBezTo>
                    <a:pt x="7000" y="67"/>
                    <a:pt x="6734" y="0"/>
                    <a:pt x="647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160" name="Google Shape;5160;p68"/>
            <p:cNvSpPr/>
            <p:nvPr/>
          </p:nvSpPr>
          <p:spPr>
            <a:xfrm flipH="1">
              <a:off x="4286800" y="1169523"/>
              <a:ext cx="232579" cy="296092"/>
            </a:xfrm>
            <a:custGeom>
              <a:avLst/>
              <a:gdLst/>
              <a:ahLst/>
              <a:cxnLst/>
              <a:rect l="l" t="t" r="r" b="b"/>
              <a:pathLst>
                <a:path w="13635" h="17361" extrusionOk="0">
                  <a:moveTo>
                    <a:pt x="5674" y="7715"/>
                  </a:moveTo>
                  <a:cubicBezTo>
                    <a:pt x="5914" y="7856"/>
                    <a:pt x="6189" y="7933"/>
                    <a:pt x="6468" y="7933"/>
                  </a:cubicBezTo>
                  <a:cubicBezTo>
                    <a:pt x="6593" y="7933"/>
                    <a:pt x="6717" y="7917"/>
                    <a:pt x="6840" y="7887"/>
                  </a:cubicBezTo>
                  <a:lnTo>
                    <a:pt x="6840" y="7887"/>
                  </a:lnTo>
                  <a:lnTo>
                    <a:pt x="6570" y="10464"/>
                  </a:lnTo>
                  <a:lnTo>
                    <a:pt x="5083" y="9260"/>
                  </a:lnTo>
                  <a:cubicBezTo>
                    <a:pt x="5415" y="9058"/>
                    <a:pt x="5620" y="8695"/>
                    <a:pt x="5620" y="8309"/>
                  </a:cubicBezTo>
                  <a:cubicBezTo>
                    <a:pt x="5620" y="8176"/>
                    <a:pt x="5592" y="8043"/>
                    <a:pt x="5543" y="7910"/>
                  </a:cubicBezTo>
                  <a:lnTo>
                    <a:pt x="5548" y="7910"/>
                  </a:lnTo>
                  <a:cubicBezTo>
                    <a:pt x="5598" y="7848"/>
                    <a:pt x="5639" y="7783"/>
                    <a:pt x="5674" y="7715"/>
                  </a:cubicBezTo>
                  <a:close/>
                  <a:moveTo>
                    <a:pt x="6474" y="0"/>
                  </a:moveTo>
                  <a:cubicBezTo>
                    <a:pt x="5875" y="0"/>
                    <a:pt x="5304" y="345"/>
                    <a:pt x="5042" y="928"/>
                  </a:cubicBezTo>
                  <a:lnTo>
                    <a:pt x="5037" y="932"/>
                  </a:lnTo>
                  <a:cubicBezTo>
                    <a:pt x="4228" y="1015"/>
                    <a:pt x="3646" y="1698"/>
                    <a:pt x="3646" y="2474"/>
                  </a:cubicBezTo>
                  <a:cubicBezTo>
                    <a:pt x="3646" y="2586"/>
                    <a:pt x="3656" y="2696"/>
                    <a:pt x="3678" y="2808"/>
                  </a:cubicBezTo>
                  <a:lnTo>
                    <a:pt x="3673" y="2808"/>
                  </a:lnTo>
                  <a:cubicBezTo>
                    <a:pt x="3154" y="3275"/>
                    <a:pt x="3027" y="4005"/>
                    <a:pt x="3291" y="4600"/>
                  </a:cubicBezTo>
                  <a:cubicBezTo>
                    <a:pt x="3253" y="4596"/>
                    <a:pt x="3216" y="4593"/>
                    <a:pt x="3179" y="4593"/>
                  </a:cubicBezTo>
                  <a:cubicBezTo>
                    <a:pt x="2935" y="4593"/>
                    <a:pt x="2686" y="4676"/>
                    <a:pt x="2480" y="4843"/>
                  </a:cubicBezTo>
                  <a:cubicBezTo>
                    <a:pt x="2347" y="4792"/>
                    <a:pt x="2214" y="4771"/>
                    <a:pt x="2081" y="4771"/>
                  </a:cubicBezTo>
                  <a:cubicBezTo>
                    <a:pt x="1588" y="4771"/>
                    <a:pt x="1138" y="5092"/>
                    <a:pt x="1005" y="5596"/>
                  </a:cubicBezTo>
                  <a:cubicBezTo>
                    <a:pt x="501" y="5731"/>
                    <a:pt x="173" y="6184"/>
                    <a:pt x="173" y="6673"/>
                  </a:cubicBezTo>
                  <a:cubicBezTo>
                    <a:pt x="173" y="6806"/>
                    <a:pt x="201" y="6939"/>
                    <a:pt x="251" y="7072"/>
                  </a:cubicBezTo>
                  <a:cubicBezTo>
                    <a:pt x="84" y="7283"/>
                    <a:pt x="0" y="7527"/>
                    <a:pt x="0" y="7777"/>
                  </a:cubicBezTo>
                  <a:cubicBezTo>
                    <a:pt x="0" y="8138"/>
                    <a:pt x="178" y="8492"/>
                    <a:pt x="511" y="8709"/>
                  </a:cubicBezTo>
                  <a:cubicBezTo>
                    <a:pt x="472" y="9352"/>
                    <a:pt x="988" y="9879"/>
                    <a:pt x="1626" y="9879"/>
                  </a:cubicBezTo>
                  <a:lnTo>
                    <a:pt x="1681" y="9879"/>
                  </a:lnTo>
                  <a:cubicBezTo>
                    <a:pt x="1897" y="10211"/>
                    <a:pt x="2253" y="10389"/>
                    <a:pt x="2620" y="10389"/>
                  </a:cubicBezTo>
                  <a:cubicBezTo>
                    <a:pt x="2863" y="10389"/>
                    <a:pt x="3113" y="10306"/>
                    <a:pt x="3318" y="10139"/>
                  </a:cubicBezTo>
                  <a:cubicBezTo>
                    <a:pt x="3451" y="10189"/>
                    <a:pt x="3584" y="10211"/>
                    <a:pt x="3718" y="10211"/>
                  </a:cubicBezTo>
                  <a:cubicBezTo>
                    <a:pt x="4104" y="10211"/>
                    <a:pt x="4467" y="10011"/>
                    <a:pt x="4669" y="9677"/>
                  </a:cubicBezTo>
                  <a:lnTo>
                    <a:pt x="6423" y="11842"/>
                  </a:lnTo>
                  <a:lnTo>
                    <a:pt x="6426" y="11841"/>
                  </a:lnTo>
                  <a:lnTo>
                    <a:pt x="6426" y="11841"/>
                  </a:lnTo>
                  <a:lnTo>
                    <a:pt x="5846" y="17361"/>
                  </a:lnTo>
                  <a:lnTo>
                    <a:pt x="8654" y="17361"/>
                  </a:lnTo>
                  <a:lnTo>
                    <a:pt x="8207" y="13100"/>
                  </a:lnTo>
                  <a:lnTo>
                    <a:pt x="10015" y="10870"/>
                  </a:lnTo>
                  <a:cubicBezTo>
                    <a:pt x="10162" y="11120"/>
                    <a:pt x="10433" y="11271"/>
                    <a:pt x="10727" y="11271"/>
                  </a:cubicBezTo>
                  <a:cubicBezTo>
                    <a:pt x="10828" y="11271"/>
                    <a:pt x="10928" y="11254"/>
                    <a:pt x="11027" y="11215"/>
                  </a:cubicBezTo>
                  <a:cubicBezTo>
                    <a:pt x="11182" y="11343"/>
                    <a:pt x="11367" y="11403"/>
                    <a:pt x="11551" y="11403"/>
                  </a:cubicBezTo>
                  <a:cubicBezTo>
                    <a:pt x="11822" y="11403"/>
                    <a:pt x="12089" y="11271"/>
                    <a:pt x="12248" y="11027"/>
                  </a:cubicBezTo>
                  <a:lnTo>
                    <a:pt x="12248" y="11021"/>
                  </a:lnTo>
                  <a:lnTo>
                    <a:pt x="12252" y="11021"/>
                  </a:lnTo>
                  <a:cubicBezTo>
                    <a:pt x="12269" y="11022"/>
                    <a:pt x="12285" y="11023"/>
                    <a:pt x="12301" y="11023"/>
                  </a:cubicBezTo>
                  <a:cubicBezTo>
                    <a:pt x="12773" y="11023"/>
                    <a:pt x="13151" y="10627"/>
                    <a:pt x="13129" y="10150"/>
                  </a:cubicBezTo>
                  <a:lnTo>
                    <a:pt x="13129" y="10145"/>
                  </a:lnTo>
                  <a:cubicBezTo>
                    <a:pt x="13546" y="9879"/>
                    <a:pt x="13635" y="9308"/>
                    <a:pt x="13324" y="8925"/>
                  </a:cubicBezTo>
                  <a:lnTo>
                    <a:pt x="13318" y="8919"/>
                  </a:lnTo>
                  <a:cubicBezTo>
                    <a:pt x="13356" y="8819"/>
                    <a:pt x="13373" y="8720"/>
                    <a:pt x="13373" y="8620"/>
                  </a:cubicBezTo>
                  <a:cubicBezTo>
                    <a:pt x="13373" y="8254"/>
                    <a:pt x="13130" y="7916"/>
                    <a:pt x="12758" y="7815"/>
                  </a:cubicBezTo>
                  <a:cubicBezTo>
                    <a:pt x="12658" y="7438"/>
                    <a:pt x="12320" y="7201"/>
                    <a:pt x="11954" y="7201"/>
                  </a:cubicBezTo>
                  <a:cubicBezTo>
                    <a:pt x="11854" y="7201"/>
                    <a:pt x="11753" y="7216"/>
                    <a:pt x="11654" y="7256"/>
                  </a:cubicBezTo>
                  <a:cubicBezTo>
                    <a:pt x="11499" y="7128"/>
                    <a:pt x="11310" y="7066"/>
                    <a:pt x="11127" y="7066"/>
                  </a:cubicBezTo>
                  <a:cubicBezTo>
                    <a:pt x="10856" y="7066"/>
                    <a:pt x="10589" y="7201"/>
                    <a:pt x="10429" y="7449"/>
                  </a:cubicBezTo>
                  <a:cubicBezTo>
                    <a:pt x="10413" y="7448"/>
                    <a:pt x="10397" y="7448"/>
                    <a:pt x="10381" y="7448"/>
                  </a:cubicBezTo>
                  <a:cubicBezTo>
                    <a:pt x="9925" y="7448"/>
                    <a:pt x="9553" y="7820"/>
                    <a:pt x="9553" y="8276"/>
                  </a:cubicBezTo>
                  <a:lnTo>
                    <a:pt x="9553" y="8326"/>
                  </a:lnTo>
                  <a:cubicBezTo>
                    <a:pt x="9302" y="8487"/>
                    <a:pt x="9175" y="8753"/>
                    <a:pt x="9175" y="9025"/>
                  </a:cubicBezTo>
                  <a:cubicBezTo>
                    <a:pt x="9175" y="9208"/>
                    <a:pt x="9230" y="9396"/>
                    <a:pt x="9358" y="9551"/>
                  </a:cubicBezTo>
                  <a:cubicBezTo>
                    <a:pt x="9202" y="9954"/>
                    <a:pt x="9383" y="10399"/>
                    <a:pt x="9749" y="10590"/>
                  </a:cubicBezTo>
                  <a:lnTo>
                    <a:pt x="8092" y="12002"/>
                  </a:lnTo>
                  <a:lnTo>
                    <a:pt x="7661" y="7887"/>
                  </a:lnTo>
                  <a:lnTo>
                    <a:pt x="7661" y="7887"/>
                  </a:lnTo>
                  <a:cubicBezTo>
                    <a:pt x="7783" y="7917"/>
                    <a:pt x="7909" y="7931"/>
                    <a:pt x="8032" y="7931"/>
                  </a:cubicBezTo>
                  <a:cubicBezTo>
                    <a:pt x="8625" y="7931"/>
                    <a:pt x="9196" y="7593"/>
                    <a:pt x="9458" y="7005"/>
                  </a:cubicBezTo>
                  <a:cubicBezTo>
                    <a:pt x="10268" y="6922"/>
                    <a:pt x="10856" y="6235"/>
                    <a:pt x="10856" y="5458"/>
                  </a:cubicBezTo>
                  <a:cubicBezTo>
                    <a:pt x="10856" y="5353"/>
                    <a:pt x="10845" y="5241"/>
                    <a:pt x="10822" y="5131"/>
                  </a:cubicBezTo>
                  <a:lnTo>
                    <a:pt x="10822" y="5126"/>
                  </a:lnTo>
                  <a:cubicBezTo>
                    <a:pt x="11165" y="4815"/>
                    <a:pt x="11338" y="4393"/>
                    <a:pt x="11338" y="3967"/>
                  </a:cubicBezTo>
                  <a:cubicBezTo>
                    <a:pt x="11338" y="3545"/>
                    <a:pt x="11165" y="3117"/>
                    <a:pt x="10822" y="2808"/>
                  </a:cubicBezTo>
                  <a:cubicBezTo>
                    <a:pt x="10845" y="2696"/>
                    <a:pt x="10856" y="2586"/>
                    <a:pt x="10856" y="2480"/>
                  </a:cubicBezTo>
                  <a:cubicBezTo>
                    <a:pt x="10856" y="1698"/>
                    <a:pt x="10268" y="1015"/>
                    <a:pt x="9458" y="932"/>
                  </a:cubicBezTo>
                  <a:lnTo>
                    <a:pt x="9458" y="928"/>
                  </a:lnTo>
                  <a:cubicBezTo>
                    <a:pt x="9196" y="345"/>
                    <a:pt x="8620" y="0"/>
                    <a:pt x="8026" y="0"/>
                  </a:cubicBezTo>
                  <a:cubicBezTo>
                    <a:pt x="7760" y="0"/>
                    <a:pt x="7495" y="67"/>
                    <a:pt x="7250" y="211"/>
                  </a:cubicBezTo>
                  <a:cubicBezTo>
                    <a:pt x="7000" y="67"/>
                    <a:pt x="6734" y="0"/>
                    <a:pt x="647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161" name="Google Shape;5161;p68"/>
            <p:cNvSpPr/>
            <p:nvPr/>
          </p:nvSpPr>
          <p:spPr>
            <a:xfrm>
              <a:off x="4524715" y="698423"/>
              <a:ext cx="458114" cy="1021753"/>
            </a:xfrm>
            <a:custGeom>
              <a:avLst/>
              <a:gdLst/>
              <a:ahLst/>
              <a:cxnLst/>
              <a:rect l="l" t="t" r="r" b="b"/>
              <a:pathLst>
                <a:path w="11869" h="26472" extrusionOk="0">
                  <a:moveTo>
                    <a:pt x="3136" y="0"/>
                  </a:moveTo>
                  <a:cubicBezTo>
                    <a:pt x="3136" y="1"/>
                    <a:pt x="3529" y="4229"/>
                    <a:pt x="3824" y="4574"/>
                  </a:cubicBezTo>
                  <a:cubicBezTo>
                    <a:pt x="4120" y="4918"/>
                    <a:pt x="4610" y="5509"/>
                    <a:pt x="4610" y="5509"/>
                  </a:cubicBezTo>
                  <a:lnTo>
                    <a:pt x="4610" y="5985"/>
                  </a:lnTo>
                  <a:cubicBezTo>
                    <a:pt x="4333" y="6152"/>
                    <a:pt x="4161" y="6470"/>
                    <a:pt x="4196" y="6813"/>
                  </a:cubicBezTo>
                  <a:cubicBezTo>
                    <a:pt x="4210" y="6946"/>
                    <a:pt x="4254" y="7069"/>
                    <a:pt x="4319" y="7177"/>
                  </a:cubicBezTo>
                  <a:cubicBezTo>
                    <a:pt x="3857" y="7640"/>
                    <a:pt x="1" y="11513"/>
                    <a:pt x="185" y="11605"/>
                  </a:cubicBezTo>
                  <a:cubicBezTo>
                    <a:pt x="189" y="11607"/>
                    <a:pt x="195" y="11608"/>
                    <a:pt x="202" y="11608"/>
                  </a:cubicBezTo>
                  <a:cubicBezTo>
                    <a:pt x="514" y="11608"/>
                    <a:pt x="3433" y="9483"/>
                    <a:pt x="3578" y="9147"/>
                  </a:cubicBezTo>
                  <a:cubicBezTo>
                    <a:pt x="3725" y="8802"/>
                    <a:pt x="4267" y="8213"/>
                    <a:pt x="4364" y="7967"/>
                  </a:cubicBezTo>
                  <a:cubicBezTo>
                    <a:pt x="4412" y="7848"/>
                    <a:pt x="4527" y="7651"/>
                    <a:pt x="4634" y="7478"/>
                  </a:cubicBezTo>
                  <a:cubicBezTo>
                    <a:pt x="4689" y="7507"/>
                    <a:pt x="4746" y="7531"/>
                    <a:pt x="4807" y="7550"/>
                  </a:cubicBezTo>
                  <a:cubicBezTo>
                    <a:pt x="4623" y="10384"/>
                    <a:pt x="4558" y="26472"/>
                    <a:pt x="4558" y="26472"/>
                  </a:cubicBezTo>
                  <a:lnTo>
                    <a:pt x="6042" y="26472"/>
                  </a:lnTo>
                  <a:lnTo>
                    <a:pt x="5316" y="7545"/>
                  </a:lnTo>
                  <a:cubicBezTo>
                    <a:pt x="5556" y="7469"/>
                    <a:pt x="5745" y="7292"/>
                    <a:pt x="5843" y="7068"/>
                  </a:cubicBezTo>
                  <a:cubicBezTo>
                    <a:pt x="6909" y="7367"/>
                    <a:pt x="10825" y="8470"/>
                    <a:pt x="11309" y="8606"/>
                  </a:cubicBezTo>
                  <a:cubicBezTo>
                    <a:pt x="11485" y="8655"/>
                    <a:pt x="11593" y="8676"/>
                    <a:pt x="11659" y="8676"/>
                  </a:cubicBezTo>
                  <a:cubicBezTo>
                    <a:pt x="11804" y="8676"/>
                    <a:pt x="11755" y="8579"/>
                    <a:pt x="11801" y="8471"/>
                  </a:cubicBezTo>
                  <a:cubicBezTo>
                    <a:pt x="11868" y="8314"/>
                    <a:pt x="8533" y="7127"/>
                    <a:pt x="8196" y="6915"/>
                  </a:cubicBezTo>
                  <a:cubicBezTo>
                    <a:pt x="8060" y="6829"/>
                    <a:pt x="7832" y="6800"/>
                    <a:pt x="7590" y="6800"/>
                  </a:cubicBezTo>
                  <a:cubicBezTo>
                    <a:pt x="7234" y="6800"/>
                    <a:pt x="6847" y="6863"/>
                    <a:pt x="6674" y="6904"/>
                  </a:cubicBezTo>
                  <a:cubicBezTo>
                    <a:pt x="6639" y="6912"/>
                    <a:pt x="6600" y="6915"/>
                    <a:pt x="6557" y="6915"/>
                  </a:cubicBezTo>
                  <a:cubicBezTo>
                    <a:pt x="6355" y="6915"/>
                    <a:pt x="6083" y="6837"/>
                    <a:pt x="5913" y="6781"/>
                  </a:cubicBezTo>
                  <a:cubicBezTo>
                    <a:pt x="5916" y="6733"/>
                    <a:pt x="5915" y="6685"/>
                    <a:pt x="5911" y="6635"/>
                  </a:cubicBezTo>
                  <a:cubicBezTo>
                    <a:pt x="5865" y="6192"/>
                    <a:pt x="5490" y="5862"/>
                    <a:pt x="5054" y="5862"/>
                  </a:cubicBezTo>
                  <a:cubicBezTo>
                    <a:pt x="5032" y="5862"/>
                    <a:pt x="5010" y="5863"/>
                    <a:pt x="4988" y="5865"/>
                  </a:cubicBezTo>
                  <a:cubicBezTo>
                    <a:pt x="4678" y="4760"/>
                    <a:pt x="3352" y="88"/>
                    <a:pt x="313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5162" name="Google Shape;5162;p68"/>
          <p:cNvSpPr/>
          <p:nvPr/>
        </p:nvSpPr>
        <p:spPr>
          <a:xfrm>
            <a:off x="713250" y="4174527"/>
            <a:ext cx="4673400" cy="457200"/>
          </a:xfrm>
          <a:prstGeom prst="roundRect">
            <a:avLst>
              <a:gd name="adj" fmla="val 50000"/>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167" name="Google Shape;5167;p68"/>
          <p:cNvSpPr txBox="1">
            <a:spLocks noGrp="1"/>
          </p:cNvSpPr>
          <p:nvPr>
            <p:ph type="title"/>
          </p:nvPr>
        </p:nvSpPr>
        <p:spPr>
          <a:prstGeom prst="rect">
            <a:avLst/>
          </a:prstGeom>
        </p:spPr>
        <p:txBody>
          <a:bodyPr spcFirstLastPara="1" wrap="square" lIns="91425" tIns="91425" rIns="91425" bIns="91425" anchor="ctr" anchorCtr="0">
            <a:noAutofit/>
          </a:bodyPr>
          <a:lstStyle/>
          <a:p>
            <a:pPr marL="0" lvl="0" indent="0" rtl="0">
              <a:spcBef>
                <a:spcPts val="0"/>
              </a:spcBef>
              <a:spcAft>
                <a:spcPts val="0"/>
              </a:spcAft>
              <a:buNone/>
            </a:pPr>
            <a:r>
              <a:rPr lang="en" sz="4800" b="1" dirty="0">
                <a:solidFill>
                  <a:schemeClr val="bg1"/>
                </a:solidFill>
                <a:effectLst/>
              </a:rPr>
              <a:t>Motor </a:t>
            </a:r>
            <a:r>
              <a:rPr lang="en-IN" sz="4800" b="1" dirty="0">
                <a:solidFill>
                  <a:schemeClr val="bg1"/>
                </a:solidFill>
                <a:effectLst/>
              </a:rPr>
              <a:t>Analysis</a:t>
            </a:r>
            <a:endParaRPr sz="4800" b="1" dirty="0">
              <a:solidFill>
                <a:schemeClr val="bg1"/>
              </a:solidFill>
              <a:effectLst/>
            </a:endParaRPr>
          </a:p>
        </p:txBody>
      </p:sp>
      <p:sp>
        <p:nvSpPr>
          <p:cNvPr id="5163" name="Google Shape;5163;p68"/>
          <p:cNvSpPr txBox="1">
            <a:spLocks noGrp="1"/>
          </p:cNvSpPr>
          <p:nvPr>
            <p:ph type="title" idx="2"/>
          </p:nvPr>
        </p:nvSpPr>
        <p:spPr>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solidFill>
                  <a:schemeClr val="tx1"/>
                </a:solidFill>
              </a:rPr>
              <a:t>03</a:t>
            </a:r>
            <a:endParaRPr dirty="0">
              <a:solidFill>
                <a:schemeClr val="tx1"/>
              </a:solidFill>
            </a:endParaRPr>
          </a:p>
        </p:txBody>
      </p:sp>
      <p:sp>
        <p:nvSpPr>
          <p:cNvPr id="5164" name="Google Shape;5164;p68"/>
          <p:cNvSpPr txBox="1">
            <a:spLocks noGrp="1"/>
          </p:cNvSpPr>
          <p:nvPr>
            <p:ph type="subTitle" idx="1"/>
          </p:nvPr>
        </p:nvSpPr>
        <p:spPr>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sz="2000" dirty="0">
                <a:solidFill>
                  <a:schemeClr val="bg1"/>
                </a:solidFill>
              </a:rPr>
              <a:t>Selection of  Motor</a:t>
            </a:r>
            <a:endParaRPr sz="2000" dirty="0">
              <a:solidFill>
                <a:schemeClr val="bg1"/>
              </a:solidFill>
            </a:endParaRPr>
          </a:p>
        </p:txBody>
      </p:sp>
      <p:sp>
        <p:nvSpPr>
          <p:cNvPr id="5166" name="Google Shape;5166;p68"/>
          <p:cNvSpPr/>
          <p:nvPr/>
        </p:nvSpPr>
        <p:spPr>
          <a:xfrm rot="-5400000">
            <a:off x="6148927" y="216061"/>
            <a:ext cx="4226946" cy="930116"/>
          </a:xfrm>
          <a:custGeom>
            <a:avLst/>
            <a:gdLst/>
            <a:ahLst/>
            <a:cxnLst/>
            <a:rect l="l" t="t" r="r" b="b"/>
            <a:pathLst>
              <a:path w="53074" h="11679" extrusionOk="0">
                <a:moveTo>
                  <a:pt x="4423" y="398"/>
                </a:moveTo>
                <a:cubicBezTo>
                  <a:pt x="4545" y="398"/>
                  <a:pt x="4645" y="497"/>
                  <a:pt x="4645" y="618"/>
                </a:cubicBezTo>
                <a:lnTo>
                  <a:pt x="4645" y="1647"/>
                </a:lnTo>
                <a:cubicBezTo>
                  <a:pt x="4645" y="1770"/>
                  <a:pt x="4545" y="1869"/>
                  <a:pt x="4423" y="1869"/>
                </a:cubicBezTo>
                <a:cubicBezTo>
                  <a:pt x="4300" y="1869"/>
                  <a:pt x="4200" y="1770"/>
                  <a:pt x="4200" y="1647"/>
                </a:cubicBezTo>
                <a:lnTo>
                  <a:pt x="4200" y="618"/>
                </a:lnTo>
                <a:cubicBezTo>
                  <a:pt x="4200" y="497"/>
                  <a:pt x="4300" y="398"/>
                  <a:pt x="4423" y="398"/>
                </a:cubicBezTo>
                <a:close/>
                <a:moveTo>
                  <a:pt x="1463" y="446"/>
                </a:moveTo>
                <a:cubicBezTo>
                  <a:pt x="1585" y="446"/>
                  <a:pt x="1684" y="546"/>
                  <a:pt x="1684" y="668"/>
                </a:cubicBezTo>
                <a:lnTo>
                  <a:pt x="1684" y="1697"/>
                </a:lnTo>
                <a:cubicBezTo>
                  <a:pt x="1684" y="1820"/>
                  <a:pt x="1585" y="1919"/>
                  <a:pt x="1463" y="1919"/>
                </a:cubicBezTo>
                <a:cubicBezTo>
                  <a:pt x="1339" y="1919"/>
                  <a:pt x="1240" y="1820"/>
                  <a:pt x="1240" y="1697"/>
                </a:cubicBezTo>
                <a:lnTo>
                  <a:pt x="1240" y="668"/>
                </a:lnTo>
                <a:cubicBezTo>
                  <a:pt x="1240" y="546"/>
                  <a:pt x="1339" y="446"/>
                  <a:pt x="1463" y="446"/>
                </a:cubicBezTo>
                <a:close/>
                <a:moveTo>
                  <a:pt x="4249" y="1"/>
                </a:moveTo>
                <a:cubicBezTo>
                  <a:pt x="3923" y="1"/>
                  <a:pt x="3658" y="265"/>
                  <a:pt x="3658" y="591"/>
                </a:cubicBezTo>
                <a:lnTo>
                  <a:pt x="3658" y="3202"/>
                </a:lnTo>
                <a:lnTo>
                  <a:pt x="1981" y="3202"/>
                </a:lnTo>
                <a:lnTo>
                  <a:pt x="1981" y="673"/>
                </a:lnTo>
                <a:cubicBezTo>
                  <a:pt x="1981" y="510"/>
                  <a:pt x="1914" y="364"/>
                  <a:pt x="1808" y="257"/>
                </a:cubicBezTo>
                <a:cubicBezTo>
                  <a:pt x="1701" y="149"/>
                  <a:pt x="1552" y="81"/>
                  <a:pt x="1390" y="81"/>
                </a:cubicBezTo>
                <a:cubicBezTo>
                  <a:pt x="1065" y="81"/>
                  <a:pt x="799" y="348"/>
                  <a:pt x="799" y="672"/>
                </a:cubicBezTo>
                <a:lnTo>
                  <a:pt x="799" y="3202"/>
                </a:lnTo>
                <a:lnTo>
                  <a:pt x="734" y="3202"/>
                </a:lnTo>
                <a:cubicBezTo>
                  <a:pt x="330" y="3202"/>
                  <a:pt x="0" y="3533"/>
                  <a:pt x="0" y="3939"/>
                </a:cubicBezTo>
                <a:lnTo>
                  <a:pt x="0" y="7273"/>
                </a:lnTo>
                <a:cubicBezTo>
                  <a:pt x="0" y="7677"/>
                  <a:pt x="330" y="8008"/>
                  <a:pt x="734" y="8008"/>
                </a:cubicBezTo>
                <a:lnTo>
                  <a:pt x="1369" y="8008"/>
                </a:lnTo>
                <a:lnTo>
                  <a:pt x="1369" y="8946"/>
                </a:lnTo>
                <a:lnTo>
                  <a:pt x="2522" y="8946"/>
                </a:lnTo>
                <a:lnTo>
                  <a:pt x="2522" y="9290"/>
                </a:lnTo>
                <a:cubicBezTo>
                  <a:pt x="2522" y="10607"/>
                  <a:pt x="3593" y="11679"/>
                  <a:pt x="4911" y="11679"/>
                </a:cubicBezTo>
                <a:lnTo>
                  <a:pt x="50099" y="11679"/>
                </a:lnTo>
                <a:cubicBezTo>
                  <a:pt x="51739" y="11679"/>
                  <a:pt x="53073" y="10344"/>
                  <a:pt x="53073" y="8705"/>
                </a:cubicBezTo>
                <a:lnTo>
                  <a:pt x="53073" y="3031"/>
                </a:lnTo>
                <a:lnTo>
                  <a:pt x="52282" y="3031"/>
                </a:lnTo>
                <a:lnTo>
                  <a:pt x="52282" y="8705"/>
                </a:lnTo>
                <a:cubicBezTo>
                  <a:pt x="52282" y="9908"/>
                  <a:pt x="51302" y="10887"/>
                  <a:pt x="50099" y="10887"/>
                </a:cubicBezTo>
                <a:lnTo>
                  <a:pt x="4911" y="10887"/>
                </a:lnTo>
                <a:cubicBezTo>
                  <a:pt x="4030" y="10887"/>
                  <a:pt x="3313" y="10171"/>
                  <a:pt x="3313" y="9290"/>
                </a:cubicBezTo>
                <a:lnTo>
                  <a:pt x="3313" y="8948"/>
                </a:lnTo>
                <a:lnTo>
                  <a:pt x="4463" y="8948"/>
                </a:lnTo>
                <a:lnTo>
                  <a:pt x="4463" y="8009"/>
                </a:lnTo>
                <a:lnTo>
                  <a:pt x="4864" y="8009"/>
                </a:lnTo>
                <a:cubicBezTo>
                  <a:pt x="5270" y="8009"/>
                  <a:pt x="5600" y="7677"/>
                  <a:pt x="5600" y="7273"/>
                </a:cubicBezTo>
                <a:lnTo>
                  <a:pt x="5600" y="3939"/>
                </a:lnTo>
                <a:cubicBezTo>
                  <a:pt x="5600" y="3533"/>
                  <a:pt x="5270" y="3202"/>
                  <a:pt x="4864" y="3202"/>
                </a:cubicBezTo>
                <a:lnTo>
                  <a:pt x="4840" y="3202"/>
                </a:lnTo>
                <a:lnTo>
                  <a:pt x="4840" y="591"/>
                </a:lnTo>
                <a:cubicBezTo>
                  <a:pt x="4840" y="428"/>
                  <a:pt x="4774" y="281"/>
                  <a:pt x="4666" y="173"/>
                </a:cubicBezTo>
                <a:cubicBezTo>
                  <a:pt x="4560" y="66"/>
                  <a:pt x="4412" y="1"/>
                  <a:pt x="4249" y="1"/>
                </a:cubicBezTo>
                <a:close/>
              </a:path>
            </a:pathLst>
          </a:custGeom>
          <a:gradFill>
            <a:gsLst>
              <a:gs pos="0">
                <a:schemeClr val="lt1"/>
              </a:gs>
              <a:gs pos="100000">
                <a:schemeClr val="dk2"/>
              </a:gs>
            </a:gsLst>
            <a:lin ang="5400012"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p>
        </p:txBody>
      </p:sp>
    </p:spTree>
    <p:extLst>
      <p:ext uri="{BB962C8B-B14F-4D97-AF65-F5344CB8AC3E}">
        <p14:creationId xmlns:p14="http://schemas.microsoft.com/office/powerpoint/2010/main" val="107000375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738"/>
        <p:cNvGrpSpPr/>
        <p:nvPr/>
      </p:nvGrpSpPr>
      <p:grpSpPr>
        <a:xfrm>
          <a:off x="0" y="0"/>
          <a:ext cx="0" cy="0"/>
          <a:chOff x="0" y="0"/>
          <a:chExt cx="0" cy="0"/>
        </a:xfrm>
      </p:grpSpPr>
      <p:grpSp>
        <p:nvGrpSpPr>
          <p:cNvPr id="742" name="Google Shape;742;p51"/>
          <p:cNvGrpSpPr/>
          <p:nvPr/>
        </p:nvGrpSpPr>
        <p:grpSpPr>
          <a:xfrm>
            <a:off x="7013590" y="2367961"/>
            <a:ext cx="4411544" cy="2782519"/>
            <a:chOff x="4352672" y="2230153"/>
            <a:chExt cx="4618934" cy="2913327"/>
          </a:xfrm>
        </p:grpSpPr>
        <p:sp>
          <p:nvSpPr>
            <p:cNvPr id="743" name="Google Shape;743;p51"/>
            <p:cNvSpPr/>
            <p:nvPr/>
          </p:nvSpPr>
          <p:spPr>
            <a:xfrm>
              <a:off x="4352672" y="2230153"/>
              <a:ext cx="4618934" cy="2913327"/>
            </a:xfrm>
            <a:custGeom>
              <a:avLst/>
              <a:gdLst/>
              <a:ahLst/>
              <a:cxnLst/>
              <a:rect l="l" t="t" r="r" b="b"/>
              <a:pathLst>
                <a:path w="74532" h="47010" extrusionOk="0">
                  <a:moveTo>
                    <a:pt x="54653" y="0"/>
                  </a:moveTo>
                  <a:cubicBezTo>
                    <a:pt x="53200" y="0"/>
                    <a:pt x="51847" y="308"/>
                    <a:pt x="50723" y="888"/>
                  </a:cubicBezTo>
                  <a:cubicBezTo>
                    <a:pt x="43140" y="4799"/>
                    <a:pt x="42201" y="11965"/>
                    <a:pt x="35079" y="12941"/>
                  </a:cubicBezTo>
                  <a:cubicBezTo>
                    <a:pt x="34640" y="13001"/>
                    <a:pt x="34220" y="13029"/>
                    <a:pt x="33817" y="13029"/>
                  </a:cubicBezTo>
                  <a:cubicBezTo>
                    <a:pt x="28008" y="13029"/>
                    <a:pt x="25638" y="7193"/>
                    <a:pt x="17704" y="7193"/>
                  </a:cubicBezTo>
                  <a:cubicBezTo>
                    <a:pt x="17261" y="7193"/>
                    <a:pt x="16800" y="7212"/>
                    <a:pt x="16321" y="7250"/>
                  </a:cubicBezTo>
                  <a:cubicBezTo>
                    <a:pt x="7445" y="7962"/>
                    <a:pt x="5255" y="19804"/>
                    <a:pt x="6743" y="26511"/>
                  </a:cubicBezTo>
                  <a:cubicBezTo>
                    <a:pt x="8230" y="33220"/>
                    <a:pt x="2193" y="31857"/>
                    <a:pt x="962" y="37812"/>
                  </a:cubicBezTo>
                  <a:cubicBezTo>
                    <a:pt x="1" y="42459"/>
                    <a:pt x="6264" y="47009"/>
                    <a:pt x="6264" y="47009"/>
                  </a:cubicBezTo>
                  <a:lnTo>
                    <a:pt x="65131" y="47009"/>
                  </a:lnTo>
                  <a:cubicBezTo>
                    <a:pt x="65131" y="47009"/>
                    <a:pt x="74486" y="44516"/>
                    <a:pt x="74509" y="34367"/>
                  </a:cubicBezTo>
                  <a:cubicBezTo>
                    <a:pt x="74532" y="24219"/>
                    <a:pt x="70861" y="24838"/>
                    <a:pt x="68203" y="13020"/>
                  </a:cubicBezTo>
                  <a:cubicBezTo>
                    <a:pt x="66134" y="3817"/>
                    <a:pt x="59769" y="0"/>
                    <a:pt x="5465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44" name="Google Shape;744;p51"/>
            <p:cNvSpPr/>
            <p:nvPr/>
          </p:nvSpPr>
          <p:spPr>
            <a:xfrm>
              <a:off x="4454125" y="2726100"/>
              <a:ext cx="4463197" cy="2417337"/>
            </a:xfrm>
            <a:custGeom>
              <a:avLst/>
              <a:gdLst/>
              <a:ahLst/>
              <a:cxnLst/>
              <a:rect l="l" t="t" r="r" b="b"/>
              <a:pathLst>
                <a:path w="72019" h="37217" extrusionOk="0">
                  <a:moveTo>
                    <a:pt x="53179" y="0"/>
                  </a:moveTo>
                  <a:cubicBezTo>
                    <a:pt x="52371" y="0"/>
                    <a:pt x="51548" y="99"/>
                    <a:pt x="50717" y="290"/>
                  </a:cubicBezTo>
                  <a:cubicBezTo>
                    <a:pt x="45513" y="1483"/>
                    <a:pt x="42522" y="9504"/>
                    <a:pt x="35118" y="10338"/>
                  </a:cubicBezTo>
                  <a:cubicBezTo>
                    <a:pt x="34572" y="10399"/>
                    <a:pt x="34055" y="10427"/>
                    <a:pt x="33564" y="10427"/>
                  </a:cubicBezTo>
                  <a:cubicBezTo>
                    <a:pt x="29031" y="10427"/>
                    <a:pt x="26654" y="8070"/>
                    <a:pt x="23116" y="8070"/>
                  </a:cubicBezTo>
                  <a:cubicBezTo>
                    <a:pt x="21839" y="8070"/>
                    <a:pt x="20411" y="8377"/>
                    <a:pt x="18675" y="9213"/>
                  </a:cubicBezTo>
                  <a:cubicBezTo>
                    <a:pt x="13322" y="11794"/>
                    <a:pt x="12285" y="15179"/>
                    <a:pt x="12210" y="21131"/>
                  </a:cubicBezTo>
                  <a:cubicBezTo>
                    <a:pt x="12134" y="27068"/>
                    <a:pt x="3842" y="23291"/>
                    <a:pt x="1786" y="27647"/>
                  </a:cubicBezTo>
                  <a:cubicBezTo>
                    <a:pt x="0" y="31427"/>
                    <a:pt x="4754" y="37216"/>
                    <a:pt x="4754" y="37216"/>
                  </a:cubicBezTo>
                  <a:lnTo>
                    <a:pt x="65942" y="37216"/>
                  </a:lnTo>
                  <a:cubicBezTo>
                    <a:pt x="65942" y="37216"/>
                    <a:pt x="71970" y="35247"/>
                    <a:pt x="71994" y="26577"/>
                  </a:cubicBezTo>
                  <a:cubicBezTo>
                    <a:pt x="72018" y="17906"/>
                    <a:pt x="67337" y="22180"/>
                    <a:pt x="64575" y="12084"/>
                  </a:cubicBezTo>
                  <a:cubicBezTo>
                    <a:pt x="62214" y="3452"/>
                    <a:pt x="57946" y="0"/>
                    <a:pt x="5317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745" name="Google Shape;745;p51"/>
          <p:cNvSpPr/>
          <p:nvPr/>
        </p:nvSpPr>
        <p:spPr>
          <a:xfrm>
            <a:off x="7299153" y="3746876"/>
            <a:ext cx="587634" cy="748129"/>
          </a:xfrm>
          <a:custGeom>
            <a:avLst/>
            <a:gdLst/>
            <a:ahLst/>
            <a:cxnLst/>
            <a:rect l="l" t="t" r="r" b="b"/>
            <a:pathLst>
              <a:path w="13635" h="17361" extrusionOk="0">
                <a:moveTo>
                  <a:pt x="5674" y="7715"/>
                </a:moveTo>
                <a:cubicBezTo>
                  <a:pt x="5914" y="7856"/>
                  <a:pt x="6189" y="7933"/>
                  <a:pt x="6468" y="7933"/>
                </a:cubicBezTo>
                <a:cubicBezTo>
                  <a:pt x="6593" y="7933"/>
                  <a:pt x="6717" y="7917"/>
                  <a:pt x="6840" y="7887"/>
                </a:cubicBezTo>
                <a:lnTo>
                  <a:pt x="6840" y="7887"/>
                </a:lnTo>
                <a:lnTo>
                  <a:pt x="6570" y="10464"/>
                </a:lnTo>
                <a:lnTo>
                  <a:pt x="5083" y="9260"/>
                </a:lnTo>
                <a:cubicBezTo>
                  <a:pt x="5415" y="9058"/>
                  <a:pt x="5620" y="8695"/>
                  <a:pt x="5620" y="8309"/>
                </a:cubicBezTo>
                <a:cubicBezTo>
                  <a:pt x="5620" y="8176"/>
                  <a:pt x="5592" y="8043"/>
                  <a:pt x="5543" y="7910"/>
                </a:cubicBezTo>
                <a:lnTo>
                  <a:pt x="5548" y="7910"/>
                </a:lnTo>
                <a:cubicBezTo>
                  <a:pt x="5598" y="7848"/>
                  <a:pt x="5639" y="7783"/>
                  <a:pt x="5674" y="7715"/>
                </a:cubicBezTo>
                <a:close/>
                <a:moveTo>
                  <a:pt x="6474" y="0"/>
                </a:moveTo>
                <a:cubicBezTo>
                  <a:pt x="5875" y="0"/>
                  <a:pt x="5304" y="345"/>
                  <a:pt x="5042" y="928"/>
                </a:cubicBezTo>
                <a:lnTo>
                  <a:pt x="5037" y="932"/>
                </a:lnTo>
                <a:cubicBezTo>
                  <a:pt x="4228" y="1015"/>
                  <a:pt x="3646" y="1698"/>
                  <a:pt x="3646" y="2474"/>
                </a:cubicBezTo>
                <a:cubicBezTo>
                  <a:pt x="3646" y="2586"/>
                  <a:pt x="3656" y="2696"/>
                  <a:pt x="3678" y="2808"/>
                </a:cubicBezTo>
                <a:lnTo>
                  <a:pt x="3673" y="2808"/>
                </a:lnTo>
                <a:cubicBezTo>
                  <a:pt x="3154" y="3275"/>
                  <a:pt x="3027" y="4005"/>
                  <a:pt x="3291" y="4600"/>
                </a:cubicBezTo>
                <a:cubicBezTo>
                  <a:pt x="3253" y="4596"/>
                  <a:pt x="3216" y="4593"/>
                  <a:pt x="3179" y="4593"/>
                </a:cubicBezTo>
                <a:cubicBezTo>
                  <a:pt x="2935" y="4593"/>
                  <a:pt x="2686" y="4676"/>
                  <a:pt x="2480" y="4843"/>
                </a:cubicBezTo>
                <a:cubicBezTo>
                  <a:pt x="2347" y="4792"/>
                  <a:pt x="2214" y="4771"/>
                  <a:pt x="2081" y="4771"/>
                </a:cubicBezTo>
                <a:cubicBezTo>
                  <a:pt x="1588" y="4771"/>
                  <a:pt x="1138" y="5092"/>
                  <a:pt x="1005" y="5596"/>
                </a:cubicBezTo>
                <a:cubicBezTo>
                  <a:pt x="501" y="5731"/>
                  <a:pt x="173" y="6184"/>
                  <a:pt x="173" y="6673"/>
                </a:cubicBezTo>
                <a:cubicBezTo>
                  <a:pt x="173" y="6806"/>
                  <a:pt x="201" y="6939"/>
                  <a:pt x="251" y="7072"/>
                </a:cubicBezTo>
                <a:cubicBezTo>
                  <a:pt x="84" y="7283"/>
                  <a:pt x="0" y="7527"/>
                  <a:pt x="0" y="7777"/>
                </a:cubicBezTo>
                <a:cubicBezTo>
                  <a:pt x="0" y="8138"/>
                  <a:pt x="178" y="8492"/>
                  <a:pt x="511" y="8709"/>
                </a:cubicBezTo>
                <a:cubicBezTo>
                  <a:pt x="472" y="9352"/>
                  <a:pt x="988" y="9879"/>
                  <a:pt x="1626" y="9879"/>
                </a:cubicBezTo>
                <a:lnTo>
                  <a:pt x="1681" y="9879"/>
                </a:lnTo>
                <a:cubicBezTo>
                  <a:pt x="1897" y="10211"/>
                  <a:pt x="2253" y="10389"/>
                  <a:pt x="2620" y="10389"/>
                </a:cubicBezTo>
                <a:cubicBezTo>
                  <a:pt x="2863" y="10389"/>
                  <a:pt x="3113" y="10306"/>
                  <a:pt x="3318" y="10139"/>
                </a:cubicBezTo>
                <a:cubicBezTo>
                  <a:pt x="3451" y="10189"/>
                  <a:pt x="3584" y="10211"/>
                  <a:pt x="3718" y="10211"/>
                </a:cubicBezTo>
                <a:cubicBezTo>
                  <a:pt x="4104" y="10211"/>
                  <a:pt x="4467" y="10011"/>
                  <a:pt x="4669" y="9677"/>
                </a:cubicBezTo>
                <a:lnTo>
                  <a:pt x="6423" y="11842"/>
                </a:lnTo>
                <a:lnTo>
                  <a:pt x="6426" y="11841"/>
                </a:lnTo>
                <a:lnTo>
                  <a:pt x="6426" y="11841"/>
                </a:lnTo>
                <a:lnTo>
                  <a:pt x="5846" y="17361"/>
                </a:lnTo>
                <a:lnTo>
                  <a:pt x="8654" y="17361"/>
                </a:lnTo>
                <a:lnTo>
                  <a:pt x="8207" y="13100"/>
                </a:lnTo>
                <a:lnTo>
                  <a:pt x="10015" y="10870"/>
                </a:lnTo>
                <a:cubicBezTo>
                  <a:pt x="10162" y="11120"/>
                  <a:pt x="10433" y="11271"/>
                  <a:pt x="10727" y="11271"/>
                </a:cubicBezTo>
                <a:cubicBezTo>
                  <a:pt x="10828" y="11271"/>
                  <a:pt x="10928" y="11254"/>
                  <a:pt x="11027" y="11215"/>
                </a:cubicBezTo>
                <a:cubicBezTo>
                  <a:pt x="11182" y="11343"/>
                  <a:pt x="11367" y="11403"/>
                  <a:pt x="11551" y="11403"/>
                </a:cubicBezTo>
                <a:cubicBezTo>
                  <a:pt x="11822" y="11403"/>
                  <a:pt x="12089" y="11271"/>
                  <a:pt x="12248" y="11027"/>
                </a:cubicBezTo>
                <a:lnTo>
                  <a:pt x="12248" y="11021"/>
                </a:lnTo>
                <a:lnTo>
                  <a:pt x="12252" y="11021"/>
                </a:lnTo>
                <a:cubicBezTo>
                  <a:pt x="12269" y="11022"/>
                  <a:pt x="12285" y="11023"/>
                  <a:pt x="12301" y="11023"/>
                </a:cubicBezTo>
                <a:cubicBezTo>
                  <a:pt x="12773" y="11023"/>
                  <a:pt x="13151" y="10627"/>
                  <a:pt x="13129" y="10150"/>
                </a:cubicBezTo>
                <a:lnTo>
                  <a:pt x="13129" y="10145"/>
                </a:lnTo>
                <a:cubicBezTo>
                  <a:pt x="13546" y="9879"/>
                  <a:pt x="13635" y="9308"/>
                  <a:pt x="13324" y="8925"/>
                </a:cubicBezTo>
                <a:lnTo>
                  <a:pt x="13318" y="8919"/>
                </a:lnTo>
                <a:cubicBezTo>
                  <a:pt x="13356" y="8819"/>
                  <a:pt x="13373" y="8720"/>
                  <a:pt x="13373" y="8620"/>
                </a:cubicBezTo>
                <a:cubicBezTo>
                  <a:pt x="13373" y="8254"/>
                  <a:pt x="13130" y="7916"/>
                  <a:pt x="12758" y="7815"/>
                </a:cubicBezTo>
                <a:cubicBezTo>
                  <a:pt x="12658" y="7438"/>
                  <a:pt x="12320" y="7201"/>
                  <a:pt x="11954" y="7201"/>
                </a:cubicBezTo>
                <a:cubicBezTo>
                  <a:pt x="11854" y="7201"/>
                  <a:pt x="11753" y="7216"/>
                  <a:pt x="11654" y="7256"/>
                </a:cubicBezTo>
                <a:cubicBezTo>
                  <a:pt x="11499" y="7128"/>
                  <a:pt x="11310" y="7066"/>
                  <a:pt x="11127" y="7066"/>
                </a:cubicBezTo>
                <a:cubicBezTo>
                  <a:pt x="10856" y="7066"/>
                  <a:pt x="10589" y="7201"/>
                  <a:pt x="10429" y="7449"/>
                </a:cubicBezTo>
                <a:cubicBezTo>
                  <a:pt x="10413" y="7448"/>
                  <a:pt x="10397" y="7448"/>
                  <a:pt x="10381" y="7448"/>
                </a:cubicBezTo>
                <a:cubicBezTo>
                  <a:pt x="9925" y="7448"/>
                  <a:pt x="9553" y="7820"/>
                  <a:pt x="9553" y="8276"/>
                </a:cubicBezTo>
                <a:lnTo>
                  <a:pt x="9553" y="8326"/>
                </a:lnTo>
                <a:cubicBezTo>
                  <a:pt x="9302" y="8487"/>
                  <a:pt x="9175" y="8753"/>
                  <a:pt x="9175" y="9025"/>
                </a:cubicBezTo>
                <a:cubicBezTo>
                  <a:pt x="9175" y="9208"/>
                  <a:pt x="9230" y="9396"/>
                  <a:pt x="9358" y="9551"/>
                </a:cubicBezTo>
                <a:cubicBezTo>
                  <a:pt x="9202" y="9954"/>
                  <a:pt x="9383" y="10399"/>
                  <a:pt x="9749" y="10590"/>
                </a:cubicBezTo>
                <a:lnTo>
                  <a:pt x="8092" y="12002"/>
                </a:lnTo>
                <a:lnTo>
                  <a:pt x="7661" y="7887"/>
                </a:lnTo>
                <a:lnTo>
                  <a:pt x="7661" y="7887"/>
                </a:lnTo>
                <a:cubicBezTo>
                  <a:pt x="7783" y="7917"/>
                  <a:pt x="7909" y="7931"/>
                  <a:pt x="8032" y="7931"/>
                </a:cubicBezTo>
                <a:cubicBezTo>
                  <a:pt x="8625" y="7931"/>
                  <a:pt x="9196" y="7593"/>
                  <a:pt x="9458" y="7005"/>
                </a:cubicBezTo>
                <a:cubicBezTo>
                  <a:pt x="10268" y="6922"/>
                  <a:pt x="10856" y="6235"/>
                  <a:pt x="10856" y="5458"/>
                </a:cubicBezTo>
                <a:cubicBezTo>
                  <a:pt x="10856" y="5353"/>
                  <a:pt x="10845" y="5241"/>
                  <a:pt x="10822" y="5131"/>
                </a:cubicBezTo>
                <a:lnTo>
                  <a:pt x="10822" y="5126"/>
                </a:lnTo>
                <a:cubicBezTo>
                  <a:pt x="11165" y="4815"/>
                  <a:pt x="11338" y="4393"/>
                  <a:pt x="11338" y="3967"/>
                </a:cubicBezTo>
                <a:cubicBezTo>
                  <a:pt x="11338" y="3545"/>
                  <a:pt x="11165" y="3117"/>
                  <a:pt x="10822" y="2808"/>
                </a:cubicBezTo>
                <a:cubicBezTo>
                  <a:pt x="10845" y="2696"/>
                  <a:pt x="10856" y="2586"/>
                  <a:pt x="10856" y="2480"/>
                </a:cubicBezTo>
                <a:cubicBezTo>
                  <a:pt x="10856" y="1698"/>
                  <a:pt x="10268" y="1015"/>
                  <a:pt x="9458" y="932"/>
                </a:cubicBezTo>
                <a:lnTo>
                  <a:pt x="9458" y="928"/>
                </a:lnTo>
                <a:cubicBezTo>
                  <a:pt x="9196" y="345"/>
                  <a:pt x="8620" y="0"/>
                  <a:pt x="8026" y="0"/>
                </a:cubicBezTo>
                <a:cubicBezTo>
                  <a:pt x="7760" y="0"/>
                  <a:pt x="7495" y="67"/>
                  <a:pt x="7250" y="211"/>
                </a:cubicBezTo>
                <a:cubicBezTo>
                  <a:pt x="7000" y="67"/>
                  <a:pt x="6734" y="0"/>
                  <a:pt x="647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746" name="Google Shape;746;p51"/>
          <p:cNvGrpSpPr/>
          <p:nvPr/>
        </p:nvGrpSpPr>
        <p:grpSpPr>
          <a:xfrm>
            <a:off x="7839849" y="2391969"/>
            <a:ext cx="2696758" cy="2365192"/>
            <a:chOff x="6590200" y="2690900"/>
            <a:chExt cx="2196952" cy="1926837"/>
          </a:xfrm>
        </p:grpSpPr>
        <p:sp>
          <p:nvSpPr>
            <p:cNvPr id="747" name="Google Shape;747;p51"/>
            <p:cNvSpPr/>
            <p:nvPr/>
          </p:nvSpPr>
          <p:spPr>
            <a:xfrm>
              <a:off x="8282405" y="4353931"/>
              <a:ext cx="141934" cy="136673"/>
            </a:xfrm>
            <a:custGeom>
              <a:avLst/>
              <a:gdLst/>
              <a:ahLst/>
              <a:cxnLst/>
              <a:rect l="l" t="t" r="r" b="b"/>
              <a:pathLst>
                <a:path w="2914" h="2806" extrusionOk="0">
                  <a:moveTo>
                    <a:pt x="155" y="0"/>
                  </a:moveTo>
                  <a:lnTo>
                    <a:pt x="155" y="0"/>
                  </a:lnTo>
                  <a:cubicBezTo>
                    <a:pt x="155" y="0"/>
                    <a:pt x="166" y="163"/>
                    <a:pt x="0" y="346"/>
                  </a:cubicBezTo>
                  <a:lnTo>
                    <a:pt x="0" y="1587"/>
                  </a:lnTo>
                  <a:cubicBezTo>
                    <a:pt x="0" y="2257"/>
                    <a:pt x="549" y="2806"/>
                    <a:pt x="1217" y="2806"/>
                  </a:cubicBezTo>
                  <a:lnTo>
                    <a:pt x="2515" y="2806"/>
                  </a:lnTo>
                  <a:cubicBezTo>
                    <a:pt x="2654" y="2806"/>
                    <a:pt x="2789" y="2782"/>
                    <a:pt x="2914" y="2737"/>
                  </a:cubicBezTo>
                  <a:lnTo>
                    <a:pt x="2914" y="958"/>
                  </a:lnTo>
                  <a:cubicBezTo>
                    <a:pt x="2444" y="979"/>
                    <a:pt x="2061" y="992"/>
                    <a:pt x="1743" y="992"/>
                  </a:cubicBezTo>
                  <a:cubicBezTo>
                    <a:pt x="1120" y="992"/>
                    <a:pt x="751" y="939"/>
                    <a:pt x="478" y="772"/>
                  </a:cubicBezTo>
                  <a:cubicBezTo>
                    <a:pt x="368" y="705"/>
                    <a:pt x="270" y="410"/>
                    <a:pt x="15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48" name="Google Shape;748;p51"/>
            <p:cNvSpPr/>
            <p:nvPr/>
          </p:nvSpPr>
          <p:spPr>
            <a:xfrm>
              <a:off x="8282405" y="4327191"/>
              <a:ext cx="8085" cy="43642"/>
            </a:xfrm>
            <a:custGeom>
              <a:avLst/>
              <a:gdLst/>
              <a:ahLst/>
              <a:cxnLst/>
              <a:rect l="l" t="t" r="r" b="b"/>
              <a:pathLst>
                <a:path w="166" h="896" extrusionOk="0">
                  <a:moveTo>
                    <a:pt x="0" y="1"/>
                  </a:moveTo>
                  <a:lnTo>
                    <a:pt x="0" y="895"/>
                  </a:lnTo>
                  <a:cubicBezTo>
                    <a:pt x="166" y="712"/>
                    <a:pt x="155" y="549"/>
                    <a:pt x="155" y="549"/>
                  </a:cubicBezTo>
                  <a:cubicBezTo>
                    <a:pt x="107" y="382"/>
                    <a:pt x="56" y="199"/>
                    <a:pt x="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49" name="Google Shape;749;p51"/>
            <p:cNvSpPr/>
            <p:nvPr/>
          </p:nvSpPr>
          <p:spPr>
            <a:xfrm>
              <a:off x="8410064" y="4257346"/>
              <a:ext cx="14271" cy="9108"/>
            </a:xfrm>
            <a:custGeom>
              <a:avLst/>
              <a:gdLst/>
              <a:ahLst/>
              <a:cxnLst/>
              <a:rect l="l" t="t" r="r" b="b"/>
              <a:pathLst>
                <a:path w="293" h="187" extrusionOk="0">
                  <a:moveTo>
                    <a:pt x="293" y="0"/>
                  </a:moveTo>
                  <a:cubicBezTo>
                    <a:pt x="199" y="69"/>
                    <a:pt x="100" y="130"/>
                    <a:pt x="0" y="187"/>
                  </a:cubicBezTo>
                  <a:lnTo>
                    <a:pt x="293" y="187"/>
                  </a:lnTo>
                  <a:lnTo>
                    <a:pt x="293" y="0"/>
                  </a:lnTo>
                  <a:close/>
                </a:path>
              </a:pathLst>
            </a:custGeom>
            <a:solidFill>
              <a:srgbClr val="EAE4E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50" name="Google Shape;750;p51"/>
            <p:cNvSpPr/>
            <p:nvPr/>
          </p:nvSpPr>
          <p:spPr>
            <a:xfrm>
              <a:off x="6952867" y="4257346"/>
              <a:ext cx="14369" cy="9108"/>
            </a:xfrm>
            <a:custGeom>
              <a:avLst/>
              <a:gdLst/>
              <a:ahLst/>
              <a:cxnLst/>
              <a:rect l="l" t="t" r="r" b="b"/>
              <a:pathLst>
                <a:path w="295" h="187" extrusionOk="0">
                  <a:moveTo>
                    <a:pt x="1" y="0"/>
                  </a:moveTo>
                  <a:lnTo>
                    <a:pt x="1" y="187"/>
                  </a:lnTo>
                  <a:lnTo>
                    <a:pt x="295" y="187"/>
                  </a:lnTo>
                  <a:cubicBezTo>
                    <a:pt x="193" y="130"/>
                    <a:pt x="95" y="69"/>
                    <a:pt x="1" y="0"/>
                  </a:cubicBezTo>
                  <a:close/>
                </a:path>
              </a:pathLst>
            </a:custGeom>
            <a:solidFill>
              <a:srgbClr val="EAE4E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51" name="Google Shape;751;p51"/>
            <p:cNvSpPr/>
            <p:nvPr/>
          </p:nvSpPr>
          <p:spPr>
            <a:xfrm>
              <a:off x="7093385" y="3496504"/>
              <a:ext cx="1190460" cy="326340"/>
            </a:xfrm>
            <a:custGeom>
              <a:avLst/>
              <a:gdLst/>
              <a:ahLst/>
              <a:cxnLst/>
              <a:rect l="l" t="t" r="r" b="b"/>
              <a:pathLst>
                <a:path w="24441" h="6700" extrusionOk="0">
                  <a:moveTo>
                    <a:pt x="0" y="1"/>
                  </a:moveTo>
                  <a:lnTo>
                    <a:pt x="0" y="1"/>
                  </a:lnTo>
                  <a:cubicBezTo>
                    <a:pt x="576" y="969"/>
                    <a:pt x="967" y="2204"/>
                    <a:pt x="1441" y="3331"/>
                  </a:cubicBezTo>
                  <a:cubicBezTo>
                    <a:pt x="1514" y="3511"/>
                    <a:pt x="1582" y="3677"/>
                    <a:pt x="1640" y="3836"/>
                  </a:cubicBezTo>
                  <a:lnTo>
                    <a:pt x="1641" y="3837"/>
                  </a:lnTo>
                  <a:cubicBezTo>
                    <a:pt x="1728" y="3925"/>
                    <a:pt x="4507" y="6699"/>
                    <a:pt x="12221" y="6699"/>
                  </a:cubicBezTo>
                  <a:cubicBezTo>
                    <a:pt x="19936" y="6699"/>
                    <a:pt x="22715" y="3925"/>
                    <a:pt x="22801" y="3837"/>
                  </a:cubicBezTo>
                  <a:lnTo>
                    <a:pt x="22803" y="3836"/>
                  </a:lnTo>
                  <a:cubicBezTo>
                    <a:pt x="22859" y="3677"/>
                    <a:pt x="22927" y="3511"/>
                    <a:pt x="23002" y="3331"/>
                  </a:cubicBezTo>
                  <a:cubicBezTo>
                    <a:pt x="23474" y="2204"/>
                    <a:pt x="23865" y="969"/>
                    <a:pt x="24441" y="1"/>
                  </a:cubicBezTo>
                  <a:lnTo>
                    <a:pt x="24441" y="1"/>
                  </a:lnTo>
                  <a:cubicBezTo>
                    <a:pt x="23169" y="578"/>
                    <a:pt x="12221" y="1003"/>
                    <a:pt x="12221" y="1003"/>
                  </a:cubicBezTo>
                  <a:cubicBezTo>
                    <a:pt x="12221" y="1003"/>
                    <a:pt x="1273" y="578"/>
                    <a:pt x="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52" name="Google Shape;752;p51"/>
            <p:cNvSpPr/>
            <p:nvPr/>
          </p:nvSpPr>
          <p:spPr>
            <a:xfrm>
              <a:off x="6797689" y="3638775"/>
              <a:ext cx="1781866" cy="627694"/>
            </a:xfrm>
            <a:custGeom>
              <a:avLst/>
              <a:gdLst/>
              <a:ahLst/>
              <a:cxnLst/>
              <a:rect l="l" t="t" r="r" b="b"/>
              <a:pathLst>
                <a:path w="36583" h="12887" extrusionOk="0">
                  <a:moveTo>
                    <a:pt x="782" y="0"/>
                  </a:moveTo>
                  <a:cubicBezTo>
                    <a:pt x="659" y="315"/>
                    <a:pt x="488" y="608"/>
                    <a:pt x="251" y="797"/>
                  </a:cubicBezTo>
                  <a:cubicBezTo>
                    <a:pt x="251" y="797"/>
                    <a:pt x="1" y="5132"/>
                    <a:pt x="924" y="8696"/>
                  </a:cubicBezTo>
                  <a:cubicBezTo>
                    <a:pt x="1243" y="9931"/>
                    <a:pt x="1705" y="11072"/>
                    <a:pt x="2368" y="11909"/>
                  </a:cubicBezTo>
                  <a:cubicBezTo>
                    <a:pt x="2611" y="12218"/>
                    <a:pt x="2884" y="12485"/>
                    <a:pt x="3187" y="12700"/>
                  </a:cubicBezTo>
                  <a:cubicBezTo>
                    <a:pt x="3281" y="12769"/>
                    <a:pt x="3379" y="12830"/>
                    <a:pt x="3481" y="12887"/>
                  </a:cubicBezTo>
                  <a:lnTo>
                    <a:pt x="6508" y="12887"/>
                  </a:lnTo>
                  <a:cubicBezTo>
                    <a:pt x="6930" y="11814"/>
                    <a:pt x="7589" y="10812"/>
                    <a:pt x="8740" y="10812"/>
                  </a:cubicBezTo>
                  <a:cubicBezTo>
                    <a:pt x="8749" y="10812"/>
                    <a:pt x="8758" y="10812"/>
                    <a:pt x="8767" y="10812"/>
                  </a:cubicBezTo>
                  <a:cubicBezTo>
                    <a:pt x="9616" y="10824"/>
                    <a:pt x="10498" y="10827"/>
                    <a:pt x="11288" y="10827"/>
                  </a:cubicBezTo>
                  <a:cubicBezTo>
                    <a:pt x="11783" y="10827"/>
                    <a:pt x="12241" y="10826"/>
                    <a:pt x="12631" y="10824"/>
                  </a:cubicBezTo>
                  <a:cubicBezTo>
                    <a:pt x="13403" y="10819"/>
                    <a:pt x="13908" y="10812"/>
                    <a:pt x="13908" y="10812"/>
                  </a:cubicBezTo>
                  <a:lnTo>
                    <a:pt x="22675" y="10812"/>
                  </a:lnTo>
                  <a:cubicBezTo>
                    <a:pt x="22675" y="10812"/>
                    <a:pt x="23180" y="10819"/>
                    <a:pt x="23952" y="10824"/>
                  </a:cubicBezTo>
                  <a:cubicBezTo>
                    <a:pt x="24343" y="10826"/>
                    <a:pt x="24801" y="10827"/>
                    <a:pt x="25296" y="10827"/>
                  </a:cubicBezTo>
                  <a:cubicBezTo>
                    <a:pt x="26085" y="10827"/>
                    <a:pt x="26968" y="10824"/>
                    <a:pt x="27816" y="10812"/>
                  </a:cubicBezTo>
                  <a:cubicBezTo>
                    <a:pt x="27826" y="10812"/>
                    <a:pt x="27836" y="10811"/>
                    <a:pt x="27845" y="10811"/>
                  </a:cubicBezTo>
                  <a:cubicBezTo>
                    <a:pt x="28995" y="10811"/>
                    <a:pt x="29653" y="11814"/>
                    <a:pt x="30075" y="12887"/>
                  </a:cubicBezTo>
                  <a:lnTo>
                    <a:pt x="33104" y="12887"/>
                  </a:lnTo>
                  <a:cubicBezTo>
                    <a:pt x="33204" y="12830"/>
                    <a:pt x="33303" y="12769"/>
                    <a:pt x="33397" y="12700"/>
                  </a:cubicBezTo>
                  <a:cubicBezTo>
                    <a:pt x="33699" y="12485"/>
                    <a:pt x="33973" y="12218"/>
                    <a:pt x="34216" y="11909"/>
                  </a:cubicBezTo>
                  <a:cubicBezTo>
                    <a:pt x="34878" y="11072"/>
                    <a:pt x="35340" y="9931"/>
                    <a:pt x="35660" y="8696"/>
                  </a:cubicBezTo>
                  <a:cubicBezTo>
                    <a:pt x="36583" y="5132"/>
                    <a:pt x="36332" y="797"/>
                    <a:pt x="36332" y="797"/>
                  </a:cubicBezTo>
                  <a:cubicBezTo>
                    <a:pt x="36095" y="608"/>
                    <a:pt x="35924" y="315"/>
                    <a:pt x="35801" y="0"/>
                  </a:cubicBezTo>
                  <a:cubicBezTo>
                    <a:pt x="35801" y="0"/>
                    <a:pt x="35582" y="5417"/>
                    <a:pt x="31228" y="5417"/>
                  </a:cubicBezTo>
                  <a:lnTo>
                    <a:pt x="5356" y="5417"/>
                  </a:lnTo>
                  <a:cubicBezTo>
                    <a:pt x="1001" y="5417"/>
                    <a:pt x="782" y="0"/>
                    <a:pt x="782" y="0"/>
                  </a:cubicBezTo>
                  <a:close/>
                </a:path>
              </a:pathLst>
            </a:custGeom>
            <a:gradFill>
              <a:gsLst>
                <a:gs pos="0">
                  <a:schemeClr val="lt1"/>
                </a:gs>
                <a:gs pos="100000">
                  <a:schemeClr val="dk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53" name="Google Shape;753;p51"/>
            <p:cNvSpPr/>
            <p:nvPr/>
          </p:nvSpPr>
          <p:spPr>
            <a:xfrm>
              <a:off x="6998359" y="2802925"/>
              <a:ext cx="1352364" cy="621118"/>
            </a:xfrm>
            <a:custGeom>
              <a:avLst/>
              <a:gdLst/>
              <a:ahLst/>
              <a:cxnLst/>
              <a:rect l="l" t="t" r="r" b="b"/>
              <a:pathLst>
                <a:path w="27765" h="12752" extrusionOk="0">
                  <a:moveTo>
                    <a:pt x="14307" y="0"/>
                  </a:moveTo>
                  <a:cubicBezTo>
                    <a:pt x="14219" y="0"/>
                    <a:pt x="14172" y="0"/>
                    <a:pt x="14172" y="0"/>
                  </a:cubicBezTo>
                  <a:cubicBezTo>
                    <a:pt x="14172" y="0"/>
                    <a:pt x="14138" y="0"/>
                    <a:pt x="14072" y="0"/>
                  </a:cubicBezTo>
                  <a:cubicBezTo>
                    <a:pt x="13611" y="0"/>
                    <a:pt x="11621" y="6"/>
                    <a:pt x="9294" y="92"/>
                  </a:cubicBezTo>
                  <a:lnTo>
                    <a:pt x="1" y="9384"/>
                  </a:lnTo>
                  <a:cubicBezTo>
                    <a:pt x="101" y="11291"/>
                    <a:pt x="689" y="12751"/>
                    <a:pt x="2874" y="12751"/>
                  </a:cubicBezTo>
                  <a:lnTo>
                    <a:pt x="3123" y="12751"/>
                  </a:lnTo>
                  <a:lnTo>
                    <a:pt x="14172" y="1701"/>
                  </a:lnTo>
                  <a:lnTo>
                    <a:pt x="15860" y="13"/>
                  </a:lnTo>
                  <a:cubicBezTo>
                    <a:pt x="15104" y="2"/>
                    <a:pt x="14549" y="0"/>
                    <a:pt x="14307" y="0"/>
                  </a:cubicBezTo>
                  <a:close/>
                  <a:moveTo>
                    <a:pt x="20943" y="180"/>
                  </a:moveTo>
                  <a:lnTo>
                    <a:pt x="14172" y="6952"/>
                  </a:lnTo>
                  <a:lnTo>
                    <a:pt x="8371" y="12751"/>
                  </a:lnTo>
                  <a:lnTo>
                    <a:pt x="18413" y="12751"/>
                  </a:lnTo>
                  <a:lnTo>
                    <a:pt x="27764" y="3401"/>
                  </a:lnTo>
                  <a:cubicBezTo>
                    <a:pt x="27035" y="1555"/>
                    <a:pt x="25715" y="649"/>
                    <a:pt x="25715" y="649"/>
                  </a:cubicBezTo>
                  <a:lnTo>
                    <a:pt x="25715" y="648"/>
                  </a:lnTo>
                  <a:cubicBezTo>
                    <a:pt x="24400" y="423"/>
                    <a:pt x="22664" y="274"/>
                    <a:pt x="20943" y="18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54" name="Google Shape;754;p51"/>
            <p:cNvSpPr/>
            <p:nvPr/>
          </p:nvSpPr>
          <p:spPr>
            <a:xfrm>
              <a:off x="6952867" y="4353931"/>
              <a:ext cx="141934" cy="136673"/>
            </a:xfrm>
            <a:custGeom>
              <a:avLst/>
              <a:gdLst/>
              <a:ahLst/>
              <a:cxnLst/>
              <a:rect l="l" t="t" r="r" b="b"/>
              <a:pathLst>
                <a:path w="2914" h="2806" extrusionOk="0">
                  <a:moveTo>
                    <a:pt x="2761" y="0"/>
                  </a:moveTo>
                  <a:cubicBezTo>
                    <a:pt x="2644" y="410"/>
                    <a:pt x="2546" y="705"/>
                    <a:pt x="2436" y="772"/>
                  </a:cubicBezTo>
                  <a:cubicBezTo>
                    <a:pt x="2163" y="939"/>
                    <a:pt x="1794" y="992"/>
                    <a:pt x="1171" y="992"/>
                  </a:cubicBezTo>
                  <a:cubicBezTo>
                    <a:pt x="854" y="992"/>
                    <a:pt x="471" y="979"/>
                    <a:pt x="1" y="958"/>
                  </a:cubicBezTo>
                  <a:lnTo>
                    <a:pt x="1" y="2737"/>
                  </a:lnTo>
                  <a:cubicBezTo>
                    <a:pt x="125" y="2782"/>
                    <a:pt x="261" y="2806"/>
                    <a:pt x="399" y="2806"/>
                  </a:cubicBezTo>
                  <a:lnTo>
                    <a:pt x="1697" y="2806"/>
                  </a:lnTo>
                  <a:cubicBezTo>
                    <a:pt x="2365" y="2806"/>
                    <a:pt x="2914" y="2257"/>
                    <a:pt x="2914" y="1587"/>
                  </a:cubicBezTo>
                  <a:lnTo>
                    <a:pt x="2914" y="346"/>
                  </a:lnTo>
                  <a:cubicBezTo>
                    <a:pt x="2748" y="163"/>
                    <a:pt x="2761" y="0"/>
                    <a:pt x="276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55" name="Google Shape;755;p51"/>
            <p:cNvSpPr/>
            <p:nvPr/>
          </p:nvSpPr>
          <p:spPr>
            <a:xfrm>
              <a:off x="7086713" y="4327191"/>
              <a:ext cx="8085" cy="43642"/>
            </a:xfrm>
            <a:custGeom>
              <a:avLst/>
              <a:gdLst/>
              <a:ahLst/>
              <a:cxnLst/>
              <a:rect l="l" t="t" r="r" b="b"/>
              <a:pathLst>
                <a:path w="166" h="896" extrusionOk="0">
                  <a:moveTo>
                    <a:pt x="166" y="1"/>
                  </a:moveTo>
                  <a:cubicBezTo>
                    <a:pt x="111" y="199"/>
                    <a:pt x="60" y="382"/>
                    <a:pt x="13" y="549"/>
                  </a:cubicBezTo>
                  <a:cubicBezTo>
                    <a:pt x="13" y="549"/>
                    <a:pt x="0" y="712"/>
                    <a:pt x="166" y="895"/>
                  </a:cubicBezTo>
                  <a:lnTo>
                    <a:pt x="16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56" name="Google Shape;756;p51"/>
            <p:cNvSpPr/>
            <p:nvPr/>
          </p:nvSpPr>
          <p:spPr>
            <a:xfrm>
              <a:off x="8424384" y="4102217"/>
              <a:ext cx="181776" cy="515520"/>
            </a:xfrm>
            <a:custGeom>
              <a:avLst/>
              <a:gdLst/>
              <a:ahLst/>
              <a:cxnLst/>
              <a:rect l="l" t="t" r="r" b="b"/>
              <a:pathLst>
                <a:path w="3732" h="10584" extrusionOk="0">
                  <a:moveTo>
                    <a:pt x="3662" y="1"/>
                  </a:moveTo>
                  <a:cubicBezTo>
                    <a:pt x="3521" y="1035"/>
                    <a:pt x="3319" y="2160"/>
                    <a:pt x="3038" y="3372"/>
                  </a:cubicBezTo>
                  <a:cubicBezTo>
                    <a:pt x="2908" y="3943"/>
                    <a:pt x="2759" y="4534"/>
                    <a:pt x="2594" y="5143"/>
                  </a:cubicBezTo>
                  <a:cubicBezTo>
                    <a:pt x="2594" y="5143"/>
                    <a:pt x="2457" y="5953"/>
                    <a:pt x="818" y="6087"/>
                  </a:cubicBezTo>
                  <a:cubicBezTo>
                    <a:pt x="752" y="6094"/>
                    <a:pt x="684" y="6097"/>
                    <a:pt x="614" y="6100"/>
                  </a:cubicBezTo>
                  <a:cubicBezTo>
                    <a:pt x="393" y="6110"/>
                    <a:pt x="188" y="6118"/>
                    <a:pt x="0" y="6126"/>
                  </a:cubicBezTo>
                  <a:lnTo>
                    <a:pt x="0" y="7905"/>
                  </a:lnTo>
                  <a:lnTo>
                    <a:pt x="0" y="9366"/>
                  </a:lnTo>
                  <a:cubicBezTo>
                    <a:pt x="0" y="10035"/>
                    <a:pt x="549" y="10583"/>
                    <a:pt x="1217" y="10583"/>
                  </a:cubicBezTo>
                  <a:lnTo>
                    <a:pt x="2515" y="10583"/>
                  </a:lnTo>
                  <a:cubicBezTo>
                    <a:pt x="3185" y="10583"/>
                    <a:pt x="3732" y="10035"/>
                    <a:pt x="3732" y="9366"/>
                  </a:cubicBezTo>
                  <a:lnTo>
                    <a:pt x="3732" y="398"/>
                  </a:lnTo>
                  <a:cubicBezTo>
                    <a:pt x="3732" y="259"/>
                    <a:pt x="3708" y="126"/>
                    <a:pt x="366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57" name="Google Shape;757;p51"/>
            <p:cNvSpPr/>
            <p:nvPr/>
          </p:nvSpPr>
          <p:spPr>
            <a:xfrm>
              <a:off x="6771047" y="4102217"/>
              <a:ext cx="181874" cy="515520"/>
            </a:xfrm>
            <a:custGeom>
              <a:avLst/>
              <a:gdLst/>
              <a:ahLst/>
              <a:cxnLst/>
              <a:rect l="l" t="t" r="r" b="b"/>
              <a:pathLst>
                <a:path w="3734" h="10584" extrusionOk="0">
                  <a:moveTo>
                    <a:pt x="70" y="1"/>
                  </a:moveTo>
                  <a:cubicBezTo>
                    <a:pt x="25" y="126"/>
                    <a:pt x="1" y="259"/>
                    <a:pt x="1" y="398"/>
                  </a:cubicBezTo>
                  <a:lnTo>
                    <a:pt x="1" y="9366"/>
                  </a:lnTo>
                  <a:cubicBezTo>
                    <a:pt x="1" y="10035"/>
                    <a:pt x="548" y="10583"/>
                    <a:pt x="1218" y="10583"/>
                  </a:cubicBezTo>
                  <a:lnTo>
                    <a:pt x="2517" y="10583"/>
                  </a:lnTo>
                  <a:cubicBezTo>
                    <a:pt x="3185" y="10583"/>
                    <a:pt x="3734" y="10035"/>
                    <a:pt x="3734" y="9366"/>
                  </a:cubicBezTo>
                  <a:lnTo>
                    <a:pt x="3734" y="7905"/>
                  </a:lnTo>
                  <a:lnTo>
                    <a:pt x="3734" y="6126"/>
                  </a:lnTo>
                  <a:cubicBezTo>
                    <a:pt x="3544" y="6118"/>
                    <a:pt x="3341" y="6110"/>
                    <a:pt x="3119" y="6100"/>
                  </a:cubicBezTo>
                  <a:cubicBezTo>
                    <a:pt x="3048" y="6097"/>
                    <a:pt x="2980" y="6094"/>
                    <a:pt x="2915" y="6087"/>
                  </a:cubicBezTo>
                  <a:cubicBezTo>
                    <a:pt x="1276" y="5953"/>
                    <a:pt x="1138" y="5143"/>
                    <a:pt x="1138" y="5143"/>
                  </a:cubicBezTo>
                  <a:cubicBezTo>
                    <a:pt x="973" y="4534"/>
                    <a:pt x="825" y="3943"/>
                    <a:pt x="695" y="3372"/>
                  </a:cubicBezTo>
                  <a:cubicBezTo>
                    <a:pt x="415" y="2160"/>
                    <a:pt x="211" y="1035"/>
                    <a:pt x="7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58" name="Google Shape;758;p51"/>
            <p:cNvSpPr/>
            <p:nvPr/>
          </p:nvSpPr>
          <p:spPr>
            <a:xfrm>
              <a:off x="6804849" y="4165340"/>
              <a:ext cx="1767546" cy="236962"/>
            </a:xfrm>
            <a:custGeom>
              <a:avLst/>
              <a:gdLst/>
              <a:ahLst/>
              <a:cxnLst/>
              <a:rect l="l" t="t" r="r" b="b"/>
              <a:pathLst>
                <a:path w="36289" h="4865" extrusionOk="0">
                  <a:moveTo>
                    <a:pt x="13761" y="1"/>
                  </a:moveTo>
                  <a:cubicBezTo>
                    <a:pt x="13761" y="1"/>
                    <a:pt x="13256" y="8"/>
                    <a:pt x="12484" y="13"/>
                  </a:cubicBezTo>
                  <a:cubicBezTo>
                    <a:pt x="12486" y="1529"/>
                    <a:pt x="13714" y="2754"/>
                    <a:pt x="15228" y="2754"/>
                  </a:cubicBezTo>
                  <a:lnTo>
                    <a:pt x="21061" y="2754"/>
                  </a:lnTo>
                  <a:cubicBezTo>
                    <a:pt x="22577" y="2754"/>
                    <a:pt x="23803" y="1529"/>
                    <a:pt x="23805" y="13"/>
                  </a:cubicBezTo>
                  <a:cubicBezTo>
                    <a:pt x="23033" y="8"/>
                    <a:pt x="22528" y="1"/>
                    <a:pt x="22528" y="1"/>
                  </a:cubicBezTo>
                  <a:close/>
                  <a:moveTo>
                    <a:pt x="1" y="2076"/>
                  </a:moveTo>
                  <a:cubicBezTo>
                    <a:pt x="131" y="2647"/>
                    <a:pt x="279" y="3238"/>
                    <a:pt x="444" y="3847"/>
                  </a:cubicBezTo>
                  <a:cubicBezTo>
                    <a:pt x="444" y="3847"/>
                    <a:pt x="582" y="4657"/>
                    <a:pt x="2221" y="4791"/>
                  </a:cubicBezTo>
                  <a:cubicBezTo>
                    <a:pt x="2286" y="4798"/>
                    <a:pt x="2354" y="4801"/>
                    <a:pt x="2425" y="4804"/>
                  </a:cubicBezTo>
                  <a:cubicBezTo>
                    <a:pt x="2647" y="4814"/>
                    <a:pt x="2850" y="4822"/>
                    <a:pt x="3040" y="4830"/>
                  </a:cubicBezTo>
                  <a:cubicBezTo>
                    <a:pt x="3510" y="4851"/>
                    <a:pt x="3893" y="4864"/>
                    <a:pt x="4210" y="4864"/>
                  </a:cubicBezTo>
                  <a:cubicBezTo>
                    <a:pt x="4833" y="4864"/>
                    <a:pt x="5202" y="4811"/>
                    <a:pt x="5475" y="4644"/>
                  </a:cubicBezTo>
                  <a:cubicBezTo>
                    <a:pt x="5585" y="4577"/>
                    <a:pt x="5683" y="4282"/>
                    <a:pt x="5799" y="3872"/>
                  </a:cubicBezTo>
                  <a:cubicBezTo>
                    <a:pt x="5847" y="3705"/>
                    <a:pt x="5898" y="3522"/>
                    <a:pt x="5953" y="3324"/>
                  </a:cubicBezTo>
                  <a:cubicBezTo>
                    <a:pt x="6063" y="2934"/>
                    <a:pt x="6194" y="2500"/>
                    <a:pt x="6360" y="2076"/>
                  </a:cubicBezTo>
                  <a:close/>
                  <a:moveTo>
                    <a:pt x="29929" y="2076"/>
                  </a:moveTo>
                  <a:cubicBezTo>
                    <a:pt x="30095" y="2500"/>
                    <a:pt x="30226" y="2934"/>
                    <a:pt x="30336" y="3324"/>
                  </a:cubicBezTo>
                  <a:cubicBezTo>
                    <a:pt x="30392" y="3522"/>
                    <a:pt x="30443" y="3705"/>
                    <a:pt x="30491" y="3872"/>
                  </a:cubicBezTo>
                  <a:cubicBezTo>
                    <a:pt x="30606" y="4282"/>
                    <a:pt x="30704" y="4577"/>
                    <a:pt x="30814" y="4644"/>
                  </a:cubicBezTo>
                  <a:cubicBezTo>
                    <a:pt x="31087" y="4811"/>
                    <a:pt x="31456" y="4864"/>
                    <a:pt x="32079" y="4864"/>
                  </a:cubicBezTo>
                  <a:cubicBezTo>
                    <a:pt x="32397" y="4864"/>
                    <a:pt x="32780" y="4851"/>
                    <a:pt x="33250" y="4830"/>
                  </a:cubicBezTo>
                  <a:cubicBezTo>
                    <a:pt x="33439" y="4822"/>
                    <a:pt x="33644" y="4814"/>
                    <a:pt x="33865" y="4804"/>
                  </a:cubicBezTo>
                  <a:cubicBezTo>
                    <a:pt x="33935" y="4801"/>
                    <a:pt x="34003" y="4798"/>
                    <a:pt x="34069" y="4791"/>
                  </a:cubicBezTo>
                  <a:cubicBezTo>
                    <a:pt x="35708" y="4657"/>
                    <a:pt x="35845" y="3847"/>
                    <a:pt x="35845" y="3847"/>
                  </a:cubicBezTo>
                  <a:cubicBezTo>
                    <a:pt x="36010" y="3238"/>
                    <a:pt x="36159" y="2647"/>
                    <a:pt x="36289" y="2076"/>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59" name="Google Shape;759;p51"/>
            <p:cNvSpPr/>
            <p:nvPr/>
          </p:nvSpPr>
          <p:spPr>
            <a:xfrm>
              <a:off x="6590200" y="2690900"/>
              <a:ext cx="2196952" cy="1705103"/>
            </a:xfrm>
            <a:custGeom>
              <a:avLst/>
              <a:gdLst/>
              <a:ahLst/>
              <a:cxnLst/>
              <a:rect l="l" t="t" r="r" b="b"/>
              <a:pathLst>
                <a:path w="45105" h="35007" extrusionOk="0">
                  <a:moveTo>
                    <a:pt x="42492" y="10676"/>
                  </a:moveTo>
                  <a:cubicBezTo>
                    <a:pt x="41575" y="10676"/>
                    <a:pt x="40695" y="10925"/>
                    <a:pt x="40252" y="11085"/>
                  </a:cubicBezTo>
                  <a:cubicBezTo>
                    <a:pt x="39572" y="11331"/>
                    <a:pt x="39705" y="12121"/>
                    <a:pt x="39727" y="12749"/>
                  </a:cubicBezTo>
                  <a:cubicBezTo>
                    <a:pt x="39730" y="12835"/>
                    <a:pt x="39732" y="12920"/>
                    <a:pt x="39729" y="12997"/>
                  </a:cubicBezTo>
                  <a:cubicBezTo>
                    <a:pt x="39701" y="13645"/>
                    <a:pt x="39455" y="13836"/>
                    <a:pt x="39455" y="13836"/>
                  </a:cubicBezTo>
                  <a:lnTo>
                    <a:pt x="39453" y="13836"/>
                  </a:lnTo>
                  <a:cubicBezTo>
                    <a:pt x="39513" y="14381"/>
                    <a:pt x="39566" y="14944"/>
                    <a:pt x="39611" y="15523"/>
                  </a:cubicBezTo>
                  <a:cubicBezTo>
                    <a:pt x="41050" y="15503"/>
                    <a:pt x="40816" y="15109"/>
                    <a:pt x="40854" y="14613"/>
                  </a:cubicBezTo>
                  <a:cubicBezTo>
                    <a:pt x="40895" y="14118"/>
                    <a:pt x="42204" y="13964"/>
                    <a:pt x="43370" y="13953"/>
                  </a:cubicBezTo>
                  <a:cubicBezTo>
                    <a:pt x="44023" y="13947"/>
                    <a:pt x="44692" y="13400"/>
                    <a:pt x="44923" y="12749"/>
                  </a:cubicBezTo>
                  <a:cubicBezTo>
                    <a:pt x="45104" y="12240"/>
                    <a:pt x="45017" y="11663"/>
                    <a:pt x="44440" y="11233"/>
                  </a:cubicBezTo>
                  <a:cubicBezTo>
                    <a:pt x="43881" y="10815"/>
                    <a:pt x="43177" y="10676"/>
                    <a:pt x="42492" y="10676"/>
                  </a:cubicBezTo>
                  <a:close/>
                  <a:moveTo>
                    <a:pt x="22514" y="979"/>
                  </a:moveTo>
                  <a:cubicBezTo>
                    <a:pt x="22514" y="979"/>
                    <a:pt x="30712" y="1021"/>
                    <a:pt x="34475" y="3025"/>
                  </a:cubicBezTo>
                  <a:cubicBezTo>
                    <a:pt x="34659" y="3122"/>
                    <a:pt x="34831" y="3225"/>
                    <a:pt x="34991" y="3331"/>
                  </a:cubicBezTo>
                  <a:cubicBezTo>
                    <a:pt x="38454" y="5637"/>
                    <a:pt x="37733" y="14873"/>
                    <a:pt x="37733" y="14873"/>
                  </a:cubicBezTo>
                  <a:cubicBezTo>
                    <a:pt x="38300" y="15041"/>
                    <a:pt x="38650" y="15591"/>
                    <a:pt x="38834" y="16298"/>
                  </a:cubicBezTo>
                  <a:cubicBezTo>
                    <a:pt x="38994" y="16910"/>
                    <a:pt x="39029" y="17639"/>
                    <a:pt x="38977" y="18339"/>
                  </a:cubicBezTo>
                  <a:cubicBezTo>
                    <a:pt x="38889" y="19512"/>
                    <a:pt x="38549" y="20602"/>
                    <a:pt x="38122" y="20917"/>
                  </a:cubicBezTo>
                  <a:cubicBezTo>
                    <a:pt x="37108" y="21668"/>
                    <a:pt x="35920" y="22393"/>
                    <a:pt x="33067" y="22667"/>
                  </a:cubicBezTo>
                  <a:cubicBezTo>
                    <a:pt x="33056" y="22668"/>
                    <a:pt x="33044" y="22668"/>
                    <a:pt x="33033" y="22668"/>
                  </a:cubicBezTo>
                  <a:cubicBezTo>
                    <a:pt x="32852" y="22668"/>
                    <a:pt x="32700" y="22534"/>
                    <a:pt x="32684" y="22350"/>
                  </a:cubicBezTo>
                  <a:cubicBezTo>
                    <a:pt x="32657" y="22022"/>
                    <a:pt x="32710" y="21416"/>
                    <a:pt x="33094" y="20377"/>
                  </a:cubicBezTo>
                  <a:lnTo>
                    <a:pt x="33094" y="20377"/>
                  </a:lnTo>
                  <a:cubicBezTo>
                    <a:pt x="33008" y="20465"/>
                    <a:pt x="30229" y="23239"/>
                    <a:pt x="22514" y="23239"/>
                  </a:cubicBezTo>
                  <a:cubicBezTo>
                    <a:pt x="14799" y="23239"/>
                    <a:pt x="12021" y="20465"/>
                    <a:pt x="11934" y="20377"/>
                  </a:cubicBezTo>
                  <a:lnTo>
                    <a:pt x="11934" y="20377"/>
                  </a:lnTo>
                  <a:cubicBezTo>
                    <a:pt x="12320" y="21416"/>
                    <a:pt x="12373" y="22022"/>
                    <a:pt x="12344" y="22350"/>
                  </a:cubicBezTo>
                  <a:cubicBezTo>
                    <a:pt x="12328" y="22534"/>
                    <a:pt x="12176" y="22668"/>
                    <a:pt x="11996" y="22668"/>
                  </a:cubicBezTo>
                  <a:cubicBezTo>
                    <a:pt x="11984" y="22668"/>
                    <a:pt x="11973" y="22668"/>
                    <a:pt x="11961" y="22667"/>
                  </a:cubicBezTo>
                  <a:cubicBezTo>
                    <a:pt x="9109" y="22393"/>
                    <a:pt x="7920" y="21668"/>
                    <a:pt x="6908" y="20917"/>
                  </a:cubicBezTo>
                  <a:cubicBezTo>
                    <a:pt x="6480" y="20602"/>
                    <a:pt x="6139" y="19512"/>
                    <a:pt x="6051" y="18339"/>
                  </a:cubicBezTo>
                  <a:cubicBezTo>
                    <a:pt x="5999" y="17639"/>
                    <a:pt x="6035" y="16910"/>
                    <a:pt x="6196" y="16298"/>
                  </a:cubicBezTo>
                  <a:cubicBezTo>
                    <a:pt x="6379" y="15591"/>
                    <a:pt x="6729" y="15041"/>
                    <a:pt x="7295" y="14873"/>
                  </a:cubicBezTo>
                  <a:cubicBezTo>
                    <a:pt x="7295" y="14873"/>
                    <a:pt x="6574" y="5637"/>
                    <a:pt x="10037" y="3331"/>
                  </a:cubicBezTo>
                  <a:cubicBezTo>
                    <a:pt x="10197" y="3225"/>
                    <a:pt x="10370" y="3122"/>
                    <a:pt x="10553" y="3025"/>
                  </a:cubicBezTo>
                  <a:cubicBezTo>
                    <a:pt x="14317" y="1021"/>
                    <a:pt x="22514" y="979"/>
                    <a:pt x="22514" y="979"/>
                  </a:cubicBezTo>
                  <a:close/>
                  <a:moveTo>
                    <a:pt x="22512" y="1"/>
                  </a:moveTo>
                  <a:cubicBezTo>
                    <a:pt x="22361" y="1"/>
                    <a:pt x="14406" y="8"/>
                    <a:pt x="9748" y="1469"/>
                  </a:cubicBezTo>
                  <a:cubicBezTo>
                    <a:pt x="8871" y="1743"/>
                    <a:pt x="8177" y="2418"/>
                    <a:pt x="7876" y="3287"/>
                  </a:cubicBezTo>
                  <a:cubicBezTo>
                    <a:pt x="7247" y="5103"/>
                    <a:pt x="6166" y="8767"/>
                    <a:pt x="5616" y="13804"/>
                  </a:cubicBezTo>
                  <a:cubicBezTo>
                    <a:pt x="5550" y="13727"/>
                    <a:pt x="5397" y="13499"/>
                    <a:pt x="5374" y="12997"/>
                  </a:cubicBezTo>
                  <a:cubicBezTo>
                    <a:pt x="5372" y="12920"/>
                    <a:pt x="5373" y="12835"/>
                    <a:pt x="5377" y="12749"/>
                  </a:cubicBezTo>
                  <a:cubicBezTo>
                    <a:pt x="5398" y="12121"/>
                    <a:pt x="5533" y="11331"/>
                    <a:pt x="4851" y="11085"/>
                  </a:cubicBezTo>
                  <a:cubicBezTo>
                    <a:pt x="4409" y="10925"/>
                    <a:pt x="3529" y="10676"/>
                    <a:pt x="2611" y="10676"/>
                  </a:cubicBezTo>
                  <a:cubicBezTo>
                    <a:pt x="1927" y="10676"/>
                    <a:pt x="1223" y="10815"/>
                    <a:pt x="663" y="11233"/>
                  </a:cubicBezTo>
                  <a:cubicBezTo>
                    <a:pt x="88" y="11663"/>
                    <a:pt x="0" y="12240"/>
                    <a:pt x="181" y="12749"/>
                  </a:cubicBezTo>
                  <a:cubicBezTo>
                    <a:pt x="412" y="13400"/>
                    <a:pt x="1080" y="13947"/>
                    <a:pt x="1733" y="13953"/>
                  </a:cubicBezTo>
                  <a:cubicBezTo>
                    <a:pt x="2901" y="13964"/>
                    <a:pt x="4208" y="14118"/>
                    <a:pt x="4249" y="14613"/>
                  </a:cubicBezTo>
                  <a:cubicBezTo>
                    <a:pt x="4287" y="15105"/>
                    <a:pt x="4057" y="15496"/>
                    <a:pt x="5454" y="15522"/>
                  </a:cubicBezTo>
                  <a:cubicBezTo>
                    <a:pt x="5394" y="16285"/>
                    <a:pt x="5346" y="17075"/>
                    <a:pt x="5316" y="17891"/>
                  </a:cubicBezTo>
                  <a:cubicBezTo>
                    <a:pt x="5316" y="17891"/>
                    <a:pt x="5287" y="18736"/>
                    <a:pt x="5005" y="19461"/>
                  </a:cubicBezTo>
                  <a:cubicBezTo>
                    <a:pt x="5005" y="19461"/>
                    <a:pt x="5225" y="24878"/>
                    <a:pt x="9578" y="24878"/>
                  </a:cubicBezTo>
                  <a:lnTo>
                    <a:pt x="35450" y="24878"/>
                  </a:lnTo>
                  <a:cubicBezTo>
                    <a:pt x="39805" y="24878"/>
                    <a:pt x="40024" y="19461"/>
                    <a:pt x="40024" y="19461"/>
                  </a:cubicBezTo>
                  <a:cubicBezTo>
                    <a:pt x="39742" y="18736"/>
                    <a:pt x="39713" y="17891"/>
                    <a:pt x="39713" y="17891"/>
                  </a:cubicBezTo>
                  <a:cubicBezTo>
                    <a:pt x="39684" y="17075"/>
                    <a:pt x="39636" y="16285"/>
                    <a:pt x="39575" y="15522"/>
                  </a:cubicBezTo>
                  <a:cubicBezTo>
                    <a:pt x="39530" y="14944"/>
                    <a:pt x="39476" y="14381"/>
                    <a:pt x="39416" y="13836"/>
                  </a:cubicBezTo>
                  <a:cubicBezTo>
                    <a:pt x="38868" y="8781"/>
                    <a:pt x="37784" y="5106"/>
                    <a:pt x="37152" y="3287"/>
                  </a:cubicBezTo>
                  <a:cubicBezTo>
                    <a:pt x="36852" y="2418"/>
                    <a:pt x="36158" y="1743"/>
                    <a:pt x="35282" y="1469"/>
                  </a:cubicBezTo>
                  <a:cubicBezTo>
                    <a:pt x="30624" y="8"/>
                    <a:pt x="22667" y="1"/>
                    <a:pt x="22516" y="1"/>
                  </a:cubicBezTo>
                  <a:cubicBezTo>
                    <a:pt x="22515" y="1"/>
                    <a:pt x="22514" y="1"/>
                    <a:pt x="22514" y="1"/>
                  </a:cubicBezTo>
                  <a:cubicBezTo>
                    <a:pt x="22514" y="1"/>
                    <a:pt x="22513" y="1"/>
                    <a:pt x="22512" y="1"/>
                  </a:cubicBezTo>
                  <a:close/>
                  <a:moveTo>
                    <a:pt x="4511" y="20258"/>
                  </a:moveTo>
                  <a:lnTo>
                    <a:pt x="4511" y="20258"/>
                  </a:lnTo>
                  <a:cubicBezTo>
                    <a:pt x="3903" y="20742"/>
                    <a:pt x="3061" y="23728"/>
                    <a:pt x="3783" y="28977"/>
                  </a:cubicBezTo>
                  <a:cubicBezTo>
                    <a:pt x="3926" y="30011"/>
                    <a:pt x="4128" y="31136"/>
                    <a:pt x="4408" y="32348"/>
                  </a:cubicBezTo>
                  <a:lnTo>
                    <a:pt x="7447" y="32348"/>
                  </a:lnTo>
                  <a:lnTo>
                    <a:pt x="7447" y="32161"/>
                  </a:lnTo>
                  <a:cubicBezTo>
                    <a:pt x="7144" y="31946"/>
                    <a:pt x="6871" y="31679"/>
                    <a:pt x="6628" y="31370"/>
                  </a:cubicBezTo>
                  <a:cubicBezTo>
                    <a:pt x="5965" y="30533"/>
                    <a:pt x="5503" y="29392"/>
                    <a:pt x="5184" y="28157"/>
                  </a:cubicBezTo>
                  <a:cubicBezTo>
                    <a:pt x="4261" y="24594"/>
                    <a:pt x="4511" y="20259"/>
                    <a:pt x="4511" y="20258"/>
                  </a:cubicBezTo>
                  <a:close/>
                  <a:moveTo>
                    <a:pt x="40592" y="20258"/>
                  </a:moveTo>
                  <a:cubicBezTo>
                    <a:pt x="40592" y="20259"/>
                    <a:pt x="40843" y="24594"/>
                    <a:pt x="39920" y="28157"/>
                  </a:cubicBezTo>
                  <a:cubicBezTo>
                    <a:pt x="39600" y="29392"/>
                    <a:pt x="39138" y="30533"/>
                    <a:pt x="38476" y="31370"/>
                  </a:cubicBezTo>
                  <a:cubicBezTo>
                    <a:pt x="38233" y="31679"/>
                    <a:pt x="37959" y="31946"/>
                    <a:pt x="37657" y="32161"/>
                  </a:cubicBezTo>
                  <a:lnTo>
                    <a:pt x="37657" y="32348"/>
                  </a:lnTo>
                  <a:lnTo>
                    <a:pt x="40696" y="32348"/>
                  </a:lnTo>
                  <a:cubicBezTo>
                    <a:pt x="40977" y="31136"/>
                    <a:pt x="41179" y="30011"/>
                    <a:pt x="41320" y="28977"/>
                  </a:cubicBezTo>
                  <a:cubicBezTo>
                    <a:pt x="42043" y="23728"/>
                    <a:pt x="41200" y="20742"/>
                    <a:pt x="40592" y="20258"/>
                  </a:cubicBezTo>
                  <a:close/>
                  <a:moveTo>
                    <a:pt x="12998" y="30272"/>
                  </a:moveTo>
                  <a:cubicBezTo>
                    <a:pt x="11848" y="30272"/>
                    <a:pt x="11190" y="31275"/>
                    <a:pt x="10768" y="32348"/>
                  </a:cubicBezTo>
                  <a:lnTo>
                    <a:pt x="10767" y="32348"/>
                  </a:lnTo>
                  <a:cubicBezTo>
                    <a:pt x="10601" y="32772"/>
                    <a:pt x="10470" y="33206"/>
                    <a:pt x="10360" y="33596"/>
                  </a:cubicBezTo>
                  <a:lnTo>
                    <a:pt x="10360" y="34490"/>
                  </a:lnTo>
                  <a:cubicBezTo>
                    <a:pt x="10576" y="34729"/>
                    <a:pt x="11095" y="35006"/>
                    <a:pt x="12340" y="35006"/>
                  </a:cubicBezTo>
                  <a:lnTo>
                    <a:pt x="32763" y="35006"/>
                  </a:lnTo>
                  <a:cubicBezTo>
                    <a:pt x="34010" y="35006"/>
                    <a:pt x="34527" y="34731"/>
                    <a:pt x="34743" y="34490"/>
                  </a:cubicBezTo>
                  <a:lnTo>
                    <a:pt x="34743" y="33596"/>
                  </a:lnTo>
                  <a:cubicBezTo>
                    <a:pt x="34633" y="33206"/>
                    <a:pt x="34502" y="32772"/>
                    <a:pt x="34336" y="32348"/>
                  </a:cubicBezTo>
                  <a:lnTo>
                    <a:pt x="34335" y="32348"/>
                  </a:lnTo>
                  <a:cubicBezTo>
                    <a:pt x="33913" y="31275"/>
                    <a:pt x="33255" y="30272"/>
                    <a:pt x="32105" y="30272"/>
                  </a:cubicBezTo>
                  <a:cubicBezTo>
                    <a:pt x="32096" y="30272"/>
                    <a:pt x="32086" y="30273"/>
                    <a:pt x="32076" y="30273"/>
                  </a:cubicBezTo>
                  <a:cubicBezTo>
                    <a:pt x="31228" y="30285"/>
                    <a:pt x="30345" y="30288"/>
                    <a:pt x="29556" y="30288"/>
                  </a:cubicBezTo>
                  <a:cubicBezTo>
                    <a:pt x="29061" y="30288"/>
                    <a:pt x="28603" y="30287"/>
                    <a:pt x="28212" y="30285"/>
                  </a:cubicBezTo>
                  <a:cubicBezTo>
                    <a:pt x="28210" y="31801"/>
                    <a:pt x="26982" y="33026"/>
                    <a:pt x="25468" y="33026"/>
                  </a:cubicBezTo>
                  <a:lnTo>
                    <a:pt x="19635" y="33026"/>
                  </a:lnTo>
                  <a:cubicBezTo>
                    <a:pt x="18120" y="33026"/>
                    <a:pt x="16893" y="31801"/>
                    <a:pt x="16891" y="30285"/>
                  </a:cubicBezTo>
                  <a:cubicBezTo>
                    <a:pt x="16501" y="30287"/>
                    <a:pt x="16042" y="30288"/>
                    <a:pt x="15547" y="30288"/>
                  </a:cubicBezTo>
                  <a:cubicBezTo>
                    <a:pt x="14758" y="30288"/>
                    <a:pt x="13876" y="30285"/>
                    <a:pt x="13027" y="30273"/>
                  </a:cubicBezTo>
                  <a:cubicBezTo>
                    <a:pt x="13017" y="30273"/>
                    <a:pt x="13008" y="30272"/>
                    <a:pt x="12998" y="30272"/>
                  </a:cubicBezTo>
                  <a:close/>
                </a:path>
              </a:pathLst>
            </a:custGeom>
            <a:gradFill>
              <a:gsLst>
                <a:gs pos="0">
                  <a:schemeClr val="accent1"/>
                </a:gs>
                <a:gs pos="100000">
                  <a:schemeClr val="dk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60" name="Google Shape;760;p51"/>
            <p:cNvSpPr/>
            <p:nvPr/>
          </p:nvSpPr>
          <p:spPr>
            <a:xfrm>
              <a:off x="6937720" y="3631713"/>
              <a:ext cx="96490" cy="86212"/>
            </a:xfrm>
            <a:custGeom>
              <a:avLst/>
              <a:gdLst/>
              <a:ahLst/>
              <a:cxnLst/>
              <a:rect l="l" t="t" r="r" b="b"/>
              <a:pathLst>
                <a:path w="1981" h="1770" extrusionOk="0">
                  <a:moveTo>
                    <a:pt x="167" y="1"/>
                  </a:moveTo>
                  <a:cubicBezTo>
                    <a:pt x="1" y="268"/>
                    <a:pt x="32" y="668"/>
                    <a:pt x="32" y="668"/>
                  </a:cubicBezTo>
                  <a:cubicBezTo>
                    <a:pt x="297" y="1108"/>
                    <a:pt x="744" y="1378"/>
                    <a:pt x="1140" y="1539"/>
                  </a:cubicBezTo>
                  <a:cubicBezTo>
                    <a:pt x="1591" y="1724"/>
                    <a:pt x="1981" y="1769"/>
                    <a:pt x="1981" y="1769"/>
                  </a:cubicBezTo>
                  <a:cubicBezTo>
                    <a:pt x="1418" y="1537"/>
                    <a:pt x="1010" y="296"/>
                    <a:pt x="1010" y="296"/>
                  </a:cubicBezTo>
                  <a:cubicBezTo>
                    <a:pt x="980" y="299"/>
                    <a:pt x="951" y="301"/>
                    <a:pt x="922" y="301"/>
                  </a:cubicBezTo>
                  <a:cubicBezTo>
                    <a:pt x="499" y="301"/>
                    <a:pt x="167" y="1"/>
                    <a:pt x="167" y="1"/>
                  </a:cubicBezTo>
                  <a:close/>
                </a:path>
              </a:pathLst>
            </a:custGeom>
            <a:solidFill>
              <a:srgbClr val="FFC2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61" name="Google Shape;761;p51"/>
            <p:cNvSpPr/>
            <p:nvPr/>
          </p:nvSpPr>
          <p:spPr>
            <a:xfrm>
              <a:off x="6884240" y="3423931"/>
              <a:ext cx="297408" cy="343778"/>
            </a:xfrm>
            <a:custGeom>
              <a:avLst/>
              <a:gdLst/>
              <a:ahLst/>
              <a:cxnLst/>
              <a:rect l="l" t="t" r="r" b="b"/>
              <a:pathLst>
                <a:path w="6106" h="7058" extrusionOk="0">
                  <a:moveTo>
                    <a:pt x="2299" y="754"/>
                  </a:moveTo>
                  <a:cubicBezTo>
                    <a:pt x="2870" y="754"/>
                    <a:pt x="3376" y="1030"/>
                    <a:pt x="3692" y="1453"/>
                  </a:cubicBezTo>
                  <a:cubicBezTo>
                    <a:pt x="3759" y="1543"/>
                    <a:pt x="3818" y="1638"/>
                    <a:pt x="3866" y="1738"/>
                  </a:cubicBezTo>
                  <a:cubicBezTo>
                    <a:pt x="3978" y="1967"/>
                    <a:pt x="4039" y="2223"/>
                    <a:pt x="4039" y="2493"/>
                  </a:cubicBezTo>
                  <a:cubicBezTo>
                    <a:pt x="4039" y="3454"/>
                    <a:pt x="3260" y="4232"/>
                    <a:pt x="2299" y="4232"/>
                  </a:cubicBezTo>
                  <a:lnTo>
                    <a:pt x="2290" y="4232"/>
                  </a:lnTo>
                  <a:cubicBezTo>
                    <a:pt x="1964" y="4230"/>
                    <a:pt x="1658" y="4140"/>
                    <a:pt x="1398" y="3980"/>
                  </a:cubicBezTo>
                  <a:cubicBezTo>
                    <a:pt x="896" y="3675"/>
                    <a:pt x="560" y="3123"/>
                    <a:pt x="560" y="2493"/>
                  </a:cubicBezTo>
                  <a:cubicBezTo>
                    <a:pt x="560" y="2162"/>
                    <a:pt x="652" y="1856"/>
                    <a:pt x="812" y="1591"/>
                  </a:cubicBezTo>
                  <a:cubicBezTo>
                    <a:pt x="1117" y="1091"/>
                    <a:pt x="1670" y="754"/>
                    <a:pt x="2299" y="754"/>
                  </a:cubicBezTo>
                  <a:close/>
                  <a:moveTo>
                    <a:pt x="1265" y="4267"/>
                  </a:moveTo>
                  <a:cubicBezTo>
                    <a:pt x="1265" y="4267"/>
                    <a:pt x="1597" y="4567"/>
                    <a:pt x="2020" y="4567"/>
                  </a:cubicBezTo>
                  <a:cubicBezTo>
                    <a:pt x="2049" y="4567"/>
                    <a:pt x="2078" y="4565"/>
                    <a:pt x="2108" y="4562"/>
                  </a:cubicBezTo>
                  <a:cubicBezTo>
                    <a:pt x="2108" y="4562"/>
                    <a:pt x="2516" y="5803"/>
                    <a:pt x="3079" y="6035"/>
                  </a:cubicBezTo>
                  <a:cubicBezTo>
                    <a:pt x="3079" y="6035"/>
                    <a:pt x="2689" y="5990"/>
                    <a:pt x="2238" y="5805"/>
                  </a:cubicBezTo>
                  <a:cubicBezTo>
                    <a:pt x="1842" y="5644"/>
                    <a:pt x="1395" y="5372"/>
                    <a:pt x="1130" y="4934"/>
                  </a:cubicBezTo>
                  <a:cubicBezTo>
                    <a:pt x="1130" y="4934"/>
                    <a:pt x="1099" y="4534"/>
                    <a:pt x="1265" y="4267"/>
                  </a:cubicBezTo>
                  <a:close/>
                  <a:moveTo>
                    <a:pt x="3942" y="3693"/>
                  </a:moveTo>
                  <a:cubicBezTo>
                    <a:pt x="3944" y="3693"/>
                    <a:pt x="5418" y="6370"/>
                    <a:pt x="4833" y="6370"/>
                  </a:cubicBezTo>
                  <a:cubicBezTo>
                    <a:pt x="4806" y="6370"/>
                    <a:pt x="4775" y="6365"/>
                    <a:pt x="4740" y="6353"/>
                  </a:cubicBezTo>
                  <a:cubicBezTo>
                    <a:pt x="3924" y="6087"/>
                    <a:pt x="2899" y="5826"/>
                    <a:pt x="2570" y="4517"/>
                  </a:cubicBezTo>
                  <a:cubicBezTo>
                    <a:pt x="2570" y="4517"/>
                    <a:pt x="3591" y="4275"/>
                    <a:pt x="3942" y="3693"/>
                  </a:cubicBezTo>
                  <a:close/>
                  <a:moveTo>
                    <a:pt x="1776" y="1"/>
                  </a:moveTo>
                  <a:cubicBezTo>
                    <a:pt x="1083" y="1"/>
                    <a:pt x="477" y="419"/>
                    <a:pt x="195" y="1248"/>
                  </a:cubicBezTo>
                  <a:cubicBezTo>
                    <a:pt x="36" y="1860"/>
                    <a:pt x="0" y="2589"/>
                    <a:pt x="53" y="3289"/>
                  </a:cubicBezTo>
                  <a:cubicBezTo>
                    <a:pt x="53" y="3289"/>
                    <a:pt x="491" y="5330"/>
                    <a:pt x="1470" y="5777"/>
                  </a:cubicBezTo>
                  <a:cubicBezTo>
                    <a:pt x="1639" y="5854"/>
                    <a:pt x="1872" y="5949"/>
                    <a:pt x="2143" y="6054"/>
                  </a:cubicBezTo>
                  <a:cubicBezTo>
                    <a:pt x="3269" y="6482"/>
                    <a:pt x="5062" y="7057"/>
                    <a:pt x="5673" y="7057"/>
                  </a:cubicBezTo>
                  <a:cubicBezTo>
                    <a:pt x="5774" y="7057"/>
                    <a:pt x="5843" y="7041"/>
                    <a:pt x="5870" y="7006"/>
                  </a:cubicBezTo>
                  <a:cubicBezTo>
                    <a:pt x="6105" y="6711"/>
                    <a:pt x="5688" y="5299"/>
                    <a:pt x="4550" y="2469"/>
                  </a:cubicBezTo>
                  <a:cubicBezTo>
                    <a:pt x="4385" y="2056"/>
                    <a:pt x="4190" y="1696"/>
                    <a:pt x="3974" y="1388"/>
                  </a:cubicBezTo>
                  <a:cubicBezTo>
                    <a:pt x="3327" y="461"/>
                    <a:pt x="2504" y="1"/>
                    <a:pt x="1776" y="1"/>
                  </a:cubicBezTo>
                  <a:close/>
                </a:path>
              </a:pathLst>
            </a:custGeom>
            <a:gradFill>
              <a:gsLst>
                <a:gs pos="0">
                  <a:schemeClr val="accent2"/>
                </a:gs>
                <a:gs pos="100000">
                  <a:schemeClr val="accent6"/>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62" name="Google Shape;762;p51"/>
            <p:cNvSpPr/>
            <p:nvPr/>
          </p:nvSpPr>
          <p:spPr>
            <a:xfrm>
              <a:off x="7009464" y="3603804"/>
              <a:ext cx="138719" cy="130439"/>
            </a:xfrm>
            <a:custGeom>
              <a:avLst/>
              <a:gdLst/>
              <a:ahLst/>
              <a:cxnLst/>
              <a:rect l="l" t="t" r="r" b="b"/>
              <a:pathLst>
                <a:path w="2848" h="2678" extrusionOk="0">
                  <a:moveTo>
                    <a:pt x="1373" y="0"/>
                  </a:moveTo>
                  <a:cubicBezTo>
                    <a:pt x="1020" y="582"/>
                    <a:pt x="0" y="824"/>
                    <a:pt x="0" y="824"/>
                  </a:cubicBezTo>
                  <a:cubicBezTo>
                    <a:pt x="330" y="2133"/>
                    <a:pt x="1353" y="2394"/>
                    <a:pt x="2169" y="2660"/>
                  </a:cubicBezTo>
                  <a:cubicBezTo>
                    <a:pt x="2204" y="2672"/>
                    <a:pt x="2235" y="2677"/>
                    <a:pt x="2262" y="2677"/>
                  </a:cubicBezTo>
                  <a:cubicBezTo>
                    <a:pt x="2847" y="2677"/>
                    <a:pt x="1373" y="0"/>
                    <a:pt x="137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63" name="Google Shape;763;p51"/>
            <p:cNvSpPr/>
            <p:nvPr/>
          </p:nvSpPr>
          <p:spPr>
            <a:xfrm>
              <a:off x="6911516" y="3460656"/>
              <a:ext cx="169405" cy="169405"/>
            </a:xfrm>
            <a:custGeom>
              <a:avLst/>
              <a:gdLst/>
              <a:ahLst/>
              <a:cxnLst/>
              <a:rect l="l" t="t" r="r" b="b"/>
              <a:pathLst>
                <a:path w="3478" h="3478" extrusionOk="0">
                  <a:moveTo>
                    <a:pt x="1030" y="649"/>
                  </a:moveTo>
                  <a:cubicBezTo>
                    <a:pt x="1358" y="649"/>
                    <a:pt x="1626" y="901"/>
                    <a:pt x="1626" y="1209"/>
                  </a:cubicBezTo>
                  <a:lnTo>
                    <a:pt x="1626" y="1220"/>
                  </a:lnTo>
                  <a:cubicBezTo>
                    <a:pt x="1620" y="1527"/>
                    <a:pt x="1354" y="1772"/>
                    <a:pt x="1030" y="1772"/>
                  </a:cubicBezTo>
                  <a:cubicBezTo>
                    <a:pt x="701" y="1772"/>
                    <a:pt x="434" y="1520"/>
                    <a:pt x="434" y="1209"/>
                  </a:cubicBezTo>
                  <a:cubicBezTo>
                    <a:pt x="434" y="1095"/>
                    <a:pt x="471" y="984"/>
                    <a:pt x="536" y="895"/>
                  </a:cubicBezTo>
                  <a:cubicBezTo>
                    <a:pt x="643" y="747"/>
                    <a:pt x="824" y="649"/>
                    <a:pt x="1030" y="649"/>
                  </a:cubicBezTo>
                  <a:close/>
                  <a:moveTo>
                    <a:pt x="2551" y="737"/>
                  </a:moveTo>
                  <a:cubicBezTo>
                    <a:pt x="2778" y="737"/>
                    <a:pt x="2974" y="854"/>
                    <a:pt x="3076" y="1029"/>
                  </a:cubicBezTo>
                  <a:cubicBezTo>
                    <a:pt x="3121" y="1111"/>
                    <a:pt x="3146" y="1201"/>
                    <a:pt x="3146" y="1298"/>
                  </a:cubicBezTo>
                  <a:cubicBezTo>
                    <a:pt x="3146" y="1608"/>
                    <a:pt x="2881" y="1859"/>
                    <a:pt x="2551" y="1859"/>
                  </a:cubicBezTo>
                  <a:cubicBezTo>
                    <a:pt x="2222" y="1859"/>
                    <a:pt x="1955" y="1608"/>
                    <a:pt x="1955" y="1298"/>
                  </a:cubicBezTo>
                  <a:cubicBezTo>
                    <a:pt x="1955" y="1278"/>
                    <a:pt x="1956" y="1260"/>
                    <a:pt x="1958" y="1242"/>
                  </a:cubicBezTo>
                  <a:cubicBezTo>
                    <a:pt x="1989" y="957"/>
                    <a:pt x="2242" y="737"/>
                    <a:pt x="2551" y="737"/>
                  </a:cubicBezTo>
                  <a:close/>
                  <a:moveTo>
                    <a:pt x="1739" y="1948"/>
                  </a:moveTo>
                  <a:cubicBezTo>
                    <a:pt x="2068" y="1948"/>
                    <a:pt x="2335" y="2200"/>
                    <a:pt x="2335" y="2511"/>
                  </a:cubicBezTo>
                  <a:cubicBezTo>
                    <a:pt x="2335" y="2819"/>
                    <a:pt x="2068" y="3071"/>
                    <a:pt x="1739" y="3071"/>
                  </a:cubicBezTo>
                  <a:cubicBezTo>
                    <a:pt x="1409" y="3071"/>
                    <a:pt x="1144" y="2819"/>
                    <a:pt x="1144" y="2511"/>
                  </a:cubicBezTo>
                  <a:cubicBezTo>
                    <a:pt x="1144" y="2355"/>
                    <a:pt x="1210" y="2215"/>
                    <a:pt x="1317" y="2112"/>
                  </a:cubicBezTo>
                  <a:cubicBezTo>
                    <a:pt x="1425" y="2010"/>
                    <a:pt x="1575" y="1948"/>
                    <a:pt x="1739" y="1948"/>
                  </a:cubicBezTo>
                  <a:close/>
                  <a:moveTo>
                    <a:pt x="1739" y="0"/>
                  </a:moveTo>
                  <a:cubicBezTo>
                    <a:pt x="1110" y="0"/>
                    <a:pt x="557" y="335"/>
                    <a:pt x="252" y="837"/>
                  </a:cubicBezTo>
                  <a:cubicBezTo>
                    <a:pt x="91" y="1102"/>
                    <a:pt x="0" y="1408"/>
                    <a:pt x="0" y="1739"/>
                  </a:cubicBezTo>
                  <a:cubicBezTo>
                    <a:pt x="0" y="2368"/>
                    <a:pt x="336" y="2921"/>
                    <a:pt x="837" y="3226"/>
                  </a:cubicBezTo>
                  <a:cubicBezTo>
                    <a:pt x="1097" y="3384"/>
                    <a:pt x="1402" y="3476"/>
                    <a:pt x="1730" y="3478"/>
                  </a:cubicBezTo>
                  <a:lnTo>
                    <a:pt x="1739" y="3478"/>
                  </a:lnTo>
                  <a:cubicBezTo>
                    <a:pt x="2700" y="3478"/>
                    <a:pt x="3477" y="2699"/>
                    <a:pt x="3477" y="1739"/>
                  </a:cubicBezTo>
                  <a:cubicBezTo>
                    <a:pt x="3477" y="1469"/>
                    <a:pt x="3416" y="1212"/>
                    <a:pt x="3306" y="984"/>
                  </a:cubicBezTo>
                  <a:cubicBezTo>
                    <a:pt x="3258" y="884"/>
                    <a:pt x="3199" y="789"/>
                    <a:pt x="3132" y="699"/>
                  </a:cubicBezTo>
                  <a:cubicBezTo>
                    <a:pt x="2816" y="276"/>
                    <a:pt x="2310" y="0"/>
                    <a:pt x="1739"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64" name="Google Shape;764;p51"/>
            <p:cNvSpPr/>
            <p:nvPr/>
          </p:nvSpPr>
          <p:spPr>
            <a:xfrm>
              <a:off x="6884289" y="3410878"/>
              <a:ext cx="310364" cy="384156"/>
            </a:xfrm>
            <a:custGeom>
              <a:avLst/>
              <a:gdLst/>
              <a:ahLst/>
              <a:cxnLst/>
              <a:rect l="l" t="t" r="r" b="b"/>
              <a:pathLst>
                <a:path w="6372" h="7887" extrusionOk="0">
                  <a:moveTo>
                    <a:pt x="5451" y="4389"/>
                  </a:moveTo>
                  <a:lnTo>
                    <a:pt x="5451" y="4389"/>
                  </a:lnTo>
                  <a:cubicBezTo>
                    <a:pt x="5516" y="4553"/>
                    <a:pt x="5581" y="4719"/>
                    <a:pt x="5648" y="4881"/>
                  </a:cubicBezTo>
                  <a:cubicBezTo>
                    <a:pt x="5581" y="4719"/>
                    <a:pt x="5516" y="4555"/>
                    <a:pt x="5451" y="4389"/>
                  </a:cubicBezTo>
                  <a:close/>
                  <a:moveTo>
                    <a:pt x="1775" y="269"/>
                  </a:moveTo>
                  <a:cubicBezTo>
                    <a:pt x="2502" y="269"/>
                    <a:pt x="3326" y="729"/>
                    <a:pt x="3973" y="1656"/>
                  </a:cubicBezTo>
                  <a:cubicBezTo>
                    <a:pt x="4189" y="1964"/>
                    <a:pt x="4384" y="2324"/>
                    <a:pt x="4549" y="2737"/>
                  </a:cubicBezTo>
                  <a:cubicBezTo>
                    <a:pt x="5687" y="5567"/>
                    <a:pt x="6104" y="6977"/>
                    <a:pt x="5869" y="7273"/>
                  </a:cubicBezTo>
                  <a:cubicBezTo>
                    <a:pt x="5842" y="7308"/>
                    <a:pt x="5772" y="7324"/>
                    <a:pt x="5670" y="7324"/>
                  </a:cubicBezTo>
                  <a:cubicBezTo>
                    <a:pt x="5059" y="7324"/>
                    <a:pt x="3269" y="6749"/>
                    <a:pt x="2142" y="6322"/>
                  </a:cubicBezTo>
                  <a:cubicBezTo>
                    <a:pt x="1871" y="6217"/>
                    <a:pt x="1638" y="6122"/>
                    <a:pt x="1469" y="6045"/>
                  </a:cubicBezTo>
                  <a:cubicBezTo>
                    <a:pt x="719" y="5701"/>
                    <a:pt x="285" y="4420"/>
                    <a:pt x="124" y="3842"/>
                  </a:cubicBezTo>
                  <a:cubicBezTo>
                    <a:pt x="104" y="3659"/>
                    <a:pt x="91" y="3473"/>
                    <a:pt x="83" y="3290"/>
                  </a:cubicBezTo>
                  <a:cubicBezTo>
                    <a:pt x="67" y="2822"/>
                    <a:pt x="84" y="2351"/>
                    <a:pt x="168" y="1892"/>
                  </a:cubicBezTo>
                  <a:cubicBezTo>
                    <a:pt x="220" y="1606"/>
                    <a:pt x="293" y="1319"/>
                    <a:pt x="409" y="1054"/>
                  </a:cubicBezTo>
                  <a:cubicBezTo>
                    <a:pt x="731" y="532"/>
                    <a:pt x="1226" y="269"/>
                    <a:pt x="1775" y="269"/>
                  </a:cubicBezTo>
                  <a:close/>
                  <a:moveTo>
                    <a:pt x="1680" y="0"/>
                  </a:moveTo>
                  <a:cubicBezTo>
                    <a:pt x="1503" y="0"/>
                    <a:pt x="1322" y="30"/>
                    <a:pt x="1157" y="104"/>
                  </a:cubicBezTo>
                  <a:cubicBezTo>
                    <a:pt x="934" y="201"/>
                    <a:pt x="746" y="365"/>
                    <a:pt x="600" y="556"/>
                  </a:cubicBezTo>
                  <a:cubicBezTo>
                    <a:pt x="310" y="943"/>
                    <a:pt x="176" y="1415"/>
                    <a:pt x="94" y="1879"/>
                  </a:cubicBezTo>
                  <a:cubicBezTo>
                    <a:pt x="12" y="2345"/>
                    <a:pt x="1" y="2820"/>
                    <a:pt x="19" y="3293"/>
                  </a:cubicBezTo>
                  <a:cubicBezTo>
                    <a:pt x="43" y="3763"/>
                    <a:pt x="101" y="4234"/>
                    <a:pt x="210" y="4693"/>
                  </a:cubicBezTo>
                  <a:cubicBezTo>
                    <a:pt x="262" y="4924"/>
                    <a:pt x="330" y="5150"/>
                    <a:pt x="415" y="5372"/>
                  </a:cubicBezTo>
                  <a:cubicBezTo>
                    <a:pt x="501" y="5591"/>
                    <a:pt x="601" y="5808"/>
                    <a:pt x="753" y="5995"/>
                  </a:cubicBezTo>
                  <a:cubicBezTo>
                    <a:pt x="823" y="6093"/>
                    <a:pt x="927" y="6163"/>
                    <a:pt x="1020" y="6231"/>
                  </a:cubicBezTo>
                  <a:cubicBezTo>
                    <a:pt x="1115" y="6300"/>
                    <a:pt x="1212" y="6367"/>
                    <a:pt x="1308" y="6433"/>
                  </a:cubicBezTo>
                  <a:cubicBezTo>
                    <a:pt x="1505" y="6565"/>
                    <a:pt x="1704" y="6690"/>
                    <a:pt x="1910" y="6804"/>
                  </a:cubicBezTo>
                  <a:cubicBezTo>
                    <a:pt x="2323" y="7033"/>
                    <a:pt x="2760" y="7215"/>
                    <a:pt x="3208" y="7360"/>
                  </a:cubicBezTo>
                  <a:cubicBezTo>
                    <a:pt x="3843" y="7565"/>
                    <a:pt x="4497" y="7698"/>
                    <a:pt x="5157" y="7790"/>
                  </a:cubicBezTo>
                  <a:cubicBezTo>
                    <a:pt x="5409" y="7825"/>
                    <a:pt x="5677" y="7857"/>
                    <a:pt x="5961" y="7885"/>
                  </a:cubicBezTo>
                  <a:lnTo>
                    <a:pt x="5987" y="7885"/>
                  </a:lnTo>
                  <a:cubicBezTo>
                    <a:pt x="5995" y="7885"/>
                    <a:pt x="6004" y="7886"/>
                    <a:pt x="6012" y="7886"/>
                  </a:cubicBezTo>
                  <a:cubicBezTo>
                    <a:pt x="6012" y="7886"/>
                    <a:pt x="6012" y="7886"/>
                    <a:pt x="6013" y="7886"/>
                  </a:cubicBezTo>
                  <a:lnTo>
                    <a:pt x="6013" y="7886"/>
                  </a:lnTo>
                  <a:cubicBezTo>
                    <a:pt x="6006" y="7886"/>
                    <a:pt x="6000" y="7886"/>
                    <a:pt x="5994" y="7886"/>
                  </a:cubicBezTo>
                  <a:cubicBezTo>
                    <a:pt x="5993" y="7886"/>
                    <a:pt x="5992" y="7886"/>
                    <a:pt x="5991" y="7886"/>
                  </a:cubicBezTo>
                  <a:lnTo>
                    <a:pt x="5991" y="7886"/>
                  </a:lnTo>
                  <a:cubicBezTo>
                    <a:pt x="5997" y="7887"/>
                    <a:pt x="6002" y="7887"/>
                    <a:pt x="6008" y="7887"/>
                  </a:cubicBezTo>
                  <a:cubicBezTo>
                    <a:pt x="6037" y="7887"/>
                    <a:pt x="6066" y="7883"/>
                    <a:pt x="6094" y="7876"/>
                  </a:cubicBezTo>
                  <a:lnTo>
                    <a:pt x="6094" y="7876"/>
                  </a:lnTo>
                  <a:cubicBezTo>
                    <a:pt x="6067" y="7882"/>
                    <a:pt x="6040" y="7886"/>
                    <a:pt x="6013" y="7886"/>
                  </a:cubicBezTo>
                  <a:lnTo>
                    <a:pt x="6013" y="7886"/>
                  </a:lnTo>
                  <a:cubicBezTo>
                    <a:pt x="6184" y="7877"/>
                    <a:pt x="6329" y="7746"/>
                    <a:pt x="6344" y="7568"/>
                  </a:cubicBezTo>
                  <a:cubicBezTo>
                    <a:pt x="6371" y="7240"/>
                    <a:pt x="6319" y="6634"/>
                    <a:pt x="5934" y="5595"/>
                  </a:cubicBezTo>
                  <a:lnTo>
                    <a:pt x="5932" y="5594"/>
                  </a:lnTo>
                  <a:cubicBezTo>
                    <a:pt x="5892" y="5485"/>
                    <a:pt x="5848" y="5372"/>
                    <a:pt x="5800" y="5253"/>
                  </a:cubicBezTo>
                  <a:lnTo>
                    <a:pt x="5800" y="5253"/>
                  </a:lnTo>
                  <a:cubicBezTo>
                    <a:pt x="5817" y="5294"/>
                    <a:pt x="5836" y="5335"/>
                    <a:pt x="5853" y="5376"/>
                  </a:cubicBezTo>
                  <a:cubicBezTo>
                    <a:pt x="6025" y="5813"/>
                    <a:pt x="6179" y="6258"/>
                    <a:pt x="6277" y="6719"/>
                  </a:cubicBezTo>
                  <a:cubicBezTo>
                    <a:pt x="6325" y="6948"/>
                    <a:pt x="6360" y="7181"/>
                    <a:pt x="6361" y="7417"/>
                  </a:cubicBezTo>
                  <a:cubicBezTo>
                    <a:pt x="6361" y="7531"/>
                    <a:pt x="6364" y="7659"/>
                    <a:pt x="6285" y="7752"/>
                  </a:cubicBezTo>
                  <a:cubicBezTo>
                    <a:pt x="6238" y="7814"/>
                    <a:pt x="6169" y="7857"/>
                    <a:pt x="6094" y="7876"/>
                  </a:cubicBezTo>
                  <a:lnTo>
                    <a:pt x="6094" y="7876"/>
                  </a:lnTo>
                  <a:cubicBezTo>
                    <a:pt x="6170" y="7858"/>
                    <a:pt x="6240" y="7815"/>
                    <a:pt x="6288" y="7753"/>
                  </a:cubicBezTo>
                  <a:cubicBezTo>
                    <a:pt x="6367" y="7660"/>
                    <a:pt x="6366" y="7531"/>
                    <a:pt x="6367" y="7417"/>
                  </a:cubicBezTo>
                  <a:cubicBezTo>
                    <a:pt x="6367" y="7181"/>
                    <a:pt x="6333" y="6946"/>
                    <a:pt x="6288" y="6716"/>
                  </a:cubicBezTo>
                  <a:cubicBezTo>
                    <a:pt x="6193" y="6255"/>
                    <a:pt x="6041" y="5807"/>
                    <a:pt x="5872" y="5369"/>
                  </a:cubicBezTo>
                  <a:cubicBezTo>
                    <a:pt x="5509" y="4501"/>
                    <a:pt x="5205" y="3611"/>
                    <a:pt x="4829" y="2746"/>
                  </a:cubicBezTo>
                  <a:cubicBezTo>
                    <a:pt x="4640" y="2314"/>
                    <a:pt x="4433" y="1889"/>
                    <a:pt x="4170" y="1496"/>
                  </a:cubicBezTo>
                  <a:cubicBezTo>
                    <a:pt x="3910" y="1103"/>
                    <a:pt x="3594" y="738"/>
                    <a:pt x="3201" y="470"/>
                  </a:cubicBezTo>
                  <a:cubicBezTo>
                    <a:pt x="2809" y="201"/>
                    <a:pt x="2343" y="34"/>
                    <a:pt x="1867" y="10"/>
                  </a:cubicBezTo>
                  <a:cubicBezTo>
                    <a:pt x="1805" y="4"/>
                    <a:pt x="1743" y="0"/>
                    <a:pt x="168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65" name="Google Shape;765;p51"/>
            <p:cNvSpPr/>
            <p:nvPr/>
          </p:nvSpPr>
          <p:spPr>
            <a:xfrm>
              <a:off x="6995339" y="2803558"/>
              <a:ext cx="1415002" cy="620485"/>
            </a:xfrm>
            <a:custGeom>
              <a:avLst/>
              <a:gdLst/>
              <a:ahLst/>
              <a:cxnLst/>
              <a:rect l="l" t="t" r="r" b="b"/>
              <a:pathLst>
                <a:path w="29051" h="12739" extrusionOk="0">
                  <a:moveTo>
                    <a:pt x="9356" y="79"/>
                  </a:moveTo>
                  <a:lnTo>
                    <a:pt x="9356" y="79"/>
                  </a:lnTo>
                  <a:cubicBezTo>
                    <a:pt x="7086" y="164"/>
                    <a:pt x="4496" y="325"/>
                    <a:pt x="2691" y="635"/>
                  </a:cubicBezTo>
                  <a:lnTo>
                    <a:pt x="2691" y="636"/>
                  </a:lnTo>
                  <a:cubicBezTo>
                    <a:pt x="2691" y="636"/>
                    <a:pt x="312" y="2270"/>
                    <a:pt x="175" y="5613"/>
                  </a:cubicBezTo>
                  <a:cubicBezTo>
                    <a:pt x="122" y="6879"/>
                    <a:pt x="1" y="8208"/>
                    <a:pt x="63" y="9371"/>
                  </a:cubicBezTo>
                  <a:lnTo>
                    <a:pt x="9356" y="79"/>
                  </a:lnTo>
                  <a:close/>
                  <a:moveTo>
                    <a:pt x="15922" y="0"/>
                  </a:moveTo>
                  <a:lnTo>
                    <a:pt x="14234" y="1688"/>
                  </a:lnTo>
                  <a:lnTo>
                    <a:pt x="3185" y="12738"/>
                  </a:lnTo>
                  <a:lnTo>
                    <a:pt x="8433" y="12738"/>
                  </a:lnTo>
                  <a:lnTo>
                    <a:pt x="14233" y="6939"/>
                  </a:lnTo>
                  <a:lnTo>
                    <a:pt x="21005" y="167"/>
                  </a:lnTo>
                  <a:cubicBezTo>
                    <a:pt x="19104" y="61"/>
                    <a:pt x="17218" y="17"/>
                    <a:pt x="15922" y="0"/>
                  </a:cubicBezTo>
                  <a:close/>
                  <a:moveTo>
                    <a:pt x="27826" y="3388"/>
                  </a:moveTo>
                  <a:lnTo>
                    <a:pt x="18475" y="12738"/>
                  </a:lnTo>
                  <a:lnTo>
                    <a:pt x="25531" y="12738"/>
                  </a:lnTo>
                  <a:cubicBezTo>
                    <a:pt x="29050" y="12738"/>
                    <a:pt x="28430" y="8954"/>
                    <a:pt x="28293" y="5613"/>
                  </a:cubicBezTo>
                  <a:cubicBezTo>
                    <a:pt x="28259" y="4761"/>
                    <a:pt x="28078" y="4020"/>
                    <a:pt x="27826" y="3388"/>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66" name="Google Shape;766;p51"/>
            <p:cNvSpPr/>
            <p:nvPr/>
          </p:nvSpPr>
          <p:spPr>
            <a:xfrm>
              <a:off x="6912246" y="2738535"/>
              <a:ext cx="1552746" cy="1066646"/>
            </a:xfrm>
            <a:custGeom>
              <a:avLst/>
              <a:gdLst/>
              <a:ahLst/>
              <a:cxnLst/>
              <a:rect l="l" t="t" r="r" b="b"/>
              <a:pathLst>
                <a:path w="31879" h="21899" extrusionOk="0">
                  <a:moveTo>
                    <a:pt x="16019" y="1321"/>
                  </a:moveTo>
                  <a:cubicBezTo>
                    <a:pt x="16835" y="1321"/>
                    <a:pt x="23798" y="1340"/>
                    <a:pt x="27483" y="1970"/>
                  </a:cubicBezTo>
                  <a:lnTo>
                    <a:pt x="27483" y="1971"/>
                  </a:lnTo>
                  <a:cubicBezTo>
                    <a:pt x="27483" y="1971"/>
                    <a:pt x="29862" y="3605"/>
                    <a:pt x="29999" y="6948"/>
                  </a:cubicBezTo>
                  <a:cubicBezTo>
                    <a:pt x="30136" y="10289"/>
                    <a:pt x="30756" y="14073"/>
                    <a:pt x="27237" y="14073"/>
                  </a:cubicBezTo>
                  <a:lnTo>
                    <a:pt x="4642" y="14073"/>
                  </a:lnTo>
                  <a:cubicBezTo>
                    <a:pt x="1123" y="14073"/>
                    <a:pt x="1745" y="10289"/>
                    <a:pt x="1881" y="6948"/>
                  </a:cubicBezTo>
                  <a:cubicBezTo>
                    <a:pt x="2018" y="3605"/>
                    <a:pt x="4397" y="1971"/>
                    <a:pt x="4397" y="1971"/>
                  </a:cubicBezTo>
                  <a:lnTo>
                    <a:pt x="4397" y="1970"/>
                  </a:lnTo>
                  <a:cubicBezTo>
                    <a:pt x="8081" y="1340"/>
                    <a:pt x="15046" y="1321"/>
                    <a:pt x="15862" y="1321"/>
                  </a:cubicBezTo>
                  <a:cubicBezTo>
                    <a:pt x="15913" y="1321"/>
                    <a:pt x="15940" y="1321"/>
                    <a:pt x="15940" y="1321"/>
                  </a:cubicBezTo>
                  <a:cubicBezTo>
                    <a:pt x="15940" y="1321"/>
                    <a:pt x="15967" y="1321"/>
                    <a:pt x="16019" y="1321"/>
                  </a:cubicBezTo>
                  <a:close/>
                  <a:moveTo>
                    <a:pt x="15940" y="1"/>
                  </a:moveTo>
                  <a:cubicBezTo>
                    <a:pt x="15940" y="1"/>
                    <a:pt x="7742" y="43"/>
                    <a:pt x="3980" y="2047"/>
                  </a:cubicBezTo>
                  <a:cubicBezTo>
                    <a:pt x="3796" y="2144"/>
                    <a:pt x="3623" y="2247"/>
                    <a:pt x="3462" y="2353"/>
                  </a:cubicBezTo>
                  <a:cubicBezTo>
                    <a:pt x="1" y="4659"/>
                    <a:pt x="721" y="13895"/>
                    <a:pt x="721" y="13895"/>
                  </a:cubicBezTo>
                  <a:cubicBezTo>
                    <a:pt x="844" y="13858"/>
                    <a:pt x="975" y="13839"/>
                    <a:pt x="1117" y="13839"/>
                  </a:cubicBezTo>
                  <a:cubicBezTo>
                    <a:pt x="1137" y="13839"/>
                    <a:pt x="1156" y="13839"/>
                    <a:pt x="1175" y="13840"/>
                  </a:cubicBezTo>
                  <a:cubicBezTo>
                    <a:pt x="1704" y="13863"/>
                    <a:pt x="2146" y="14010"/>
                    <a:pt x="2524" y="14247"/>
                  </a:cubicBezTo>
                  <a:cubicBezTo>
                    <a:pt x="3014" y="14557"/>
                    <a:pt x="3396" y="15017"/>
                    <a:pt x="3719" y="15563"/>
                  </a:cubicBezTo>
                  <a:cubicBezTo>
                    <a:pt x="4992" y="16140"/>
                    <a:pt x="15940" y="16565"/>
                    <a:pt x="15940" y="16565"/>
                  </a:cubicBezTo>
                  <a:cubicBezTo>
                    <a:pt x="15940" y="16565"/>
                    <a:pt x="26888" y="16140"/>
                    <a:pt x="28160" y="15563"/>
                  </a:cubicBezTo>
                  <a:cubicBezTo>
                    <a:pt x="28485" y="15017"/>
                    <a:pt x="28867" y="14557"/>
                    <a:pt x="29356" y="14247"/>
                  </a:cubicBezTo>
                  <a:cubicBezTo>
                    <a:pt x="29734" y="14010"/>
                    <a:pt x="30177" y="13863"/>
                    <a:pt x="30704" y="13840"/>
                  </a:cubicBezTo>
                  <a:cubicBezTo>
                    <a:pt x="30723" y="13839"/>
                    <a:pt x="30743" y="13839"/>
                    <a:pt x="30762" y="13839"/>
                  </a:cubicBezTo>
                  <a:cubicBezTo>
                    <a:pt x="30905" y="13839"/>
                    <a:pt x="31037" y="13858"/>
                    <a:pt x="31159" y="13895"/>
                  </a:cubicBezTo>
                  <a:cubicBezTo>
                    <a:pt x="31158" y="13895"/>
                    <a:pt x="31879" y="4659"/>
                    <a:pt x="28417" y="2353"/>
                  </a:cubicBezTo>
                  <a:cubicBezTo>
                    <a:pt x="28256" y="2247"/>
                    <a:pt x="28085" y="2144"/>
                    <a:pt x="27900" y="2047"/>
                  </a:cubicBezTo>
                  <a:cubicBezTo>
                    <a:pt x="24137" y="43"/>
                    <a:pt x="15940" y="1"/>
                    <a:pt x="15940" y="1"/>
                  </a:cubicBezTo>
                  <a:close/>
                  <a:moveTo>
                    <a:pt x="14352" y="16685"/>
                  </a:moveTo>
                  <a:cubicBezTo>
                    <a:pt x="13461" y="16685"/>
                    <a:pt x="12954" y="17964"/>
                    <a:pt x="13489" y="18858"/>
                  </a:cubicBezTo>
                  <a:lnTo>
                    <a:pt x="14986" y="21358"/>
                  </a:lnTo>
                  <a:cubicBezTo>
                    <a:pt x="15202" y="21719"/>
                    <a:pt x="15526" y="21899"/>
                    <a:pt x="15849" y="21899"/>
                  </a:cubicBezTo>
                  <a:cubicBezTo>
                    <a:pt x="16172" y="21899"/>
                    <a:pt x="16496" y="21719"/>
                    <a:pt x="16712" y="21358"/>
                  </a:cubicBezTo>
                  <a:lnTo>
                    <a:pt x="18210" y="18858"/>
                  </a:lnTo>
                  <a:cubicBezTo>
                    <a:pt x="18746" y="17964"/>
                    <a:pt x="18239" y="16685"/>
                    <a:pt x="17347" y="16685"/>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67" name="Google Shape;767;p51"/>
            <p:cNvSpPr/>
            <p:nvPr/>
          </p:nvSpPr>
          <p:spPr>
            <a:xfrm>
              <a:off x="7543140" y="3296954"/>
              <a:ext cx="282211" cy="254058"/>
            </a:xfrm>
            <a:custGeom>
              <a:avLst/>
              <a:gdLst/>
              <a:ahLst/>
              <a:cxnLst/>
              <a:rect l="l" t="t" r="r" b="b"/>
              <a:pathLst>
                <a:path w="5794" h="5216" extrusionOk="0">
                  <a:moveTo>
                    <a:pt x="2896" y="1"/>
                  </a:moveTo>
                  <a:cubicBezTo>
                    <a:pt x="2573" y="1"/>
                    <a:pt x="2249" y="181"/>
                    <a:pt x="2033" y="542"/>
                  </a:cubicBezTo>
                  <a:lnTo>
                    <a:pt x="536" y="3042"/>
                  </a:lnTo>
                  <a:cubicBezTo>
                    <a:pt x="1" y="3937"/>
                    <a:pt x="508" y="5216"/>
                    <a:pt x="1399" y="5216"/>
                  </a:cubicBezTo>
                  <a:lnTo>
                    <a:pt x="4394" y="5216"/>
                  </a:lnTo>
                  <a:cubicBezTo>
                    <a:pt x="5286" y="5216"/>
                    <a:pt x="5793" y="3937"/>
                    <a:pt x="5257" y="3042"/>
                  </a:cubicBezTo>
                  <a:lnTo>
                    <a:pt x="3759" y="542"/>
                  </a:lnTo>
                  <a:cubicBezTo>
                    <a:pt x="3543" y="181"/>
                    <a:pt x="3219" y="1"/>
                    <a:pt x="289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68" name="Google Shape;768;p51"/>
            <p:cNvSpPr/>
            <p:nvPr/>
          </p:nvSpPr>
          <p:spPr>
            <a:xfrm>
              <a:off x="7608065" y="3569563"/>
              <a:ext cx="157520" cy="150847"/>
            </a:xfrm>
            <a:custGeom>
              <a:avLst/>
              <a:gdLst/>
              <a:ahLst/>
              <a:cxnLst/>
              <a:rect l="l" t="t" r="r" b="b"/>
              <a:pathLst>
                <a:path w="3234" h="3097" extrusionOk="0">
                  <a:moveTo>
                    <a:pt x="1616" y="415"/>
                  </a:moveTo>
                  <a:cubicBezTo>
                    <a:pt x="2242" y="415"/>
                    <a:pt x="2750" y="922"/>
                    <a:pt x="2750" y="1548"/>
                  </a:cubicBezTo>
                  <a:cubicBezTo>
                    <a:pt x="2750" y="2174"/>
                    <a:pt x="2242" y="2682"/>
                    <a:pt x="1616" y="2682"/>
                  </a:cubicBezTo>
                  <a:cubicBezTo>
                    <a:pt x="990" y="2682"/>
                    <a:pt x="483" y="2174"/>
                    <a:pt x="483" y="1548"/>
                  </a:cubicBezTo>
                  <a:cubicBezTo>
                    <a:pt x="483" y="922"/>
                    <a:pt x="990" y="415"/>
                    <a:pt x="1616" y="415"/>
                  </a:cubicBezTo>
                  <a:close/>
                  <a:moveTo>
                    <a:pt x="1616" y="1"/>
                  </a:moveTo>
                  <a:cubicBezTo>
                    <a:pt x="724" y="1"/>
                    <a:pt x="1" y="693"/>
                    <a:pt x="1" y="1548"/>
                  </a:cubicBezTo>
                  <a:cubicBezTo>
                    <a:pt x="1" y="2403"/>
                    <a:pt x="724" y="3096"/>
                    <a:pt x="1616" y="3096"/>
                  </a:cubicBezTo>
                  <a:cubicBezTo>
                    <a:pt x="2509" y="3096"/>
                    <a:pt x="3233" y="2403"/>
                    <a:pt x="3233" y="1548"/>
                  </a:cubicBezTo>
                  <a:cubicBezTo>
                    <a:pt x="3233" y="693"/>
                    <a:pt x="2509" y="1"/>
                    <a:pt x="1616"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69" name="Google Shape;769;p51"/>
            <p:cNvSpPr/>
            <p:nvPr/>
          </p:nvSpPr>
          <p:spPr>
            <a:xfrm>
              <a:off x="8342167" y="3631713"/>
              <a:ext cx="96490" cy="86212"/>
            </a:xfrm>
            <a:custGeom>
              <a:avLst/>
              <a:gdLst/>
              <a:ahLst/>
              <a:cxnLst/>
              <a:rect l="l" t="t" r="r" b="b"/>
              <a:pathLst>
                <a:path w="1981" h="1770" extrusionOk="0">
                  <a:moveTo>
                    <a:pt x="1814" y="1"/>
                  </a:moveTo>
                  <a:cubicBezTo>
                    <a:pt x="1814" y="1"/>
                    <a:pt x="1482" y="301"/>
                    <a:pt x="1059" y="301"/>
                  </a:cubicBezTo>
                  <a:cubicBezTo>
                    <a:pt x="1030" y="301"/>
                    <a:pt x="1001" y="299"/>
                    <a:pt x="971" y="296"/>
                  </a:cubicBezTo>
                  <a:cubicBezTo>
                    <a:pt x="971" y="296"/>
                    <a:pt x="563" y="1537"/>
                    <a:pt x="0" y="1769"/>
                  </a:cubicBezTo>
                  <a:cubicBezTo>
                    <a:pt x="0" y="1769"/>
                    <a:pt x="391" y="1724"/>
                    <a:pt x="841" y="1539"/>
                  </a:cubicBezTo>
                  <a:cubicBezTo>
                    <a:pt x="1239" y="1378"/>
                    <a:pt x="1684" y="1108"/>
                    <a:pt x="1951" y="668"/>
                  </a:cubicBezTo>
                  <a:cubicBezTo>
                    <a:pt x="1951" y="668"/>
                    <a:pt x="1981" y="268"/>
                    <a:pt x="1814" y="1"/>
                  </a:cubicBezTo>
                  <a:close/>
                </a:path>
              </a:pathLst>
            </a:custGeom>
            <a:solidFill>
              <a:srgbClr val="FFC2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70" name="Google Shape;770;p51"/>
            <p:cNvSpPr/>
            <p:nvPr/>
          </p:nvSpPr>
          <p:spPr>
            <a:xfrm>
              <a:off x="8194782" y="3423980"/>
              <a:ext cx="297457" cy="343680"/>
            </a:xfrm>
            <a:custGeom>
              <a:avLst/>
              <a:gdLst/>
              <a:ahLst/>
              <a:cxnLst/>
              <a:rect l="l" t="t" r="r" b="b"/>
              <a:pathLst>
                <a:path w="6107" h="7056" extrusionOk="0">
                  <a:moveTo>
                    <a:pt x="3807" y="753"/>
                  </a:moveTo>
                  <a:cubicBezTo>
                    <a:pt x="4437" y="753"/>
                    <a:pt x="4988" y="1090"/>
                    <a:pt x="5294" y="1590"/>
                  </a:cubicBezTo>
                  <a:cubicBezTo>
                    <a:pt x="5455" y="1855"/>
                    <a:pt x="5545" y="2161"/>
                    <a:pt x="5545" y="2492"/>
                  </a:cubicBezTo>
                  <a:cubicBezTo>
                    <a:pt x="5545" y="3122"/>
                    <a:pt x="5209" y="3674"/>
                    <a:pt x="4708" y="3979"/>
                  </a:cubicBezTo>
                  <a:cubicBezTo>
                    <a:pt x="4448" y="4139"/>
                    <a:pt x="4143" y="4229"/>
                    <a:pt x="3815" y="4231"/>
                  </a:cubicBezTo>
                  <a:lnTo>
                    <a:pt x="3807" y="4231"/>
                  </a:lnTo>
                  <a:cubicBezTo>
                    <a:pt x="2845" y="4231"/>
                    <a:pt x="2068" y="3453"/>
                    <a:pt x="2068" y="2492"/>
                  </a:cubicBezTo>
                  <a:cubicBezTo>
                    <a:pt x="2068" y="2222"/>
                    <a:pt x="2129" y="1966"/>
                    <a:pt x="2241" y="1737"/>
                  </a:cubicBezTo>
                  <a:cubicBezTo>
                    <a:pt x="2287" y="1637"/>
                    <a:pt x="2347" y="1542"/>
                    <a:pt x="2414" y="1452"/>
                  </a:cubicBezTo>
                  <a:cubicBezTo>
                    <a:pt x="2730" y="1029"/>
                    <a:pt x="3236" y="753"/>
                    <a:pt x="3807" y="753"/>
                  </a:cubicBezTo>
                  <a:close/>
                  <a:moveTo>
                    <a:pt x="4840" y="4266"/>
                  </a:moveTo>
                  <a:cubicBezTo>
                    <a:pt x="5007" y="4533"/>
                    <a:pt x="4977" y="4933"/>
                    <a:pt x="4977" y="4933"/>
                  </a:cubicBezTo>
                  <a:cubicBezTo>
                    <a:pt x="4710" y="5371"/>
                    <a:pt x="4265" y="5643"/>
                    <a:pt x="3867" y="5804"/>
                  </a:cubicBezTo>
                  <a:cubicBezTo>
                    <a:pt x="3417" y="5989"/>
                    <a:pt x="3026" y="6034"/>
                    <a:pt x="3026" y="6034"/>
                  </a:cubicBezTo>
                  <a:cubicBezTo>
                    <a:pt x="3589" y="5802"/>
                    <a:pt x="3997" y="4561"/>
                    <a:pt x="3997" y="4561"/>
                  </a:cubicBezTo>
                  <a:cubicBezTo>
                    <a:pt x="4026" y="4564"/>
                    <a:pt x="4055" y="4565"/>
                    <a:pt x="4083" y="4565"/>
                  </a:cubicBezTo>
                  <a:cubicBezTo>
                    <a:pt x="4507" y="4565"/>
                    <a:pt x="4840" y="4266"/>
                    <a:pt x="4840" y="4266"/>
                  </a:cubicBezTo>
                  <a:close/>
                  <a:moveTo>
                    <a:pt x="2163" y="3692"/>
                  </a:moveTo>
                  <a:cubicBezTo>
                    <a:pt x="2515" y="4274"/>
                    <a:pt x="3535" y="4516"/>
                    <a:pt x="3535" y="4516"/>
                  </a:cubicBezTo>
                  <a:cubicBezTo>
                    <a:pt x="3206" y="5825"/>
                    <a:pt x="2181" y="6086"/>
                    <a:pt x="1366" y="6352"/>
                  </a:cubicBezTo>
                  <a:cubicBezTo>
                    <a:pt x="1330" y="6364"/>
                    <a:pt x="1299" y="6369"/>
                    <a:pt x="1273" y="6369"/>
                  </a:cubicBezTo>
                  <a:cubicBezTo>
                    <a:pt x="687" y="6369"/>
                    <a:pt x="2163" y="3692"/>
                    <a:pt x="2163" y="3692"/>
                  </a:cubicBezTo>
                  <a:close/>
                  <a:moveTo>
                    <a:pt x="4330" y="0"/>
                  </a:moveTo>
                  <a:cubicBezTo>
                    <a:pt x="3603" y="0"/>
                    <a:pt x="2779" y="460"/>
                    <a:pt x="2132" y="1387"/>
                  </a:cubicBezTo>
                  <a:cubicBezTo>
                    <a:pt x="1915" y="1695"/>
                    <a:pt x="1720" y="2055"/>
                    <a:pt x="1555" y="2468"/>
                  </a:cubicBezTo>
                  <a:cubicBezTo>
                    <a:pt x="417" y="5298"/>
                    <a:pt x="0" y="6710"/>
                    <a:pt x="235" y="7004"/>
                  </a:cubicBezTo>
                  <a:cubicBezTo>
                    <a:pt x="263" y="7039"/>
                    <a:pt x="332" y="7055"/>
                    <a:pt x="434" y="7055"/>
                  </a:cubicBezTo>
                  <a:cubicBezTo>
                    <a:pt x="1046" y="7055"/>
                    <a:pt x="2837" y="6480"/>
                    <a:pt x="3962" y="6053"/>
                  </a:cubicBezTo>
                  <a:cubicBezTo>
                    <a:pt x="4233" y="5948"/>
                    <a:pt x="4467" y="5853"/>
                    <a:pt x="4635" y="5776"/>
                  </a:cubicBezTo>
                  <a:cubicBezTo>
                    <a:pt x="5614" y="5327"/>
                    <a:pt x="6054" y="3288"/>
                    <a:pt x="6054" y="3288"/>
                  </a:cubicBezTo>
                  <a:cubicBezTo>
                    <a:pt x="6106" y="2588"/>
                    <a:pt x="6071" y="1859"/>
                    <a:pt x="5910" y="1247"/>
                  </a:cubicBezTo>
                  <a:cubicBezTo>
                    <a:pt x="5628" y="418"/>
                    <a:pt x="5023" y="0"/>
                    <a:pt x="4330" y="0"/>
                  </a:cubicBezTo>
                  <a:close/>
                </a:path>
              </a:pathLst>
            </a:custGeom>
            <a:gradFill>
              <a:gsLst>
                <a:gs pos="0">
                  <a:schemeClr val="accent2"/>
                </a:gs>
                <a:gs pos="100000">
                  <a:schemeClr val="accent6"/>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71" name="Google Shape;771;p51"/>
            <p:cNvSpPr/>
            <p:nvPr/>
          </p:nvSpPr>
          <p:spPr>
            <a:xfrm>
              <a:off x="8228243" y="3603804"/>
              <a:ext cx="138768" cy="130439"/>
            </a:xfrm>
            <a:custGeom>
              <a:avLst/>
              <a:gdLst/>
              <a:ahLst/>
              <a:cxnLst/>
              <a:rect l="l" t="t" r="r" b="b"/>
              <a:pathLst>
                <a:path w="2849" h="2678" extrusionOk="0">
                  <a:moveTo>
                    <a:pt x="1476" y="0"/>
                  </a:moveTo>
                  <a:cubicBezTo>
                    <a:pt x="1476" y="0"/>
                    <a:pt x="0" y="2677"/>
                    <a:pt x="586" y="2677"/>
                  </a:cubicBezTo>
                  <a:cubicBezTo>
                    <a:pt x="612" y="2677"/>
                    <a:pt x="643" y="2672"/>
                    <a:pt x="679" y="2660"/>
                  </a:cubicBezTo>
                  <a:cubicBezTo>
                    <a:pt x="1494" y="2394"/>
                    <a:pt x="2519" y="2133"/>
                    <a:pt x="2848" y="824"/>
                  </a:cubicBezTo>
                  <a:cubicBezTo>
                    <a:pt x="2848" y="824"/>
                    <a:pt x="1828" y="582"/>
                    <a:pt x="147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72" name="Google Shape;772;p51"/>
            <p:cNvSpPr/>
            <p:nvPr/>
          </p:nvSpPr>
          <p:spPr>
            <a:xfrm>
              <a:off x="8295507" y="3460656"/>
              <a:ext cx="169405" cy="169405"/>
            </a:xfrm>
            <a:custGeom>
              <a:avLst/>
              <a:gdLst/>
              <a:ahLst/>
              <a:cxnLst/>
              <a:rect l="l" t="t" r="r" b="b"/>
              <a:pathLst>
                <a:path w="3478" h="3478" extrusionOk="0">
                  <a:moveTo>
                    <a:pt x="2448" y="649"/>
                  </a:moveTo>
                  <a:cubicBezTo>
                    <a:pt x="2653" y="649"/>
                    <a:pt x="2834" y="747"/>
                    <a:pt x="2943" y="895"/>
                  </a:cubicBezTo>
                  <a:cubicBezTo>
                    <a:pt x="3007" y="984"/>
                    <a:pt x="3043" y="1095"/>
                    <a:pt x="3043" y="1209"/>
                  </a:cubicBezTo>
                  <a:cubicBezTo>
                    <a:pt x="3043" y="1520"/>
                    <a:pt x="2776" y="1772"/>
                    <a:pt x="2448" y="1772"/>
                  </a:cubicBezTo>
                  <a:cubicBezTo>
                    <a:pt x="2123" y="1772"/>
                    <a:pt x="1859" y="1527"/>
                    <a:pt x="1852" y="1220"/>
                  </a:cubicBezTo>
                  <a:lnTo>
                    <a:pt x="1852" y="1209"/>
                  </a:lnTo>
                  <a:cubicBezTo>
                    <a:pt x="1852" y="899"/>
                    <a:pt x="2119" y="649"/>
                    <a:pt x="2448" y="649"/>
                  </a:cubicBezTo>
                  <a:close/>
                  <a:moveTo>
                    <a:pt x="926" y="737"/>
                  </a:moveTo>
                  <a:cubicBezTo>
                    <a:pt x="1235" y="737"/>
                    <a:pt x="1488" y="957"/>
                    <a:pt x="1520" y="1242"/>
                  </a:cubicBezTo>
                  <a:cubicBezTo>
                    <a:pt x="1521" y="1260"/>
                    <a:pt x="1522" y="1278"/>
                    <a:pt x="1522" y="1298"/>
                  </a:cubicBezTo>
                  <a:cubicBezTo>
                    <a:pt x="1522" y="1608"/>
                    <a:pt x="1255" y="1859"/>
                    <a:pt x="926" y="1859"/>
                  </a:cubicBezTo>
                  <a:cubicBezTo>
                    <a:pt x="598" y="1859"/>
                    <a:pt x="331" y="1608"/>
                    <a:pt x="331" y="1298"/>
                  </a:cubicBezTo>
                  <a:cubicBezTo>
                    <a:pt x="331" y="1201"/>
                    <a:pt x="356" y="1111"/>
                    <a:pt x="401" y="1029"/>
                  </a:cubicBezTo>
                  <a:cubicBezTo>
                    <a:pt x="503" y="854"/>
                    <a:pt x="700" y="737"/>
                    <a:pt x="926" y="737"/>
                  </a:cubicBezTo>
                  <a:close/>
                  <a:moveTo>
                    <a:pt x="1739" y="1948"/>
                  </a:moveTo>
                  <a:cubicBezTo>
                    <a:pt x="1903" y="1948"/>
                    <a:pt x="2052" y="2010"/>
                    <a:pt x="2161" y="2112"/>
                  </a:cubicBezTo>
                  <a:cubicBezTo>
                    <a:pt x="2267" y="2215"/>
                    <a:pt x="2335" y="2355"/>
                    <a:pt x="2335" y="2511"/>
                  </a:cubicBezTo>
                  <a:cubicBezTo>
                    <a:pt x="2335" y="2819"/>
                    <a:pt x="2068" y="3071"/>
                    <a:pt x="1739" y="3071"/>
                  </a:cubicBezTo>
                  <a:cubicBezTo>
                    <a:pt x="1409" y="3071"/>
                    <a:pt x="1142" y="2819"/>
                    <a:pt x="1142" y="2511"/>
                  </a:cubicBezTo>
                  <a:cubicBezTo>
                    <a:pt x="1142" y="2200"/>
                    <a:pt x="1409" y="1948"/>
                    <a:pt x="1739" y="1948"/>
                  </a:cubicBezTo>
                  <a:close/>
                  <a:moveTo>
                    <a:pt x="1739" y="0"/>
                  </a:moveTo>
                  <a:cubicBezTo>
                    <a:pt x="1168" y="0"/>
                    <a:pt x="662" y="275"/>
                    <a:pt x="345" y="699"/>
                  </a:cubicBezTo>
                  <a:cubicBezTo>
                    <a:pt x="279" y="789"/>
                    <a:pt x="219" y="882"/>
                    <a:pt x="171" y="984"/>
                  </a:cubicBezTo>
                  <a:cubicBezTo>
                    <a:pt x="61" y="1212"/>
                    <a:pt x="0" y="1469"/>
                    <a:pt x="0" y="1739"/>
                  </a:cubicBezTo>
                  <a:cubicBezTo>
                    <a:pt x="0" y="2700"/>
                    <a:pt x="777" y="3478"/>
                    <a:pt x="1739" y="3478"/>
                  </a:cubicBezTo>
                  <a:lnTo>
                    <a:pt x="1747" y="3478"/>
                  </a:lnTo>
                  <a:cubicBezTo>
                    <a:pt x="2075" y="3476"/>
                    <a:pt x="2380" y="3384"/>
                    <a:pt x="2640" y="3226"/>
                  </a:cubicBezTo>
                  <a:cubicBezTo>
                    <a:pt x="3141" y="2921"/>
                    <a:pt x="3477" y="2368"/>
                    <a:pt x="3477" y="1739"/>
                  </a:cubicBezTo>
                  <a:cubicBezTo>
                    <a:pt x="3477" y="1408"/>
                    <a:pt x="3387" y="1100"/>
                    <a:pt x="3226" y="837"/>
                  </a:cubicBezTo>
                  <a:cubicBezTo>
                    <a:pt x="2920" y="335"/>
                    <a:pt x="2368" y="0"/>
                    <a:pt x="1739"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73" name="Google Shape;773;p51"/>
            <p:cNvSpPr/>
            <p:nvPr/>
          </p:nvSpPr>
          <p:spPr>
            <a:xfrm>
              <a:off x="8181777" y="3410878"/>
              <a:ext cx="310315" cy="384156"/>
            </a:xfrm>
            <a:custGeom>
              <a:avLst/>
              <a:gdLst/>
              <a:ahLst/>
              <a:cxnLst/>
              <a:rect l="l" t="t" r="r" b="b"/>
              <a:pathLst>
                <a:path w="6371" h="7887" extrusionOk="0">
                  <a:moveTo>
                    <a:pt x="920" y="4389"/>
                  </a:moveTo>
                  <a:cubicBezTo>
                    <a:pt x="855" y="4555"/>
                    <a:pt x="790" y="4719"/>
                    <a:pt x="724" y="4883"/>
                  </a:cubicBezTo>
                  <a:cubicBezTo>
                    <a:pt x="790" y="4719"/>
                    <a:pt x="855" y="4553"/>
                    <a:pt x="920" y="4389"/>
                  </a:cubicBezTo>
                  <a:close/>
                  <a:moveTo>
                    <a:pt x="4596" y="269"/>
                  </a:moveTo>
                  <a:cubicBezTo>
                    <a:pt x="5146" y="269"/>
                    <a:pt x="5640" y="532"/>
                    <a:pt x="5962" y="1054"/>
                  </a:cubicBezTo>
                  <a:cubicBezTo>
                    <a:pt x="6078" y="1319"/>
                    <a:pt x="6153" y="1606"/>
                    <a:pt x="6204" y="1892"/>
                  </a:cubicBezTo>
                  <a:cubicBezTo>
                    <a:pt x="6289" y="2351"/>
                    <a:pt x="6304" y="2822"/>
                    <a:pt x="6290" y="3290"/>
                  </a:cubicBezTo>
                  <a:cubicBezTo>
                    <a:pt x="6281" y="3475"/>
                    <a:pt x="6267" y="3659"/>
                    <a:pt x="6248" y="3842"/>
                  </a:cubicBezTo>
                  <a:cubicBezTo>
                    <a:pt x="6086" y="4420"/>
                    <a:pt x="5654" y="5701"/>
                    <a:pt x="4902" y="6045"/>
                  </a:cubicBezTo>
                  <a:cubicBezTo>
                    <a:pt x="4734" y="6122"/>
                    <a:pt x="4500" y="6217"/>
                    <a:pt x="4229" y="6322"/>
                  </a:cubicBezTo>
                  <a:cubicBezTo>
                    <a:pt x="3104" y="6749"/>
                    <a:pt x="1313" y="7324"/>
                    <a:pt x="701" y="7324"/>
                  </a:cubicBezTo>
                  <a:cubicBezTo>
                    <a:pt x="599" y="7324"/>
                    <a:pt x="530" y="7308"/>
                    <a:pt x="502" y="7273"/>
                  </a:cubicBezTo>
                  <a:cubicBezTo>
                    <a:pt x="267" y="6979"/>
                    <a:pt x="684" y="5567"/>
                    <a:pt x="1822" y="2737"/>
                  </a:cubicBezTo>
                  <a:cubicBezTo>
                    <a:pt x="1987" y="2324"/>
                    <a:pt x="2182" y="1964"/>
                    <a:pt x="2399" y="1656"/>
                  </a:cubicBezTo>
                  <a:cubicBezTo>
                    <a:pt x="3045" y="729"/>
                    <a:pt x="3869" y="269"/>
                    <a:pt x="4596" y="269"/>
                  </a:cubicBezTo>
                  <a:close/>
                  <a:moveTo>
                    <a:pt x="4691" y="0"/>
                  </a:moveTo>
                  <a:cubicBezTo>
                    <a:pt x="4628" y="0"/>
                    <a:pt x="4566" y="4"/>
                    <a:pt x="4505" y="10"/>
                  </a:cubicBezTo>
                  <a:cubicBezTo>
                    <a:pt x="4028" y="34"/>
                    <a:pt x="3562" y="201"/>
                    <a:pt x="3170" y="470"/>
                  </a:cubicBezTo>
                  <a:cubicBezTo>
                    <a:pt x="2777" y="738"/>
                    <a:pt x="2462" y="1103"/>
                    <a:pt x="2201" y="1496"/>
                  </a:cubicBezTo>
                  <a:cubicBezTo>
                    <a:pt x="1938" y="1889"/>
                    <a:pt x="1732" y="2316"/>
                    <a:pt x="1542" y="2747"/>
                  </a:cubicBezTo>
                  <a:cubicBezTo>
                    <a:pt x="1168" y="3611"/>
                    <a:pt x="864" y="4501"/>
                    <a:pt x="499" y="5369"/>
                  </a:cubicBezTo>
                  <a:cubicBezTo>
                    <a:pt x="331" y="5807"/>
                    <a:pt x="178" y="6255"/>
                    <a:pt x="83" y="6716"/>
                  </a:cubicBezTo>
                  <a:cubicBezTo>
                    <a:pt x="38" y="6946"/>
                    <a:pt x="4" y="7181"/>
                    <a:pt x="4" y="7417"/>
                  </a:cubicBezTo>
                  <a:cubicBezTo>
                    <a:pt x="6" y="7531"/>
                    <a:pt x="4" y="7660"/>
                    <a:pt x="83" y="7753"/>
                  </a:cubicBezTo>
                  <a:cubicBezTo>
                    <a:pt x="132" y="7816"/>
                    <a:pt x="204" y="7859"/>
                    <a:pt x="281" y="7877"/>
                  </a:cubicBezTo>
                  <a:lnTo>
                    <a:pt x="281" y="7877"/>
                  </a:lnTo>
                  <a:cubicBezTo>
                    <a:pt x="204" y="7858"/>
                    <a:pt x="134" y="7814"/>
                    <a:pt x="86" y="7752"/>
                  </a:cubicBezTo>
                  <a:cubicBezTo>
                    <a:pt x="7" y="7659"/>
                    <a:pt x="10" y="7531"/>
                    <a:pt x="10" y="7417"/>
                  </a:cubicBezTo>
                  <a:cubicBezTo>
                    <a:pt x="11" y="7181"/>
                    <a:pt x="47" y="6948"/>
                    <a:pt x="95" y="6719"/>
                  </a:cubicBezTo>
                  <a:cubicBezTo>
                    <a:pt x="192" y="6258"/>
                    <a:pt x="348" y="5813"/>
                    <a:pt x="519" y="5376"/>
                  </a:cubicBezTo>
                  <a:cubicBezTo>
                    <a:pt x="536" y="5335"/>
                    <a:pt x="554" y="5294"/>
                    <a:pt x="571" y="5253"/>
                  </a:cubicBezTo>
                  <a:lnTo>
                    <a:pt x="571" y="5253"/>
                  </a:lnTo>
                  <a:cubicBezTo>
                    <a:pt x="523" y="5372"/>
                    <a:pt x="479" y="5485"/>
                    <a:pt x="440" y="5594"/>
                  </a:cubicBezTo>
                  <a:lnTo>
                    <a:pt x="437" y="5595"/>
                  </a:lnTo>
                  <a:cubicBezTo>
                    <a:pt x="52" y="6634"/>
                    <a:pt x="0" y="7240"/>
                    <a:pt x="27" y="7570"/>
                  </a:cubicBezTo>
                  <a:cubicBezTo>
                    <a:pt x="43" y="7745"/>
                    <a:pt x="185" y="7876"/>
                    <a:pt x="355" y="7886"/>
                  </a:cubicBezTo>
                  <a:lnTo>
                    <a:pt x="355" y="7886"/>
                  </a:lnTo>
                  <a:cubicBezTo>
                    <a:pt x="357" y="7886"/>
                    <a:pt x="359" y="7886"/>
                    <a:pt x="360" y="7886"/>
                  </a:cubicBezTo>
                  <a:cubicBezTo>
                    <a:pt x="369" y="7886"/>
                    <a:pt x="377" y="7885"/>
                    <a:pt x="386" y="7885"/>
                  </a:cubicBezTo>
                  <a:lnTo>
                    <a:pt x="410" y="7885"/>
                  </a:lnTo>
                  <a:cubicBezTo>
                    <a:pt x="694" y="7857"/>
                    <a:pt x="963" y="7825"/>
                    <a:pt x="1216" y="7790"/>
                  </a:cubicBezTo>
                  <a:cubicBezTo>
                    <a:pt x="1874" y="7698"/>
                    <a:pt x="2529" y="7565"/>
                    <a:pt x="3163" y="7360"/>
                  </a:cubicBezTo>
                  <a:cubicBezTo>
                    <a:pt x="3611" y="7215"/>
                    <a:pt x="4048" y="7033"/>
                    <a:pt x="4461" y="6804"/>
                  </a:cubicBezTo>
                  <a:cubicBezTo>
                    <a:pt x="4667" y="6690"/>
                    <a:pt x="4867" y="6565"/>
                    <a:pt x="5063" y="6435"/>
                  </a:cubicBezTo>
                  <a:cubicBezTo>
                    <a:pt x="5159" y="6367"/>
                    <a:pt x="5257" y="6300"/>
                    <a:pt x="5351" y="6231"/>
                  </a:cubicBezTo>
                  <a:cubicBezTo>
                    <a:pt x="5445" y="6163"/>
                    <a:pt x="5548" y="6093"/>
                    <a:pt x="5619" y="5995"/>
                  </a:cubicBezTo>
                  <a:cubicBezTo>
                    <a:pt x="5770" y="5808"/>
                    <a:pt x="5870" y="5591"/>
                    <a:pt x="5956" y="5372"/>
                  </a:cubicBezTo>
                  <a:cubicBezTo>
                    <a:pt x="6041" y="5150"/>
                    <a:pt x="6109" y="4924"/>
                    <a:pt x="6161" y="4693"/>
                  </a:cubicBezTo>
                  <a:cubicBezTo>
                    <a:pt x="6270" y="4234"/>
                    <a:pt x="6328" y="3763"/>
                    <a:pt x="6354" y="3293"/>
                  </a:cubicBezTo>
                  <a:cubicBezTo>
                    <a:pt x="6371" y="2820"/>
                    <a:pt x="6359" y="2345"/>
                    <a:pt x="6277" y="1879"/>
                  </a:cubicBezTo>
                  <a:cubicBezTo>
                    <a:pt x="6195" y="1415"/>
                    <a:pt x="6061" y="943"/>
                    <a:pt x="5771" y="556"/>
                  </a:cubicBezTo>
                  <a:cubicBezTo>
                    <a:pt x="5626" y="365"/>
                    <a:pt x="5438" y="201"/>
                    <a:pt x="5214" y="104"/>
                  </a:cubicBezTo>
                  <a:cubicBezTo>
                    <a:pt x="5049" y="30"/>
                    <a:pt x="4869" y="0"/>
                    <a:pt x="4691" y="0"/>
                  </a:cubicBezTo>
                  <a:close/>
                  <a:moveTo>
                    <a:pt x="281" y="7877"/>
                  </a:moveTo>
                  <a:cubicBezTo>
                    <a:pt x="308" y="7883"/>
                    <a:pt x="336" y="7887"/>
                    <a:pt x="363" y="7887"/>
                  </a:cubicBezTo>
                  <a:cubicBezTo>
                    <a:pt x="369" y="7887"/>
                    <a:pt x="375" y="7887"/>
                    <a:pt x="380" y="7886"/>
                  </a:cubicBezTo>
                  <a:lnTo>
                    <a:pt x="380" y="7886"/>
                  </a:lnTo>
                  <a:cubicBezTo>
                    <a:pt x="378" y="7886"/>
                    <a:pt x="377" y="7886"/>
                    <a:pt x="375" y="7886"/>
                  </a:cubicBezTo>
                  <a:cubicBezTo>
                    <a:pt x="368" y="7886"/>
                    <a:pt x="361" y="7886"/>
                    <a:pt x="355" y="7886"/>
                  </a:cubicBezTo>
                  <a:lnTo>
                    <a:pt x="355" y="7886"/>
                  </a:lnTo>
                  <a:cubicBezTo>
                    <a:pt x="330" y="7885"/>
                    <a:pt x="305" y="7882"/>
                    <a:pt x="281" y="7877"/>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774" name="Google Shape;774;p51"/>
          <p:cNvSpPr/>
          <p:nvPr/>
        </p:nvSpPr>
        <p:spPr>
          <a:xfrm>
            <a:off x="10405703" y="1596243"/>
            <a:ext cx="700953" cy="1563370"/>
          </a:xfrm>
          <a:custGeom>
            <a:avLst/>
            <a:gdLst/>
            <a:ahLst/>
            <a:cxnLst/>
            <a:rect l="l" t="t" r="r" b="b"/>
            <a:pathLst>
              <a:path w="11869" h="26472" extrusionOk="0">
                <a:moveTo>
                  <a:pt x="3136" y="0"/>
                </a:moveTo>
                <a:cubicBezTo>
                  <a:pt x="3136" y="1"/>
                  <a:pt x="3529" y="4229"/>
                  <a:pt x="3824" y="4574"/>
                </a:cubicBezTo>
                <a:cubicBezTo>
                  <a:pt x="4120" y="4918"/>
                  <a:pt x="4610" y="5509"/>
                  <a:pt x="4610" y="5509"/>
                </a:cubicBezTo>
                <a:lnTo>
                  <a:pt x="4610" y="5985"/>
                </a:lnTo>
                <a:cubicBezTo>
                  <a:pt x="4333" y="6152"/>
                  <a:pt x="4161" y="6470"/>
                  <a:pt x="4196" y="6813"/>
                </a:cubicBezTo>
                <a:cubicBezTo>
                  <a:pt x="4210" y="6946"/>
                  <a:pt x="4254" y="7069"/>
                  <a:pt x="4319" y="7177"/>
                </a:cubicBezTo>
                <a:cubicBezTo>
                  <a:pt x="3857" y="7640"/>
                  <a:pt x="1" y="11513"/>
                  <a:pt x="185" y="11605"/>
                </a:cubicBezTo>
                <a:cubicBezTo>
                  <a:pt x="189" y="11607"/>
                  <a:pt x="195" y="11608"/>
                  <a:pt x="202" y="11608"/>
                </a:cubicBezTo>
                <a:cubicBezTo>
                  <a:pt x="514" y="11608"/>
                  <a:pt x="3433" y="9483"/>
                  <a:pt x="3578" y="9147"/>
                </a:cubicBezTo>
                <a:cubicBezTo>
                  <a:pt x="3725" y="8802"/>
                  <a:pt x="4267" y="8213"/>
                  <a:pt x="4364" y="7967"/>
                </a:cubicBezTo>
                <a:cubicBezTo>
                  <a:pt x="4412" y="7848"/>
                  <a:pt x="4527" y="7651"/>
                  <a:pt x="4634" y="7478"/>
                </a:cubicBezTo>
                <a:cubicBezTo>
                  <a:pt x="4689" y="7507"/>
                  <a:pt x="4746" y="7531"/>
                  <a:pt x="4807" y="7550"/>
                </a:cubicBezTo>
                <a:cubicBezTo>
                  <a:pt x="4623" y="10384"/>
                  <a:pt x="4558" y="26472"/>
                  <a:pt x="4558" y="26472"/>
                </a:cubicBezTo>
                <a:lnTo>
                  <a:pt x="6042" y="26472"/>
                </a:lnTo>
                <a:lnTo>
                  <a:pt x="5316" y="7545"/>
                </a:lnTo>
                <a:cubicBezTo>
                  <a:pt x="5556" y="7469"/>
                  <a:pt x="5745" y="7292"/>
                  <a:pt x="5843" y="7068"/>
                </a:cubicBezTo>
                <a:cubicBezTo>
                  <a:pt x="6909" y="7367"/>
                  <a:pt x="10825" y="8470"/>
                  <a:pt x="11309" y="8606"/>
                </a:cubicBezTo>
                <a:cubicBezTo>
                  <a:pt x="11485" y="8655"/>
                  <a:pt x="11593" y="8676"/>
                  <a:pt x="11659" y="8676"/>
                </a:cubicBezTo>
                <a:cubicBezTo>
                  <a:pt x="11804" y="8676"/>
                  <a:pt x="11755" y="8579"/>
                  <a:pt x="11801" y="8471"/>
                </a:cubicBezTo>
                <a:cubicBezTo>
                  <a:pt x="11868" y="8314"/>
                  <a:pt x="8533" y="7127"/>
                  <a:pt x="8196" y="6915"/>
                </a:cubicBezTo>
                <a:cubicBezTo>
                  <a:pt x="8060" y="6829"/>
                  <a:pt x="7832" y="6800"/>
                  <a:pt x="7590" y="6800"/>
                </a:cubicBezTo>
                <a:cubicBezTo>
                  <a:pt x="7234" y="6800"/>
                  <a:pt x="6847" y="6863"/>
                  <a:pt x="6674" y="6904"/>
                </a:cubicBezTo>
                <a:cubicBezTo>
                  <a:pt x="6639" y="6912"/>
                  <a:pt x="6600" y="6915"/>
                  <a:pt x="6557" y="6915"/>
                </a:cubicBezTo>
                <a:cubicBezTo>
                  <a:pt x="6355" y="6915"/>
                  <a:pt x="6083" y="6837"/>
                  <a:pt x="5913" y="6781"/>
                </a:cubicBezTo>
                <a:cubicBezTo>
                  <a:pt x="5916" y="6733"/>
                  <a:pt x="5915" y="6685"/>
                  <a:pt x="5911" y="6635"/>
                </a:cubicBezTo>
                <a:cubicBezTo>
                  <a:pt x="5865" y="6192"/>
                  <a:pt x="5490" y="5862"/>
                  <a:pt x="5054" y="5862"/>
                </a:cubicBezTo>
                <a:cubicBezTo>
                  <a:pt x="5032" y="5862"/>
                  <a:pt x="5010" y="5863"/>
                  <a:pt x="4988" y="5865"/>
                </a:cubicBezTo>
                <a:cubicBezTo>
                  <a:pt x="4678" y="4760"/>
                  <a:pt x="3352" y="88"/>
                  <a:pt x="313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75" name="Google Shape;775;p51"/>
          <p:cNvSpPr/>
          <p:nvPr/>
        </p:nvSpPr>
        <p:spPr>
          <a:xfrm>
            <a:off x="10003997" y="2031659"/>
            <a:ext cx="481763" cy="1074498"/>
          </a:xfrm>
          <a:custGeom>
            <a:avLst/>
            <a:gdLst/>
            <a:ahLst/>
            <a:cxnLst/>
            <a:rect l="l" t="t" r="r" b="b"/>
            <a:pathLst>
              <a:path w="11869" h="26472" extrusionOk="0">
                <a:moveTo>
                  <a:pt x="3136" y="0"/>
                </a:moveTo>
                <a:cubicBezTo>
                  <a:pt x="3136" y="1"/>
                  <a:pt x="3529" y="4229"/>
                  <a:pt x="3824" y="4574"/>
                </a:cubicBezTo>
                <a:cubicBezTo>
                  <a:pt x="4120" y="4918"/>
                  <a:pt x="4610" y="5509"/>
                  <a:pt x="4610" y="5509"/>
                </a:cubicBezTo>
                <a:lnTo>
                  <a:pt x="4610" y="5985"/>
                </a:lnTo>
                <a:cubicBezTo>
                  <a:pt x="4333" y="6152"/>
                  <a:pt x="4161" y="6470"/>
                  <a:pt x="4196" y="6813"/>
                </a:cubicBezTo>
                <a:cubicBezTo>
                  <a:pt x="4210" y="6946"/>
                  <a:pt x="4254" y="7069"/>
                  <a:pt x="4319" y="7177"/>
                </a:cubicBezTo>
                <a:cubicBezTo>
                  <a:pt x="3857" y="7640"/>
                  <a:pt x="1" y="11513"/>
                  <a:pt x="185" y="11605"/>
                </a:cubicBezTo>
                <a:cubicBezTo>
                  <a:pt x="189" y="11607"/>
                  <a:pt x="195" y="11608"/>
                  <a:pt x="202" y="11608"/>
                </a:cubicBezTo>
                <a:cubicBezTo>
                  <a:pt x="514" y="11608"/>
                  <a:pt x="3433" y="9483"/>
                  <a:pt x="3578" y="9147"/>
                </a:cubicBezTo>
                <a:cubicBezTo>
                  <a:pt x="3725" y="8802"/>
                  <a:pt x="4267" y="8213"/>
                  <a:pt x="4364" y="7967"/>
                </a:cubicBezTo>
                <a:cubicBezTo>
                  <a:pt x="4412" y="7848"/>
                  <a:pt x="4527" y="7651"/>
                  <a:pt x="4634" y="7478"/>
                </a:cubicBezTo>
                <a:cubicBezTo>
                  <a:pt x="4689" y="7507"/>
                  <a:pt x="4746" y="7531"/>
                  <a:pt x="4807" y="7550"/>
                </a:cubicBezTo>
                <a:cubicBezTo>
                  <a:pt x="4623" y="10384"/>
                  <a:pt x="4558" y="26472"/>
                  <a:pt x="4558" y="26472"/>
                </a:cubicBezTo>
                <a:lnTo>
                  <a:pt x="6042" y="26472"/>
                </a:lnTo>
                <a:lnTo>
                  <a:pt x="5316" y="7545"/>
                </a:lnTo>
                <a:cubicBezTo>
                  <a:pt x="5556" y="7469"/>
                  <a:pt x="5745" y="7292"/>
                  <a:pt x="5843" y="7068"/>
                </a:cubicBezTo>
                <a:cubicBezTo>
                  <a:pt x="6909" y="7367"/>
                  <a:pt x="10825" y="8470"/>
                  <a:pt x="11309" y="8606"/>
                </a:cubicBezTo>
                <a:cubicBezTo>
                  <a:pt x="11485" y="8655"/>
                  <a:pt x="11593" y="8676"/>
                  <a:pt x="11659" y="8676"/>
                </a:cubicBezTo>
                <a:cubicBezTo>
                  <a:pt x="11804" y="8676"/>
                  <a:pt x="11755" y="8579"/>
                  <a:pt x="11801" y="8471"/>
                </a:cubicBezTo>
                <a:cubicBezTo>
                  <a:pt x="11868" y="8314"/>
                  <a:pt x="8533" y="7127"/>
                  <a:pt x="8196" y="6915"/>
                </a:cubicBezTo>
                <a:cubicBezTo>
                  <a:pt x="8060" y="6829"/>
                  <a:pt x="7832" y="6800"/>
                  <a:pt x="7590" y="6800"/>
                </a:cubicBezTo>
                <a:cubicBezTo>
                  <a:pt x="7234" y="6800"/>
                  <a:pt x="6847" y="6863"/>
                  <a:pt x="6674" y="6904"/>
                </a:cubicBezTo>
                <a:cubicBezTo>
                  <a:pt x="6639" y="6912"/>
                  <a:pt x="6600" y="6915"/>
                  <a:pt x="6557" y="6915"/>
                </a:cubicBezTo>
                <a:cubicBezTo>
                  <a:pt x="6355" y="6915"/>
                  <a:pt x="6083" y="6837"/>
                  <a:pt x="5913" y="6781"/>
                </a:cubicBezTo>
                <a:cubicBezTo>
                  <a:pt x="5916" y="6733"/>
                  <a:pt x="5915" y="6685"/>
                  <a:pt x="5911" y="6635"/>
                </a:cubicBezTo>
                <a:cubicBezTo>
                  <a:pt x="5865" y="6192"/>
                  <a:pt x="5490" y="5862"/>
                  <a:pt x="5054" y="5862"/>
                </a:cubicBezTo>
                <a:cubicBezTo>
                  <a:pt x="5032" y="5862"/>
                  <a:pt x="5010" y="5863"/>
                  <a:pt x="4988" y="5865"/>
                </a:cubicBezTo>
                <a:cubicBezTo>
                  <a:pt x="4678" y="4760"/>
                  <a:pt x="3352" y="88"/>
                  <a:pt x="313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76" name="Google Shape;776;p51"/>
          <p:cNvSpPr/>
          <p:nvPr/>
        </p:nvSpPr>
        <p:spPr>
          <a:xfrm>
            <a:off x="8737778" y="2619514"/>
            <a:ext cx="267723" cy="340840"/>
          </a:xfrm>
          <a:custGeom>
            <a:avLst/>
            <a:gdLst/>
            <a:ahLst/>
            <a:cxnLst/>
            <a:rect l="l" t="t" r="r" b="b"/>
            <a:pathLst>
              <a:path w="13635" h="17361" extrusionOk="0">
                <a:moveTo>
                  <a:pt x="5674" y="7715"/>
                </a:moveTo>
                <a:cubicBezTo>
                  <a:pt x="5914" y="7856"/>
                  <a:pt x="6189" y="7933"/>
                  <a:pt x="6468" y="7933"/>
                </a:cubicBezTo>
                <a:cubicBezTo>
                  <a:pt x="6593" y="7933"/>
                  <a:pt x="6717" y="7917"/>
                  <a:pt x="6840" y="7887"/>
                </a:cubicBezTo>
                <a:lnTo>
                  <a:pt x="6840" y="7887"/>
                </a:lnTo>
                <a:lnTo>
                  <a:pt x="6570" y="10464"/>
                </a:lnTo>
                <a:lnTo>
                  <a:pt x="5083" y="9260"/>
                </a:lnTo>
                <a:cubicBezTo>
                  <a:pt x="5415" y="9058"/>
                  <a:pt x="5620" y="8695"/>
                  <a:pt x="5620" y="8309"/>
                </a:cubicBezTo>
                <a:cubicBezTo>
                  <a:pt x="5620" y="8176"/>
                  <a:pt x="5592" y="8043"/>
                  <a:pt x="5543" y="7910"/>
                </a:cubicBezTo>
                <a:lnTo>
                  <a:pt x="5548" y="7910"/>
                </a:lnTo>
                <a:cubicBezTo>
                  <a:pt x="5598" y="7848"/>
                  <a:pt x="5639" y="7783"/>
                  <a:pt x="5674" y="7715"/>
                </a:cubicBezTo>
                <a:close/>
                <a:moveTo>
                  <a:pt x="6474" y="0"/>
                </a:moveTo>
                <a:cubicBezTo>
                  <a:pt x="5875" y="0"/>
                  <a:pt x="5304" y="345"/>
                  <a:pt x="5042" y="928"/>
                </a:cubicBezTo>
                <a:lnTo>
                  <a:pt x="5037" y="932"/>
                </a:lnTo>
                <a:cubicBezTo>
                  <a:pt x="4228" y="1015"/>
                  <a:pt x="3646" y="1698"/>
                  <a:pt x="3646" y="2474"/>
                </a:cubicBezTo>
                <a:cubicBezTo>
                  <a:pt x="3646" y="2586"/>
                  <a:pt x="3656" y="2696"/>
                  <a:pt x="3678" y="2808"/>
                </a:cubicBezTo>
                <a:lnTo>
                  <a:pt x="3673" y="2808"/>
                </a:lnTo>
                <a:cubicBezTo>
                  <a:pt x="3154" y="3275"/>
                  <a:pt x="3027" y="4005"/>
                  <a:pt x="3291" y="4600"/>
                </a:cubicBezTo>
                <a:cubicBezTo>
                  <a:pt x="3253" y="4596"/>
                  <a:pt x="3216" y="4593"/>
                  <a:pt x="3179" y="4593"/>
                </a:cubicBezTo>
                <a:cubicBezTo>
                  <a:pt x="2935" y="4593"/>
                  <a:pt x="2686" y="4676"/>
                  <a:pt x="2480" y="4843"/>
                </a:cubicBezTo>
                <a:cubicBezTo>
                  <a:pt x="2347" y="4792"/>
                  <a:pt x="2214" y="4771"/>
                  <a:pt x="2081" y="4771"/>
                </a:cubicBezTo>
                <a:cubicBezTo>
                  <a:pt x="1588" y="4771"/>
                  <a:pt x="1138" y="5092"/>
                  <a:pt x="1005" y="5596"/>
                </a:cubicBezTo>
                <a:cubicBezTo>
                  <a:pt x="501" y="5731"/>
                  <a:pt x="173" y="6184"/>
                  <a:pt x="173" y="6673"/>
                </a:cubicBezTo>
                <a:cubicBezTo>
                  <a:pt x="173" y="6806"/>
                  <a:pt x="201" y="6939"/>
                  <a:pt x="251" y="7072"/>
                </a:cubicBezTo>
                <a:cubicBezTo>
                  <a:pt x="84" y="7283"/>
                  <a:pt x="0" y="7527"/>
                  <a:pt x="0" y="7777"/>
                </a:cubicBezTo>
                <a:cubicBezTo>
                  <a:pt x="0" y="8138"/>
                  <a:pt x="178" y="8492"/>
                  <a:pt x="511" y="8709"/>
                </a:cubicBezTo>
                <a:cubicBezTo>
                  <a:pt x="472" y="9352"/>
                  <a:pt x="988" y="9879"/>
                  <a:pt x="1626" y="9879"/>
                </a:cubicBezTo>
                <a:lnTo>
                  <a:pt x="1681" y="9879"/>
                </a:lnTo>
                <a:cubicBezTo>
                  <a:pt x="1897" y="10211"/>
                  <a:pt x="2253" y="10389"/>
                  <a:pt x="2620" y="10389"/>
                </a:cubicBezTo>
                <a:cubicBezTo>
                  <a:pt x="2863" y="10389"/>
                  <a:pt x="3113" y="10306"/>
                  <a:pt x="3318" y="10139"/>
                </a:cubicBezTo>
                <a:cubicBezTo>
                  <a:pt x="3451" y="10189"/>
                  <a:pt x="3584" y="10211"/>
                  <a:pt x="3718" y="10211"/>
                </a:cubicBezTo>
                <a:cubicBezTo>
                  <a:pt x="4104" y="10211"/>
                  <a:pt x="4467" y="10011"/>
                  <a:pt x="4669" y="9677"/>
                </a:cubicBezTo>
                <a:lnTo>
                  <a:pt x="6423" y="11842"/>
                </a:lnTo>
                <a:lnTo>
                  <a:pt x="6426" y="11841"/>
                </a:lnTo>
                <a:lnTo>
                  <a:pt x="6426" y="11841"/>
                </a:lnTo>
                <a:lnTo>
                  <a:pt x="5846" y="17361"/>
                </a:lnTo>
                <a:lnTo>
                  <a:pt x="8654" y="17361"/>
                </a:lnTo>
                <a:lnTo>
                  <a:pt x="8207" y="13100"/>
                </a:lnTo>
                <a:lnTo>
                  <a:pt x="10015" y="10870"/>
                </a:lnTo>
                <a:cubicBezTo>
                  <a:pt x="10162" y="11120"/>
                  <a:pt x="10433" y="11271"/>
                  <a:pt x="10727" y="11271"/>
                </a:cubicBezTo>
                <a:cubicBezTo>
                  <a:pt x="10828" y="11271"/>
                  <a:pt x="10928" y="11254"/>
                  <a:pt x="11027" y="11215"/>
                </a:cubicBezTo>
                <a:cubicBezTo>
                  <a:pt x="11182" y="11343"/>
                  <a:pt x="11367" y="11403"/>
                  <a:pt x="11551" y="11403"/>
                </a:cubicBezTo>
                <a:cubicBezTo>
                  <a:pt x="11822" y="11403"/>
                  <a:pt x="12089" y="11271"/>
                  <a:pt x="12248" y="11027"/>
                </a:cubicBezTo>
                <a:lnTo>
                  <a:pt x="12248" y="11021"/>
                </a:lnTo>
                <a:lnTo>
                  <a:pt x="12252" y="11021"/>
                </a:lnTo>
                <a:cubicBezTo>
                  <a:pt x="12269" y="11022"/>
                  <a:pt x="12285" y="11023"/>
                  <a:pt x="12301" y="11023"/>
                </a:cubicBezTo>
                <a:cubicBezTo>
                  <a:pt x="12773" y="11023"/>
                  <a:pt x="13151" y="10627"/>
                  <a:pt x="13129" y="10150"/>
                </a:cubicBezTo>
                <a:lnTo>
                  <a:pt x="13129" y="10145"/>
                </a:lnTo>
                <a:cubicBezTo>
                  <a:pt x="13546" y="9879"/>
                  <a:pt x="13635" y="9308"/>
                  <a:pt x="13324" y="8925"/>
                </a:cubicBezTo>
                <a:lnTo>
                  <a:pt x="13318" y="8919"/>
                </a:lnTo>
                <a:cubicBezTo>
                  <a:pt x="13356" y="8819"/>
                  <a:pt x="13373" y="8720"/>
                  <a:pt x="13373" y="8620"/>
                </a:cubicBezTo>
                <a:cubicBezTo>
                  <a:pt x="13373" y="8254"/>
                  <a:pt x="13130" y="7916"/>
                  <a:pt x="12758" y="7815"/>
                </a:cubicBezTo>
                <a:cubicBezTo>
                  <a:pt x="12658" y="7438"/>
                  <a:pt x="12320" y="7201"/>
                  <a:pt x="11954" y="7201"/>
                </a:cubicBezTo>
                <a:cubicBezTo>
                  <a:pt x="11854" y="7201"/>
                  <a:pt x="11753" y="7216"/>
                  <a:pt x="11654" y="7256"/>
                </a:cubicBezTo>
                <a:cubicBezTo>
                  <a:pt x="11499" y="7128"/>
                  <a:pt x="11310" y="7066"/>
                  <a:pt x="11127" y="7066"/>
                </a:cubicBezTo>
                <a:cubicBezTo>
                  <a:pt x="10856" y="7066"/>
                  <a:pt x="10589" y="7201"/>
                  <a:pt x="10429" y="7449"/>
                </a:cubicBezTo>
                <a:cubicBezTo>
                  <a:pt x="10413" y="7448"/>
                  <a:pt x="10397" y="7448"/>
                  <a:pt x="10381" y="7448"/>
                </a:cubicBezTo>
                <a:cubicBezTo>
                  <a:pt x="9925" y="7448"/>
                  <a:pt x="9553" y="7820"/>
                  <a:pt x="9553" y="8276"/>
                </a:cubicBezTo>
                <a:lnTo>
                  <a:pt x="9553" y="8326"/>
                </a:lnTo>
                <a:cubicBezTo>
                  <a:pt x="9302" y="8487"/>
                  <a:pt x="9175" y="8753"/>
                  <a:pt x="9175" y="9025"/>
                </a:cubicBezTo>
                <a:cubicBezTo>
                  <a:pt x="9175" y="9208"/>
                  <a:pt x="9230" y="9396"/>
                  <a:pt x="9358" y="9551"/>
                </a:cubicBezTo>
                <a:cubicBezTo>
                  <a:pt x="9202" y="9954"/>
                  <a:pt x="9383" y="10399"/>
                  <a:pt x="9749" y="10590"/>
                </a:cubicBezTo>
                <a:lnTo>
                  <a:pt x="8092" y="12002"/>
                </a:lnTo>
                <a:lnTo>
                  <a:pt x="7661" y="7887"/>
                </a:lnTo>
                <a:lnTo>
                  <a:pt x="7661" y="7887"/>
                </a:lnTo>
                <a:cubicBezTo>
                  <a:pt x="7783" y="7917"/>
                  <a:pt x="7909" y="7931"/>
                  <a:pt x="8032" y="7931"/>
                </a:cubicBezTo>
                <a:cubicBezTo>
                  <a:pt x="8625" y="7931"/>
                  <a:pt x="9196" y="7593"/>
                  <a:pt x="9458" y="7005"/>
                </a:cubicBezTo>
                <a:cubicBezTo>
                  <a:pt x="10268" y="6922"/>
                  <a:pt x="10856" y="6235"/>
                  <a:pt x="10856" y="5458"/>
                </a:cubicBezTo>
                <a:cubicBezTo>
                  <a:pt x="10856" y="5353"/>
                  <a:pt x="10845" y="5241"/>
                  <a:pt x="10822" y="5131"/>
                </a:cubicBezTo>
                <a:lnTo>
                  <a:pt x="10822" y="5126"/>
                </a:lnTo>
                <a:cubicBezTo>
                  <a:pt x="11165" y="4815"/>
                  <a:pt x="11338" y="4393"/>
                  <a:pt x="11338" y="3967"/>
                </a:cubicBezTo>
                <a:cubicBezTo>
                  <a:pt x="11338" y="3545"/>
                  <a:pt x="11165" y="3117"/>
                  <a:pt x="10822" y="2808"/>
                </a:cubicBezTo>
                <a:cubicBezTo>
                  <a:pt x="10845" y="2696"/>
                  <a:pt x="10856" y="2586"/>
                  <a:pt x="10856" y="2480"/>
                </a:cubicBezTo>
                <a:cubicBezTo>
                  <a:pt x="10856" y="1698"/>
                  <a:pt x="10268" y="1015"/>
                  <a:pt x="9458" y="932"/>
                </a:cubicBezTo>
                <a:lnTo>
                  <a:pt x="9458" y="928"/>
                </a:lnTo>
                <a:cubicBezTo>
                  <a:pt x="9196" y="345"/>
                  <a:pt x="8620" y="0"/>
                  <a:pt x="8026" y="0"/>
                </a:cubicBezTo>
                <a:cubicBezTo>
                  <a:pt x="7760" y="0"/>
                  <a:pt x="7495" y="67"/>
                  <a:pt x="7250" y="211"/>
                </a:cubicBezTo>
                <a:cubicBezTo>
                  <a:pt x="7000" y="67"/>
                  <a:pt x="6734" y="0"/>
                  <a:pt x="647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77" name="Google Shape;777;p51"/>
          <p:cNvSpPr/>
          <p:nvPr/>
        </p:nvSpPr>
        <p:spPr>
          <a:xfrm>
            <a:off x="6707328" y="3079893"/>
            <a:ext cx="1438201" cy="340819"/>
          </a:xfrm>
          <a:custGeom>
            <a:avLst/>
            <a:gdLst/>
            <a:ahLst/>
            <a:cxnLst/>
            <a:rect l="l" t="t" r="r" b="b"/>
            <a:pathLst>
              <a:path w="30587" h="7248" extrusionOk="0">
                <a:moveTo>
                  <a:pt x="15926" y="0"/>
                </a:moveTo>
                <a:cubicBezTo>
                  <a:pt x="13961" y="0"/>
                  <a:pt x="12266" y="6080"/>
                  <a:pt x="12266" y="6080"/>
                </a:cubicBezTo>
                <a:cubicBezTo>
                  <a:pt x="12266" y="6080"/>
                  <a:pt x="12617" y="3734"/>
                  <a:pt x="10866" y="3624"/>
                </a:cubicBezTo>
                <a:cubicBezTo>
                  <a:pt x="10828" y="3621"/>
                  <a:pt x="10789" y="3620"/>
                  <a:pt x="10751" y="3620"/>
                </a:cubicBezTo>
                <a:cubicBezTo>
                  <a:pt x="9060" y="3620"/>
                  <a:pt x="7833" y="5963"/>
                  <a:pt x="7833" y="5963"/>
                </a:cubicBezTo>
                <a:lnTo>
                  <a:pt x="1" y="7248"/>
                </a:lnTo>
                <a:lnTo>
                  <a:pt x="30587" y="7248"/>
                </a:lnTo>
                <a:cubicBezTo>
                  <a:pt x="30587" y="7248"/>
                  <a:pt x="23118" y="6780"/>
                  <a:pt x="22652" y="6080"/>
                </a:cubicBezTo>
                <a:cubicBezTo>
                  <a:pt x="22185" y="5381"/>
                  <a:pt x="21404" y="2579"/>
                  <a:pt x="19519" y="2346"/>
                </a:cubicBezTo>
                <a:cubicBezTo>
                  <a:pt x="19441" y="2336"/>
                  <a:pt x="19365" y="2332"/>
                  <a:pt x="19291" y="2332"/>
                </a:cubicBezTo>
                <a:cubicBezTo>
                  <a:pt x="18256" y="2332"/>
                  <a:pt x="17651" y="3241"/>
                  <a:pt x="17336" y="3955"/>
                </a:cubicBezTo>
                <a:lnTo>
                  <a:pt x="17336" y="3955"/>
                </a:lnTo>
                <a:cubicBezTo>
                  <a:pt x="17642" y="2843"/>
                  <a:pt x="17903" y="933"/>
                  <a:pt x="16414" y="130"/>
                </a:cubicBezTo>
                <a:cubicBezTo>
                  <a:pt x="16250" y="41"/>
                  <a:pt x="16087" y="0"/>
                  <a:pt x="1592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78" name="Google Shape;778;p51"/>
          <p:cNvSpPr/>
          <p:nvPr/>
        </p:nvSpPr>
        <p:spPr>
          <a:xfrm>
            <a:off x="8014135" y="1282416"/>
            <a:ext cx="1675785" cy="397136"/>
          </a:xfrm>
          <a:custGeom>
            <a:avLst/>
            <a:gdLst/>
            <a:ahLst/>
            <a:cxnLst/>
            <a:rect l="l" t="t" r="r" b="b"/>
            <a:pathLst>
              <a:path w="30587" h="7248" extrusionOk="0">
                <a:moveTo>
                  <a:pt x="15926" y="0"/>
                </a:moveTo>
                <a:cubicBezTo>
                  <a:pt x="13961" y="0"/>
                  <a:pt x="12266" y="6080"/>
                  <a:pt x="12266" y="6080"/>
                </a:cubicBezTo>
                <a:cubicBezTo>
                  <a:pt x="12266" y="6080"/>
                  <a:pt x="12617" y="3734"/>
                  <a:pt x="10866" y="3624"/>
                </a:cubicBezTo>
                <a:cubicBezTo>
                  <a:pt x="10828" y="3621"/>
                  <a:pt x="10789" y="3620"/>
                  <a:pt x="10751" y="3620"/>
                </a:cubicBezTo>
                <a:cubicBezTo>
                  <a:pt x="9060" y="3620"/>
                  <a:pt x="7833" y="5963"/>
                  <a:pt x="7833" y="5963"/>
                </a:cubicBezTo>
                <a:lnTo>
                  <a:pt x="1" y="7248"/>
                </a:lnTo>
                <a:lnTo>
                  <a:pt x="30587" y="7248"/>
                </a:lnTo>
                <a:cubicBezTo>
                  <a:pt x="30587" y="7248"/>
                  <a:pt x="23118" y="6780"/>
                  <a:pt x="22652" y="6080"/>
                </a:cubicBezTo>
                <a:cubicBezTo>
                  <a:pt x="22185" y="5381"/>
                  <a:pt x="21404" y="2579"/>
                  <a:pt x="19519" y="2346"/>
                </a:cubicBezTo>
                <a:cubicBezTo>
                  <a:pt x="19441" y="2336"/>
                  <a:pt x="19365" y="2332"/>
                  <a:pt x="19291" y="2332"/>
                </a:cubicBezTo>
                <a:cubicBezTo>
                  <a:pt x="18256" y="2332"/>
                  <a:pt x="17651" y="3241"/>
                  <a:pt x="17336" y="3955"/>
                </a:cubicBezTo>
                <a:lnTo>
                  <a:pt x="17336" y="3955"/>
                </a:lnTo>
                <a:cubicBezTo>
                  <a:pt x="17642" y="2843"/>
                  <a:pt x="17903" y="933"/>
                  <a:pt x="16414" y="130"/>
                </a:cubicBezTo>
                <a:cubicBezTo>
                  <a:pt x="16250" y="41"/>
                  <a:pt x="16087" y="0"/>
                  <a:pt x="1592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 name="TextBox 5">
            <a:extLst>
              <a:ext uri="{FF2B5EF4-FFF2-40B4-BE49-F238E27FC236}">
                <a16:creationId xmlns:a16="http://schemas.microsoft.com/office/drawing/2014/main" id="{B5B66297-1A54-4501-A744-9A94E6B68674}"/>
              </a:ext>
            </a:extLst>
          </p:cNvPr>
          <p:cNvSpPr txBox="1"/>
          <p:nvPr/>
        </p:nvSpPr>
        <p:spPr>
          <a:xfrm>
            <a:off x="1114703" y="243157"/>
            <a:ext cx="6237900" cy="4579395"/>
          </a:xfrm>
          <a:prstGeom prst="rect">
            <a:avLst/>
          </a:prstGeom>
          <a:noFill/>
        </p:spPr>
        <p:txBody>
          <a:bodyPr wrap="square" rtlCol="0">
            <a:spAutoFit/>
          </a:bodyPr>
          <a:lstStyle/>
          <a:p>
            <a:pPr marL="285750" indent="-285750">
              <a:lnSpc>
                <a:spcPct val="150000"/>
              </a:lnSpc>
              <a:buClr>
                <a:schemeClr val="accent1"/>
              </a:buClr>
              <a:buFont typeface="Arial" panose="020B0604020202020204" pitchFamily="34" charset="0"/>
              <a:buChar char="•"/>
            </a:pPr>
            <a:r>
              <a:rPr lang="en-US" sz="1400" dirty="0">
                <a:latin typeface="SF Pro Text" panose="00000500000000000000" pitchFamily="2" charset="0"/>
                <a:ea typeface="SF Pro Text" panose="00000500000000000000" pitchFamily="2" charset="0"/>
              </a:rPr>
              <a:t>A vehicle transmission is a system that controls power delivery, adjusting speed and torque.</a:t>
            </a:r>
          </a:p>
          <a:p>
            <a:pPr marL="285750" indent="-285750">
              <a:lnSpc>
                <a:spcPct val="150000"/>
              </a:lnSpc>
              <a:buClr>
                <a:schemeClr val="accent1"/>
              </a:buClr>
              <a:buFont typeface="Arial" panose="020B0604020202020204" pitchFamily="34" charset="0"/>
              <a:buChar char="•"/>
            </a:pPr>
            <a:r>
              <a:rPr lang="en-US" sz="1400" dirty="0">
                <a:latin typeface="SF Pro Text" panose="00000500000000000000" pitchFamily="2" charset="0"/>
                <a:ea typeface="SF Pro Text" panose="00000500000000000000" pitchFamily="2" charset="0"/>
              </a:rPr>
              <a:t>The main components of our transmission assembly are Transaxle, Motor and its Controller</a:t>
            </a:r>
          </a:p>
          <a:p>
            <a:pPr marL="285750" indent="-285750">
              <a:lnSpc>
                <a:spcPct val="150000"/>
              </a:lnSpc>
              <a:buClr>
                <a:schemeClr val="accent1"/>
              </a:buClr>
              <a:buFont typeface="Arial" panose="020B0604020202020204" pitchFamily="34" charset="0"/>
              <a:buChar char="•"/>
            </a:pPr>
            <a:r>
              <a:rPr lang="en-US" sz="1400" dirty="0">
                <a:latin typeface="SF Pro Text" panose="00000500000000000000" pitchFamily="2" charset="0"/>
                <a:ea typeface="SF Pro Text" panose="00000500000000000000" pitchFamily="2" charset="0"/>
              </a:rPr>
              <a:t>In an electric golf cart, the traditional gearbox is replaced by a transaxle, which combines a differential gear and a single-speed reduction system.</a:t>
            </a:r>
          </a:p>
          <a:p>
            <a:pPr marL="285750" indent="-285750">
              <a:lnSpc>
                <a:spcPct val="150000"/>
              </a:lnSpc>
              <a:buClr>
                <a:schemeClr val="accent1"/>
              </a:buClr>
              <a:buFont typeface="Arial" panose="020B0604020202020204" pitchFamily="34" charset="0"/>
              <a:buChar char="•"/>
            </a:pPr>
            <a:r>
              <a:rPr lang="en-US" sz="1400" dirty="0">
                <a:latin typeface="SF Pro Text" panose="00000500000000000000" pitchFamily="2" charset="0"/>
                <a:ea typeface="SF Pro Text" panose="00000500000000000000" pitchFamily="2" charset="0"/>
              </a:rPr>
              <a:t>The transaxle's reduction system slows down the power from the electric motor to the wheels.</a:t>
            </a:r>
          </a:p>
          <a:p>
            <a:pPr marL="285750" indent="-285750">
              <a:lnSpc>
                <a:spcPct val="150000"/>
              </a:lnSpc>
              <a:buClr>
                <a:schemeClr val="accent1"/>
              </a:buClr>
              <a:buFont typeface="Arial" panose="020B0604020202020204" pitchFamily="34" charset="0"/>
              <a:buChar char="•"/>
            </a:pPr>
            <a:r>
              <a:rPr lang="en-US" sz="1400" dirty="0">
                <a:latin typeface="SF Pro Text" panose="00000500000000000000" pitchFamily="2" charset="0"/>
                <a:ea typeface="SF Pro Text" panose="00000500000000000000" pitchFamily="2" charset="0"/>
              </a:rPr>
              <a:t>Extensive market research led to the selection of a transaxle with a 10.45 reduction ratio for the electric golf cart.</a:t>
            </a:r>
          </a:p>
          <a:p>
            <a:pPr marL="285750" indent="-285750">
              <a:lnSpc>
                <a:spcPct val="150000"/>
              </a:lnSpc>
              <a:buClr>
                <a:schemeClr val="accent1"/>
              </a:buClr>
              <a:buFont typeface="Arial" panose="020B0604020202020204" pitchFamily="34" charset="0"/>
              <a:buChar char="•"/>
            </a:pPr>
            <a:r>
              <a:rPr lang="en-US" sz="1400" dirty="0">
                <a:latin typeface="SF Pro Text" panose="00000500000000000000" pitchFamily="2" charset="0"/>
                <a:ea typeface="SF Pro Text" panose="00000500000000000000" pitchFamily="2" charset="0"/>
              </a:rPr>
              <a:t>This ratio was chosen because it provided the ideal speed performance for the cart, even under a full passenger load, and was cost-effective. </a:t>
            </a:r>
            <a:endParaRPr lang="en-IN" sz="1400" dirty="0">
              <a:latin typeface="SF Pro Text" panose="00000500000000000000" pitchFamily="2" charset="0"/>
              <a:ea typeface="SF Pro Text" panose="00000500000000000000" pitchFamily="2" charset="0"/>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738"/>
        <p:cNvGrpSpPr/>
        <p:nvPr/>
      </p:nvGrpSpPr>
      <p:grpSpPr>
        <a:xfrm>
          <a:off x="0" y="0"/>
          <a:ext cx="0" cy="0"/>
          <a:chOff x="0" y="0"/>
          <a:chExt cx="0" cy="0"/>
        </a:xfrm>
      </p:grpSpPr>
      <p:grpSp>
        <p:nvGrpSpPr>
          <p:cNvPr id="742" name="Google Shape;742;p51"/>
          <p:cNvGrpSpPr/>
          <p:nvPr/>
        </p:nvGrpSpPr>
        <p:grpSpPr>
          <a:xfrm>
            <a:off x="7013590" y="2367961"/>
            <a:ext cx="4411544" cy="2782519"/>
            <a:chOff x="4352672" y="2230153"/>
            <a:chExt cx="4618934" cy="2913327"/>
          </a:xfrm>
        </p:grpSpPr>
        <p:sp>
          <p:nvSpPr>
            <p:cNvPr id="743" name="Google Shape;743;p51"/>
            <p:cNvSpPr/>
            <p:nvPr/>
          </p:nvSpPr>
          <p:spPr>
            <a:xfrm>
              <a:off x="4352672" y="2230153"/>
              <a:ext cx="4618934" cy="2913327"/>
            </a:xfrm>
            <a:custGeom>
              <a:avLst/>
              <a:gdLst/>
              <a:ahLst/>
              <a:cxnLst/>
              <a:rect l="l" t="t" r="r" b="b"/>
              <a:pathLst>
                <a:path w="74532" h="47010" extrusionOk="0">
                  <a:moveTo>
                    <a:pt x="54653" y="0"/>
                  </a:moveTo>
                  <a:cubicBezTo>
                    <a:pt x="53200" y="0"/>
                    <a:pt x="51847" y="308"/>
                    <a:pt x="50723" y="888"/>
                  </a:cubicBezTo>
                  <a:cubicBezTo>
                    <a:pt x="43140" y="4799"/>
                    <a:pt x="42201" y="11965"/>
                    <a:pt x="35079" y="12941"/>
                  </a:cubicBezTo>
                  <a:cubicBezTo>
                    <a:pt x="34640" y="13001"/>
                    <a:pt x="34220" y="13029"/>
                    <a:pt x="33817" y="13029"/>
                  </a:cubicBezTo>
                  <a:cubicBezTo>
                    <a:pt x="28008" y="13029"/>
                    <a:pt x="25638" y="7193"/>
                    <a:pt x="17704" y="7193"/>
                  </a:cubicBezTo>
                  <a:cubicBezTo>
                    <a:pt x="17261" y="7193"/>
                    <a:pt x="16800" y="7212"/>
                    <a:pt x="16321" y="7250"/>
                  </a:cubicBezTo>
                  <a:cubicBezTo>
                    <a:pt x="7445" y="7962"/>
                    <a:pt x="5255" y="19804"/>
                    <a:pt x="6743" y="26511"/>
                  </a:cubicBezTo>
                  <a:cubicBezTo>
                    <a:pt x="8230" y="33220"/>
                    <a:pt x="2193" y="31857"/>
                    <a:pt x="962" y="37812"/>
                  </a:cubicBezTo>
                  <a:cubicBezTo>
                    <a:pt x="1" y="42459"/>
                    <a:pt x="6264" y="47009"/>
                    <a:pt x="6264" y="47009"/>
                  </a:cubicBezTo>
                  <a:lnTo>
                    <a:pt x="65131" y="47009"/>
                  </a:lnTo>
                  <a:cubicBezTo>
                    <a:pt x="65131" y="47009"/>
                    <a:pt x="74486" y="44516"/>
                    <a:pt x="74509" y="34367"/>
                  </a:cubicBezTo>
                  <a:cubicBezTo>
                    <a:pt x="74532" y="24219"/>
                    <a:pt x="70861" y="24838"/>
                    <a:pt x="68203" y="13020"/>
                  </a:cubicBezTo>
                  <a:cubicBezTo>
                    <a:pt x="66134" y="3817"/>
                    <a:pt x="59769" y="0"/>
                    <a:pt x="5465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44" name="Google Shape;744;p51"/>
            <p:cNvSpPr/>
            <p:nvPr/>
          </p:nvSpPr>
          <p:spPr>
            <a:xfrm>
              <a:off x="4454125" y="2726100"/>
              <a:ext cx="4463197" cy="2417337"/>
            </a:xfrm>
            <a:custGeom>
              <a:avLst/>
              <a:gdLst/>
              <a:ahLst/>
              <a:cxnLst/>
              <a:rect l="l" t="t" r="r" b="b"/>
              <a:pathLst>
                <a:path w="72019" h="37217" extrusionOk="0">
                  <a:moveTo>
                    <a:pt x="53179" y="0"/>
                  </a:moveTo>
                  <a:cubicBezTo>
                    <a:pt x="52371" y="0"/>
                    <a:pt x="51548" y="99"/>
                    <a:pt x="50717" y="290"/>
                  </a:cubicBezTo>
                  <a:cubicBezTo>
                    <a:pt x="45513" y="1483"/>
                    <a:pt x="42522" y="9504"/>
                    <a:pt x="35118" y="10338"/>
                  </a:cubicBezTo>
                  <a:cubicBezTo>
                    <a:pt x="34572" y="10399"/>
                    <a:pt x="34055" y="10427"/>
                    <a:pt x="33564" y="10427"/>
                  </a:cubicBezTo>
                  <a:cubicBezTo>
                    <a:pt x="29031" y="10427"/>
                    <a:pt x="26654" y="8070"/>
                    <a:pt x="23116" y="8070"/>
                  </a:cubicBezTo>
                  <a:cubicBezTo>
                    <a:pt x="21839" y="8070"/>
                    <a:pt x="20411" y="8377"/>
                    <a:pt x="18675" y="9213"/>
                  </a:cubicBezTo>
                  <a:cubicBezTo>
                    <a:pt x="13322" y="11794"/>
                    <a:pt x="12285" y="15179"/>
                    <a:pt x="12210" y="21131"/>
                  </a:cubicBezTo>
                  <a:cubicBezTo>
                    <a:pt x="12134" y="27068"/>
                    <a:pt x="3842" y="23291"/>
                    <a:pt x="1786" y="27647"/>
                  </a:cubicBezTo>
                  <a:cubicBezTo>
                    <a:pt x="0" y="31427"/>
                    <a:pt x="4754" y="37216"/>
                    <a:pt x="4754" y="37216"/>
                  </a:cubicBezTo>
                  <a:lnTo>
                    <a:pt x="65942" y="37216"/>
                  </a:lnTo>
                  <a:cubicBezTo>
                    <a:pt x="65942" y="37216"/>
                    <a:pt x="71970" y="35247"/>
                    <a:pt x="71994" y="26577"/>
                  </a:cubicBezTo>
                  <a:cubicBezTo>
                    <a:pt x="72018" y="17906"/>
                    <a:pt x="67337" y="22180"/>
                    <a:pt x="64575" y="12084"/>
                  </a:cubicBezTo>
                  <a:cubicBezTo>
                    <a:pt x="62214" y="3452"/>
                    <a:pt x="57946" y="0"/>
                    <a:pt x="5317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745" name="Google Shape;745;p51"/>
          <p:cNvSpPr/>
          <p:nvPr/>
        </p:nvSpPr>
        <p:spPr>
          <a:xfrm>
            <a:off x="7299153" y="3746876"/>
            <a:ext cx="587634" cy="748129"/>
          </a:xfrm>
          <a:custGeom>
            <a:avLst/>
            <a:gdLst/>
            <a:ahLst/>
            <a:cxnLst/>
            <a:rect l="l" t="t" r="r" b="b"/>
            <a:pathLst>
              <a:path w="13635" h="17361" extrusionOk="0">
                <a:moveTo>
                  <a:pt x="5674" y="7715"/>
                </a:moveTo>
                <a:cubicBezTo>
                  <a:pt x="5914" y="7856"/>
                  <a:pt x="6189" y="7933"/>
                  <a:pt x="6468" y="7933"/>
                </a:cubicBezTo>
                <a:cubicBezTo>
                  <a:pt x="6593" y="7933"/>
                  <a:pt x="6717" y="7917"/>
                  <a:pt x="6840" y="7887"/>
                </a:cubicBezTo>
                <a:lnTo>
                  <a:pt x="6840" y="7887"/>
                </a:lnTo>
                <a:lnTo>
                  <a:pt x="6570" y="10464"/>
                </a:lnTo>
                <a:lnTo>
                  <a:pt x="5083" y="9260"/>
                </a:lnTo>
                <a:cubicBezTo>
                  <a:pt x="5415" y="9058"/>
                  <a:pt x="5620" y="8695"/>
                  <a:pt x="5620" y="8309"/>
                </a:cubicBezTo>
                <a:cubicBezTo>
                  <a:pt x="5620" y="8176"/>
                  <a:pt x="5592" y="8043"/>
                  <a:pt x="5543" y="7910"/>
                </a:cubicBezTo>
                <a:lnTo>
                  <a:pt x="5548" y="7910"/>
                </a:lnTo>
                <a:cubicBezTo>
                  <a:pt x="5598" y="7848"/>
                  <a:pt x="5639" y="7783"/>
                  <a:pt x="5674" y="7715"/>
                </a:cubicBezTo>
                <a:close/>
                <a:moveTo>
                  <a:pt x="6474" y="0"/>
                </a:moveTo>
                <a:cubicBezTo>
                  <a:pt x="5875" y="0"/>
                  <a:pt x="5304" y="345"/>
                  <a:pt x="5042" y="928"/>
                </a:cubicBezTo>
                <a:lnTo>
                  <a:pt x="5037" y="932"/>
                </a:lnTo>
                <a:cubicBezTo>
                  <a:pt x="4228" y="1015"/>
                  <a:pt x="3646" y="1698"/>
                  <a:pt x="3646" y="2474"/>
                </a:cubicBezTo>
                <a:cubicBezTo>
                  <a:pt x="3646" y="2586"/>
                  <a:pt x="3656" y="2696"/>
                  <a:pt x="3678" y="2808"/>
                </a:cubicBezTo>
                <a:lnTo>
                  <a:pt x="3673" y="2808"/>
                </a:lnTo>
                <a:cubicBezTo>
                  <a:pt x="3154" y="3275"/>
                  <a:pt x="3027" y="4005"/>
                  <a:pt x="3291" y="4600"/>
                </a:cubicBezTo>
                <a:cubicBezTo>
                  <a:pt x="3253" y="4596"/>
                  <a:pt x="3216" y="4593"/>
                  <a:pt x="3179" y="4593"/>
                </a:cubicBezTo>
                <a:cubicBezTo>
                  <a:pt x="2935" y="4593"/>
                  <a:pt x="2686" y="4676"/>
                  <a:pt x="2480" y="4843"/>
                </a:cubicBezTo>
                <a:cubicBezTo>
                  <a:pt x="2347" y="4792"/>
                  <a:pt x="2214" y="4771"/>
                  <a:pt x="2081" y="4771"/>
                </a:cubicBezTo>
                <a:cubicBezTo>
                  <a:pt x="1588" y="4771"/>
                  <a:pt x="1138" y="5092"/>
                  <a:pt x="1005" y="5596"/>
                </a:cubicBezTo>
                <a:cubicBezTo>
                  <a:pt x="501" y="5731"/>
                  <a:pt x="173" y="6184"/>
                  <a:pt x="173" y="6673"/>
                </a:cubicBezTo>
                <a:cubicBezTo>
                  <a:pt x="173" y="6806"/>
                  <a:pt x="201" y="6939"/>
                  <a:pt x="251" y="7072"/>
                </a:cubicBezTo>
                <a:cubicBezTo>
                  <a:pt x="84" y="7283"/>
                  <a:pt x="0" y="7527"/>
                  <a:pt x="0" y="7777"/>
                </a:cubicBezTo>
                <a:cubicBezTo>
                  <a:pt x="0" y="8138"/>
                  <a:pt x="178" y="8492"/>
                  <a:pt x="511" y="8709"/>
                </a:cubicBezTo>
                <a:cubicBezTo>
                  <a:pt x="472" y="9352"/>
                  <a:pt x="988" y="9879"/>
                  <a:pt x="1626" y="9879"/>
                </a:cubicBezTo>
                <a:lnTo>
                  <a:pt x="1681" y="9879"/>
                </a:lnTo>
                <a:cubicBezTo>
                  <a:pt x="1897" y="10211"/>
                  <a:pt x="2253" y="10389"/>
                  <a:pt x="2620" y="10389"/>
                </a:cubicBezTo>
                <a:cubicBezTo>
                  <a:pt x="2863" y="10389"/>
                  <a:pt x="3113" y="10306"/>
                  <a:pt x="3318" y="10139"/>
                </a:cubicBezTo>
                <a:cubicBezTo>
                  <a:pt x="3451" y="10189"/>
                  <a:pt x="3584" y="10211"/>
                  <a:pt x="3718" y="10211"/>
                </a:cubicBezTo>
                <a:cubicBezTo>
                  <a:pt x="4104" y="10211"/>
                  <a:pt x="4467" y="10011"/>
                  <a:pt x="4669" y="9677"/>
                </a:cubicBezTo>
                <a:lnTo>
                  <a:pt x="6423" y="11842"/>
                </a:lnTo>
                <a:lnTo>
                  <a:pt x="6426" y="11841"/>
                </a:lnTo>
                <a:lnTo>
                  <a:pt x="6426" y="11841"/>
                </a:lnTo>
                <a:lnTo>
                  <a:pt x="5846" y="17361"/>
                </a:lnTo>
                <a:lnTo>
                  <a:pt x="8654" y="17361"/>
                </a:lnTo>
                <a:lnTo>
                  <a:pt x="8207" y="13100"/>
                </a:lnTo>
                <a:lnTo>
                  <a:pt x="10015" y="10870"/>
                </a:lnTo>
                <a:cubicBezTo>
                  <a:pt x="10162" y="11120"/>
                  <a:pt x="10433" y="11271"/>
                  <a:pt x="10727" y="11271"/>
                </a:cubicBezTo>
                <a:cubicBezTo>
                  <a:pt x="10828" y="11271"/>
                  <a:pt x="10928" y="11254"/>
                  <a:pt x="11027" y="11215"/>
                </a:cubicBezTo>
                <a:cubicBezTo>
                  <a:pt x="11182" y="11343"/>
                  <a:pt x="11367" y="11403"/>
                  <a:pt x="11551" y="11403"/>
                </a:cubicBezTo>
                <a:cubicBezTo>
                  <a:pt x="11822" y="11403"/>
                  <a:pt x="12089" y="11271"/>
                  <a:pt x="12248" y="11027"/>
                </a:cubicBezTo>
                <a:lnTo>
                  <a:pt x="12248" y="11021"/>
                </a:lnTo>
                <a:lnTo>
                  <a:pt x="12252" y="11021"/>
                </a:lnTo>
                <a:cubicBezTo>
                  <a:pt x="12269" y="11022"/>
                  <a:pt x="12285" y="11023"/>
                  <a:pt x="12301" y="11023"/>
                </a:cubicBezTo>
                <a:cubicBezTo>
                  <a:pt x="12773" y="11023"/>
                  <a:pt x="13151" y="10627"/>
                  <a:pt x="13129" y="10150"/>
                </a:cubicBezTo>
                <a:lnTo>
                  <a:pt x="13129" y="10145"/>
                </a:lnTo>
                <a:cubicBezTo>
                  <a:pt x="13546" y="9879"/>
                  <a:pt x="13635" y="9308"/>
                  <a:pt x="13324" y="8925"/>
                </a:cubicBezTo>
                <a:lnTo>
                  <a:pt x="13318" y="8919"/>
                </a:lnTo>
                <a:cubicBezTo>
                  <a:pt x="13356" y="8819"/>
                  <a:pt x="13373" y="8720"/>
                  <a:pt x="13373" y="8620"/>
                </a:cubicBezTo>
                <a:cubicBezTo>
                  <a:pt x="13373" y="8254"/>
                  <a:pt x="13130" y="7916"/>
                  <a:pt x="12758" y="7815"/>
                </a:cubicBezTo>
                <a:cubicBezTo>
                  <a:pt x="12658" y="7438"/>
                  <a:pt x="12320" y="7201"/>
                  <a:pt x="11954" y="7201"/>
                </a:cubicBezTo>
                <a:cubicBezTo>
                  <a:pt x="11854" y="7201"/>
                  <a:pt x="11753" y="7216"/>
                  <a:pt x="11654" y="7256"/>
                </a:cubicBezTo>
                <a:cubicBezTo>
                  <a:pt x="11499" y="7128"/>
                  <a:pt x="11310" y="7066"/>
                  <a:pt x="11127" y="7066"/>
                </a:cubicBezTo>
                <a:cubicBezTo>
                  <a:pt x="10856" y="7066"/>
                  <a:pt x="10589" y="7201"/>
                  <a:pt x="10429" y="7449"/>
                </a:cubicBezTo>
                <a:cubicBezTo>
                  <a:pt x="10413" y="7448"/>
                  <a:pt x="10397" y="7448"/>
                  <a:pt x="10381" y="7448"/>
                </a:cubicBezTo>
                <a:cubicBezTo>
                  <a:pt x="9925" y="7448"/>
                  <a:pt x="9553" y="7820"/>
                  <a:pt x="9553" y="8276"/>
                </a:cubicBezTo>
                <a:lnTo>
                  <a:pt x="9553" y="8326"/>
                </a:lnTo>
                <a:cubicBezTo>
                  <a:pt x="9302" y="8487"/>
                  <a:pt x="9175" y="8753"/>
                  <a:pt x="9175" y="9025"/>
                </a:cubicBezTo>
                <a:cubicBezTo>
                  <a:pt x="9175" y="9208"/>
                  <a:pt x="9230" y="9396"/>
                  <a:pt x="9358" y="9551"/>
                </a:cubicBezTo>
                <a:cubicBezTo>
                  <a:pt x="9202" y="9954"/>
                  <a:pt x="9383" y="10399"/>
                  <a:pt x="9749" y="10590"/>
                </a:cubicBezTo>
                <a:lnTo>
                  <a:pt x="8092" y="12002"/>
                </a:lnTo>
                <a:lnTo>
                  <a:pt x="7661" y="7887"/>
                </a:lnTo>
                <a:lnTo>
                  <a:pt x="7661" y="7887"/>
                </a:lnTo>
                <a:cubicBezTo>
                  <a:pt x="7783" y="7917"/>
                  <a:pt x="7909" y="7931"/>
                  <a:pt x="8032" y="7931"/>
                </a:cubicBezTo>
                <a:cubicBezTo>
                  <a:pt x="8625" y="7931"/>
                  <a:pt x="9196" y="7593"/>
                  <a:pt x="9458" y="7005"/>
                </a:cubicBezTo>
                <a:cubicBezTo>
                  <a:pt x="10268" y="6922"/>
                  <a:pt x="10856" y="6235"/>
                  <a:pt x="10856" y="5458"/>
                </a:cubicBezTo>
                <a:cubicBezTo>
                  <a:pt x="10856" y="5353"/>
                  <a:pt x="10845" y="5241"/>
                  <a:pt x="10822" y="5131"/>
                </a:cubicBezTo>
                <a:lnTo>
                  <a:pt x="10822" y="5126"/>
                </a:lnTo>
                <a:cubicBezTo>
                  <a:pt x="11165" y="4815"/>
                  <a:pt x="11338" y="4393"/>
                  <a:pt x="11338" y="3967"/>
                </a:cubicBezTo>
                <a:cubicBezTo>
                  <a:pt x="11338" y="3545"/>
                  <a:pt x="11165" y="3117"/>
                  <a:pt x="10822" y="2808"/>
                </a:cubicBezTo>
                <a:cubicBezTo>
                  <a:pt x="10845" y="2696"/>
                  <a:pt x="10856" y="2586"/>
                  <a:pt x="10856" y="2480"/>
                </a:cubicBezTo>
                <a:cubicBezTo>
                  <a:pt x="10856" y="1698"/>
                  <a:pt x="10268" y="1015"/>
                  <a:pt x="9458" y="932"/>
                </a:cubicBezTo>
                <a:lnTo>
                  <a:pt x="9458" y="928"/>
                </a:lnTo>
                <a:cubicBezTo>
                  <a:pt x="9196" y="345"/>
                  <a:pt x="8620" y="0"/>
                  <a:pt x="8026" y="0"/>
                </a:cubicBezTo>
                <a:cubicBezTo>
                  <a:pt x="7760" y="0"/>
                  <a:pt x="7495" y="67"/>
                  <a:pt x="7250" y="211"/>
                </a:cubicBezTo>
                <a:cubicBezTo>
                  <a:pt x="7000" y="67"/>
                  <a:pt x="6734" y="0"/>
                  <a:pt x="647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746" name="Google Shape;746;p51"/>
          <p:cNvGrpSpPr/>
          <p:nvPr/>
        </p:nvGrpSpPr>
        <p:grpSpPr>
          <a:xfrm>
            <a:off x="7839849" y="2391969"/>
            <a:ext cx="2696758" cy="2365192"/>
            <a:chOff x="6590200" y="2690900"/>
            <a:chExt cx="2196952" cy="1926837"/>
          </a:xfrm>
        </p:grpSpPr>
        <p:sp>
          <p:nvSpPr>
            <p:cNvPr id="747" name="Google Shape;747;p51"/>
            <p:cNvSpPr/>
            <p:nvPr/>
          </p:nvSpPr>
          <p:spPr>
            <a:xfrm>
              <a:off x="8282405" y="4353931"/>
              <a:ext cx="141934" cy="136673"/>
            </a:xfrm>
            <a:custGeom>
              <a:avLst/>
              <a:gdLst/>
              <a:ahLst/>
              <a:cxnLst/>
              <a:rect l="l" t="t" r="r" b="b"/>
              <a:pathLst>
                <a:path w="2914" h="2806" extrusionOk="0">
                  <a:moveTo>
                    <a:pt x="155" y="0"/>
                  </a:moveTo>
                  <a:lnTo>
                    <a:pt x="155" y="0"/>
                  </a:lnTo>
                  <a:cubicBezTo>
                    <a:pt x="155" y="0"/>
                    <a:pt x="166" y="163"/>
                    <a:pt x="0" y="346"/>
                  </a:cubicBezTo>
                  <a:lnTo>
                    <a:pt x="0" y="1587"/>
                  </a:lnTo>
                  <a:cubicBezTo>
                    <a:pt x="0" y="2257"/>
                    <a:pt x="549" y="2806"/>
                    <a:pt x="1217" y="2806"/>
                  </a:cubicBezTo>
                  <a:lnTo>
                    <a:pt x="2515" y="2806"/>
                  </a:lnTo>
                  <a:cubicBezTo>
                    <a:pt x="2654" y="2806"/>
                    <a:pt x="2789" y="2782"/>
                    <a:pt x="2914" y="2737"/>
                  </a:cubicBezTo>
                  <a:lnTo>
                    <a:pt x="2914" y="958"/>
                  </a:lnTo>
                  <a:cubicBezTo>
                    <a:pt x="2444" y="979"/>
                    <a:pt x="2061" y="992"/>
                    <a:pt x="1743" y="992"/>
                  </a:cubicBezTo>
                  <a:cubicBezTo>
                    <a:pt x="1120" y="992"/>
                    <a:pt x="751" y="939"/>
                    <a:pt x="478" y="772"/>
                  </a:cubicBezTo>
                  <a:cubicBezTo>
                    <a:pt x="368" y="705"/>
                    <a:pt x="270" y="410"/>
                    <a:pt x="15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48" name="Google Shape;748;p51"/>
            <p:cNvSpPr/>
            <p:nvPr/>
          </p:nvSpPr>
          <p:spPr>
            <a:xfrm>
              <a:off x="8282405" y="4327191"/>
              <a:ext cx="8085" cy="43642"/>
            </a:xfrm>
            <a:custGeom>
              <a:avLst/>
              <a:gdLst/>
              <a:ahLst/>
              <a:cxnLst/>
              <a:rect l="l" t="t" r="r" b="b"/>
              <a:pathLst>
                <a:path w="166" h="896" extrusionOk="0">
                  <a:moveTo>
                    <a:pt x="0" y="1"/>
                  </a:moveTo>
                  <a:lnTo>
                    <a:pt x="0" y="895"/>
                  </a:lnTo>
                  <a:cubicBezTo>
                    <a:pt x="166" y="712"/>
                    <a:pt x="155" y="549"/>
                    <a:pt x="155" y="549"/>
                  </a:cubicBezTo>
                  <a:cubicBezTo>
                    <a:pt x="107" y="382"/>
                    <a:pt x="56" y="199"/>
                    <a:pt x="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49" name="Google Shape;749;p51"/>
            <p:cNvSpPr/>
            <p:nvPr/>
          </p:nvSpPr>
          <p:spPr>
            <a:xfrm>
              <a:off x="8410064" y="4257346"/>
              <a:ext cx="14271" cy="9108"/>
            </a:xfrm>
            <a:custGeom>
              <a:avLst/>
              <a:gdLst/>
              <a:ahLst/>
              <a:cxnLst/>
              <a:rect l="l" t="t" r="r" b="b"/>
              <a:pathLst>
                <a:path w="293" h="187" extrusionOk="0">
                  <a:moveTo>
                    <a:pt x="293" y="0"/>
                  </a:moveTo>
                  <a:cubicBezTo>
                    <a:pt x="199" y="69"/>
                    <a:pt x="100" y="130"/>
                    <a:pt x="0" y="187"/>
                  </a:cubicBezTo>
                  <a:lnTo>
                    <a:pt x="293" y="187"/>
                  </a:lnTo>
                  <a:lnTo>
                    <a:pt x="293" y="0"/>
                  </a:lnTo>
                  <a:close/>
                </a:path>
              </a:pathLst>
            </a:custGeom>
            <a:solidFill>
              <a:srgbClr val="EAE4E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50" name="Google Shape;750;p51"/>
            <p:cNvSpPr/>
            <p:nvPr/>
          </p:nvSpPr>
          <p:spPr>
            <a:xfrm>
              <a:off x="6952867" y="4257346"/>
              <a:ext cx="14369" cy="9108"/>
            </a:xfrm>
            <a:custGeom>
              <a:avLst/>
              <a:gdLst/>
              <a:ahLst/>
              <a:cxnLst/>
              <a:rect l="l" t="t" r="r" b="b"/>
              <a:pathLst>
                <a:path w="295" h="187" extrusionOk="0">
                  <a:moveTo>
                    <a:pt x="1" y="0"/>
                  </a:moveTo>
                  <a:lnTo>
                    <a:pt x="1" y="187"/>
                  </a:lnTo>
                  <a:lnTo>
                    <a:pt x="295" y="187"/>
                  </a:lnTo>
                  <a:cubicBezTo>
                    <a:pt x="193" y="130"/>
                    <a:pt x="95" y="69"/>
                    <a:pt x="1" y="0"/>
                  </a:cubicBezTo>
                  <a:close/>
                </a:path>
              </a:pathLst>
            </a:custGeom>
            <a:solidFill>
              <a:srgbClr val="EAE4E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51" name="Google Shape;751;p51"/>
            <p:cNvSpPr/>
            <p:nvPr/>
          </p:nvSpPr>
          <p:spPr>
            <a:xfrm>
              <a:off x="7093385" y="3496504"/>
              <a:ext cx="1190460" cy="326340"/>
            </a:xfrm>
            <a:custGeom>
              <a:avLst/>
              <a:gdLst/>
              <a:ahLst/>
              <a:cxnLst/>
              <a:rect l="l" t="t" r="r" b="b"/>
              <a:pathLst>
                <a:path w="24441" h="6700" extrusionOk="0">
                  <a:moveTo>
                    <a:pt x="0" y="1"/>
                  </a:moveTo>
                  <a:lnTo>
                    <a:pt x="0" y="1"/>
                  </a:lnTo>
                  <a:cubicBezTo>
                    <a:pt x="576" y="969"/>
                    <a:pt x="967" y="2204"/>
                    <a:pt x="1441" y="3331"/>
                  </a:cubicBezTo>
                  <a:cubicBezTo>
                    <a:pt x="1514" y="3511"/>
                    <a:pt x="1582" y="3677"/>
                    <a:pt x="1640" y="3836"/>
                  </a:cubicBezTo>
                  <a:lnTo>
                    <a:pt x="1641" y="3837"/>
                  </a:lnTo>
                  <a:cubicBezTo>
                    <a:pt x="1728" y="3925"/>
                    <a:pt x="4507" y="6699"/>
                    <a:pt x="12221" y="6699"/>
                  </a:cubicBezTo>
                  <a:cubicBezTo>
                    <a:pt x="19936" y="6699"/>
                    <a:pt x="22715" y="3925"/>
                    <a:pt x="22801" y="3837"/>
                  </a:cubicBezTo>
                  <a:lnTo>
                    <a:pt x="22803" y="3836"/>
                  </a:lnTo>
                  <a:cubicBezTo>
                    <a:pt x="22859" y="3677"/>
                    <a:pt x="22927" y="3511"/>
                    <a:pt x="23002" y="3331"/>
                  </a:cubicBezTo>
                  <a:cubicBezTo>
                    <a:pt x="23474" y="2204"/>
                    <a:pt x="23865" y="969"/>
                    <a:pt x="24441" y="1"/>
                  </a:cubicBezTo>
                  <a:lnTo>
                    <a:pt x="24441" y="1"/>
                  </a:lnTo>
                  <a:cubicBezTo>
                    <a:pt x="23169" y="578"/>
                    <a:pt x="12221" y="1003"/>
                    <a:pt x="12221" y="1003"/>
                  </a:cubicBezTo>
                  <a:cubicBezTo>
                    <a:pt x="12221" y="1003"/>
                    <a:pt x="1273" y="578"/>
                    <a:pt x="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52" name="Google Shape;752;p51"/>
            <p:cNvSpPr/>
            <p:nvPr/>
          </p:nvSpPr>
          <p:spPr>
            <a:xfrm>
              <a:off x="6797689" y="3638775"/>
              <a:ext cx="1781866" cy="627694"/>
            </a:xfrm>
            <a:custGeom>
              <a:avLst/>
              <a:gdLst/>
              <a:ahLst/>
              <a:cxnLst/>
              <a:rect l="l" t="t" r="r" b="b"/>
              <a:pathLst>
                <a:path w="36583" h="12887" extrusionOk="0">
                  <a:moveTo>
                    <a:pt x="782" y="0"/>
                  </a:moveTo>
                  <a:cubicBezTo>
                    <a:pt x="659" y="315"/>
                    <a:pt x="488" y="608"/>
                    <a:pt x="251" y="797"/>
                  </a:cubicBezTo>
                  <a:cubicBezTo>
                    <a:pt x="251" y="797"/>
                    <a:pt x="1" y="5132"/>
                    <a:pt x="924" y="8696"/>
                  </a:cubicBezTo>
                  <a:cubicBezTo>
                    <a:pt x="1243" y="9931"/>
                    <a:pt x="1705" y="11072"/>
                    <a:pt x="2368" y="11909"/>
                  </a:cubicBezTo>
                  <a:cubicBezTo>
                    <a:pt x="2611" y="12218"/>
                    <a:pt x="2884" y="12485"/>
                    <a:pt x="3187" y="12700"/>
                  </a:cubicBezTo>
                  <a:cubicBezTo>
                    <a:pt x="3281" y="12769"/>
                    <a:pt x="3379" y="12830"/>
                    <a:pt x="3481" y="12887"/>
                  </a:cubicBezTo>
                  <a:lnTo>
                    <a:pt x="6508" y="12887"/>
                  </a:lnTo>
                  <a:cubicBezTo>
                    <a:pt x="6930" y="11814"/>
                    <a:pt x="7589" y="10812"/>
                    <a:pt x="8740" y="10812"/>
                  </a:cubicBezTo>
                  <a:cubicBezTo>
                    <a:pt x="8749" y="10812"/>
                    <a:pt x="8758" y="10812"/>
                    <a:pt x="8767" y="10812"/>
                  </a:cubicBezTo>
                  <a:cubicBezTo>
                    <a:pt x="9616" y="10824"/>
                    <a:pt x="10498" y="10827"/>
                    <a:pt x="11288" y="10827"/>
                  </a:cubicBezTo>
                  <a:cubicBezTo>
                    <a:pt x="11783" y="10827"/>
                    <a:pt x="12241" y="10826"/>
                    <a:pt x="12631" y="10824"/>
                  </a:cubicBezTo>
                  <a:cubicBezTo>
                    <a:pt x="13403" y="10819"/>
                    <a:pt x="13908" y="10812"/>
                    <a:pt x="13908" y="10812"/>
                  </a:cubicBezTo>
                  <a:lnTo>
                    <a:pt x="22675" y="10812"/>
                  </a:lnTo>
                  <a:cubicBezTo>
                    <a:pt x="22675" y="10812"/>
                    <a:pt x="23180" y="10819"/>
                    <a:pt x="23952" y="10824"/>
                  </a:cubicBezTo>
                  <a:cubicBezTo>
                    <a:pt x="24343" y="10826"/>
                    <a:pt x="24801" y="10827"/>
                    <a:pt x="25296" y="10827"/>
                  </a:cubicBezTo>
                  <a:cubicBezTo>
                    <a:pt x="26085" y="10827"/>
                    <a:pt x="26968" y="10824"/>
                    <a:pt x="27816" y="10812"/>
                  </a:cubicBezTo>
                  <a:cubicBezTo>
                    <a:pt x="27826" y="10812"/>
                    <a:pt x="27836" y="10811"/>
                    <a:pt x="27845" y="10811"/>
                  </a:cubicBezTo>
                  <a:cubicBezTo>
                    <a:pt x="28995" y="10811"/>
                    <a:pt x="29653" y="11814"/>
                    <a:pt x="30075" y="12887"/>
                  </a:cubicBezTo>
                  <a:lnTo>
                    <a:pt x="33104" y="12887"/>
                  </a:lnTo>
                  <a:cubicBezTo>
                    <a:pt x="33204" y="12830"/>
                    <a:pt x="33303" y="12769"/>
                    <a:pt x="33397" y="12700"/>
                  </a:cubicBezTo>
                  <a:cubicBezTo>
                    <a:pt x="33699" y="12485"/>
                    <a:pt x="33973" y="12218"/>
                    <a:pt x="34216" y="11909"/>
                  </a:cubicBezTo>
                  <a:cubicBezTo>
                    <a:pt x="34878" y="11072"/>
                    <a:pt x="35340" y="9931"/>
                    <a:pt x="35660" y="8696"/>
                  </a:cubicBezTo>
                  <a:cubicBezTo>
                    <a:pt x="36583" y="5132"/>
                    <a:pt x="36332" y="797"/>
                    <a:pt x="36332" y="797"/>
                  </a:cubicBezTo>
                  <a:cubicBezTo>
                    <a:pt x="36095" y="608"/>
                    <a:pt x="35924" y="315"/>
                    <a:pt x="35801" y="0"/>
                  </a:cubicBezTo>
                  <a:cubicBezTo>
                    <a:pt x="35801" y="0"/>
                    <a:pt x="35582" y="5417"/>
                    <a:pt x="31228" y="5417"/>
                  </a:cubicBezTo>
                  <a:lnTo>
                    <a:pt x="5356" y="5417"/>
                  </a:lnTo>
                  <a:cubicBezTo>
                    <a:pt x="1001" y="5417"/>
                    <a:pt x="782" y="0"/>
                    <a:pt x="782" y="0"/>
                  </a:cubicBezTo>
                  <a:close/>
                </a:path>
              </a:pathLst>
            </a:custGeom>
            <a:gradFill>
              <a:gsLst>
                <a:gs pos="0">
                  <a:schemeClr val="lt1"/>
                </a:gs>
                <a:gs pos="100000">
                  <a:schemeClr val="dk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53" name="Google Shape;753;p51"/>
            <p:cNvSpPr/>
            <p:nvPr/>
          </p:nvSpPr>
          <p:spPr>
            <a:xfrm>
              <a:off x="6998359" y="2802925"/>
              <a:ext cx="1352364" cy="621118"/>
            </a:xfrm>
            <a:custGeom>
              <a:avLst/>
              <a:gdLst/>
              <a:ahLst/>
              <a:cxnLst/>
              <a:rect l="l" t="t" r="r" b="b"/>
              <a:pathLst>
                <a:path w="27765" h="12752" extrusionOk="0">
                  <a:moveTo>
                    <a:pt x="14307" y="0"/>
                  </a:moveTo>
                  <a:cubicBezTo>
                    <a:pt x="14219" y="0"/>
                    <a:pt x="14172" y="0"/>
                    <a:pt x="14172" y="0"/>
                  </a:cubicBezTo>
                  <a:cubicBezTo>
                    <a:pt x="14172" y="0"/>
                    <a:pt x="14138" y="0"/>
                    <a:pt x="14072" y="0"/>
                  </a:cubicBezTo>
                  <a:cubicBezTo>
                    <a:pt x="13611" y="0"/>
                    <a:pt x="11621" y="6"/>
                    <a:pt x="9294" y="92"/>
                  </a:cubicBezTo>
                  <a:lnTo>
                    <a:pt x="1" y="9384"/>
                  </a:lnTo>
                  <a:cubicBezTo>
                    <a:pt x="101" y="11291"/>
                    <a:pt x="689" y="12751"/>
                    <a:pt x="2874" y="12751"/>
                  </a:cubicBezTo>
                  <a:lnTo>
                    <a:pt x="3123" y="12751"/>
                  </a:lnTo>
                  <a:lnTo>
                    <a:pt x="14172" y="1701"/>
                  </a:lnTo>
                  <a:lnTo>
                    <a:pt x="15860" y="13"/>
                  </a:lnTo>
                  <a:cubicBezTo>
                    <a:pt x="15104" y="2"/>
                    <a:pt x="14549" y="0"/>
                    <a:pt x="14307" y="0"/>
                  </a:cubicBezTo>
                  <a:close/>
                  <a:moveTo>
                    <a:pt x="20943" y="180"/>
                  </a:moveTo>
                  <a:lnTo>
                    <a:pt x="14172" y="6952"/>
                  </a:lnTo>
                  <a:lnTo>
                    <a:pt x="8371" y="12751"/>
                  </a:lnTo>
                  <a:lnTo>
                    <a:pt x="18413" y="12751"/>
                  </a:lnTo>
                  <a:lnTo>
                    <a:pt x="27764" y="3401"/>
                  </a:lnTo>
                  <a:cubicBezTo>
                    <a:pt x="27035" y="1555"/>
                    <a:pt x="25715" y="649"/>
                    <a:pt x="25715" y="649"/>
                  </a:cubicBezTo>
                  <a:lnTo>
                    <a:pt x="25715" y="648"/>
                  </a:lnTo>
                  <a:cubicBezTo>
                    <a:pt x="24400" y="423"/>
                    <a:pt x="22664" y="274"/>
                    <a:pt x="20943" y="18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54" name="Google Shape;754;p51"/>
            <p:cNvSpPr/>
            <p:nvPr/>
          </p:nvSpPr>
          <p:spPr>
            <a:xfrm>
              <a:off x="6952867" y="4353931"/>
              <a:ext cx="141934" cy="136673"/>
            </a:xfrm>
            <a:custGeom>
              <a:avLst/>
              <a:gdLst/>
              <a:ahLst/>
              <a:cxnLst/>
              <a:rect l="l" t="t" r="r" b="b"/>
              <a:pathLst>
                <a:path w="2914" h="2806" extrusionOk="0">
                  <a:moveTo>
                    <a:pt x="2761" y="0"/>
                  </a:moveTo>
                  <a:cubicBezTo>
                    <a:pt x="2644" y="410"/>
                    <a:pt x="2546" y="705"/>
                    <a:pt x="2436" y="772"/>
                  </a:cubicBezTo>
                  <a:cubicBezTo>
                    <a:pt x="2163" y="939"/>
                    <a:pt x="1794" y="992"/>
                    <a:pt x="1171" y="992"/>
                  </a:cubicBezTo>
                  <a:cubicBezTo>
                    <a:pt x="854" y="992"/>
                    <a:pt x="471" y="979"/>
                    <a:pt x="1" y="958"/>
                  </a:cubicBezTo>
                  <a:lnTo>
                    <a:pt x="1" y="2737"/>
                  </a:lnTo>
                  <a:cubicBezTo>
                    <a:pt x="125" y="2782"/>
                    <a:pt x="261" y="2806"/>
                    <a:pt x="399" y="2806"/>
                  </a:cubicBezTo>
                  <a:lnTo>
                    <a:pt x="1697" y="2806"/>
                  </a:lnTo>
                  <a:cubicBezTo>
                    <a:pt x="2365" y="2806"/>
                    <a:pt x="2914" y="2257"/>
                    <a:pt x="2914" y="1587"/>
                  </a:cubicBezTo>
                  <a:lnTo>
                    <a:pt x="2914" y="346"/>
                  </a:lnTo>
                  <a:cubicBezTo>
                    <a:pt x="2748" y="163"/>
                    <a:pt x="2761" y="0"/>
                    <a:pt x="276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55" name="Google Shape;755;p51"/>
            <p:cNvSpPr/>
            <p:nvPr/>
          </p:nvSpPr>
          <p:spPr>
            <a:xfrm>
              <a:off x="7086713" y="4327191"/>
              <a:ext cx="8085" cy="43642"/>
            </a:xfrm>
            <a:custGeom>
              <a:avLst/>
              <a:gdLst/>
              <a:ahLst/>
              <a:cxnLst/>
              <a:rect l="l" t="t" r="r" b="b"/>
              <a:pathLst>
                <a:path w="166" h="896" extrusionOk="0">
                  <a:moveTo>
                    <a:pt x="166" y="1"/>
                  </a:moveTo>
                  <a:cubicBezTo>
                    <a:pt x="111" y="199"/>
                    <a:pt x="60" y="382"/>
                    <a:pt x="13" y="549"/>
                  </a:cubicBezTo>
                  <a:cubicBezTo>
                    <a:pt x="13" y="549"/>
                    <a:pt x="0" y="712"/>
                    <a:pt x="166" y="895"/>
                  </a:cubicBezTo>
                  <a:lnTo>
                    <a:pt x="16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56" name="Google Shape;756;p51"/>
            <p:cNvSpPr/>
            <p:nvPr/>
          </p:nvSpPr>
          <p:spPr>
            <a:xfrm>
              <a:off x="8424384" y="4102217"/>
              <a:ext cx="181776" cy="515520"/>
            </a:xfrm>
            <a:custGeom>
              <a:avLst/>
              <a:gdLst/>
              <a:ahLst/>
              <a:cxnLst/>
              <a:rect l="l" t="t" r="r" b="b"/>
              <a:pathLst>
                <a:path w="3732" h="10584" extrusionOk="0">
                  <a:moveTo>
                    <a:pt x="3662" y="1"/>
                  </a:moveTo>
                  <a:cubicBezTo>
                    <a:pt x="3521" y="1035"/>
                    <a:pt x="3319" y="2160"/>
                    <a:pt x="3038" y="3372"/>
                  </a:cubicBezTo>
                  <a:cubicBezTo>
                    <a:pt x="2908" y="3943"/>
                    <a:pt x="2759" y="4534"/>
                    <a:pt x="2594" y="5143"/>
                  </a:cubicBezTo>
                  <a:cubicBezTo>
                    <a:pt x="2594" y="5143"/>
                    <a:pt x="2457" y="5953"/>
                    <a:pt x="818" y="6087"/>
                  </a:cubicBezTo>
                  <a:cubicBezTo>
                    <a:pt x="752" y="6094"/>
                    <a:pt x="684" y="6097"/>
                    <a:pt x="614" y="6100"/>
                  </a:cubicBezTo>
                  <a:cubicBezTo>
                    <a:pt x="393" y="6110"/>
                    <a:pt x="188" y="6118"/>
                    <a:pt x="0" y="6126"/>
                  </a:cubicBezTo>
                  <a:lnTo>
                    <a:pt x="0" y="7905"/>
                  </a:lnTo>
                  <a:lnTo>
                    <a:pt x="0" y="9366"/>
                  </a:lnTo>
                  <a:cubicBezTo>
                    <a:pt x="0" y="10035"/>
                    <a:pt x="549" y="10583"/>
                    <a:pt x="1217" y="10583"/>
                  </a:cubicBezTo>
                  <a:lnTo>
                    <a:pt x="2515" y="10583"/>
                  </a:lnTo>
                  <a:cubicBezTo>
                    <a:pt x="3185" y="10583"/>
                    <a:pt x="3732" y="10035"/>
                    <a:pt x="3732" y="9366"/>
                  </a:cubicBezTo>
                  <a:lnTo>
                    <a:pt x="3732" y="398"/>
                  </a:lnTo>
                  <a:cubicBezTo>
                    <a:pt x="3732" y="259"/>
                    <a:pt x="3708" y="126"/>
                    <a:pt x="366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57" name="Google Shape;757;p51"/>
            <p:cNvSpPr/>
            <p:nvPr/>
          </p:nvSpPr>
          <p:spPr>
            <a:xfrm>
              <a:off x="6771047" y="4102217"/>
              <a:ext cx="181874" cy="515520"/>
            </a:xfrm>
            <a:custGeom>
              <a:avLst/>
              <a:gdLst/>
              <a:ahLst/>
              <a:cxnLst/>
              <a:rect l="l" t="t" r="r" b="b"/>
              <a:pathLst>
                <a:path w="3734" h="10584" extrusionOk="0">
                  <a:moveTo>
                    <a:pt x="70" y="1"/>
                  </a:moveTo>
                  <a:cubicBezTo>
                    <a:pt x="25" y="126"/>
                    <a:pt x="1" y="259"/>
                    <a:pt x="1" y="398"/>
                  </a:cubicBezTo>
                  <a:lnTo>
                    <a:pt x="1" y="9366"/>
                  </a:lnTo>
                  <a:cubicBezTo>
                    <a:pt x="1" y="10035"/>
                    <a:pt x="548" y="10583"/>
                    <a:pt x="1218" y="10583"/>
                  </a:cubicBezTo>
                  <a:lnTo>
                    <a:pt x="2517" y="10583"/>
                  </a:lnTo>
                  <a:cubicBezTo>
                    <a:pt x="3185" y="10583"/>
                    <a:pt x="3734" y="10035"/>
                    <a:pt x="3734" y="9366"/>
                  </a:cubicBezTo>
                  <a:lnTo>
                    <a:pt x="3734" y="7905"/>
                  </a:lnTo>
                  <a:lnTo>
                    <a:pt x="3734" y="6126"/>
                  </a:lnTo>
                  <a:cubicBezTo>
                    <a:pt x="3544" y="6118"/>
                    <a:pt x="3341" y="6110"/>
                    <a:pt x="3119" y="6100"/>
                  </a:cubicBezTo>
                  <a:cubicBezTo>
                    <a:pt x="3048" y="6097"/>
                    <a:pt x="2980" y="6094"/>
                    <a:pt x="2915" y="6087"/>
                  </a:cubicBezTo>
                  <a:cubicBezTo>
                    <a:pt x="1276" y="5953"/>
                    <a:pt x="1138" y="5143"/>
                    <a:pt x="1138" y="5143"/>
                  </a:cubicBezTo>
                  <a:cubicBezTo>
                    <a:pt x="973" y="4534"/>
                    <a:pt x="825" y="3943"/>
                    <a:pt x="695" y="3372"/>
                  </a:cubicBezTo>
                  <a:cubicBezTo>
                    <a:pt x="415" y="2160"/>
                    <a:pt x="211" y="1035"/>
                    <a:pt x="7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58" name="Google Shape;758;p51"/>
            <p:cNvSpPr/>
            <p:nvPr/>
          </p:nvSpPr>
          <p:spPr>
            <a:xfrm>
              <a:off x="6804849" y="4165340"/>
              <a:ext cx="1767546" cy="236962"/>
            </a:xfrm>
            <a:custGeom>
              <a:avLst/>
              <a:gdLst/>
              <a:ahLst/>
              <a:cxnLst/>
              <a:rect l="l" t="t" r="r" b="b"/>
              <a:pathLst>
                <a:path w="36289" h="4865" extrusionOk="0">
                  <a:moveTo>
                    <a:pt x="13761" y="1"/>
                  </a:moveTo>
                  <a:cubicBezTo>
                    <a:pt x="13761" y="1"/>
                    <a:pt x="13256" y="8"/>
                    <a:pt x="12484" y="13"/>
                  </a:cubicBezTo>
                  <a:cubicBezTo>
                    <a:pt x="12486" y="1529"/>
                    <a:pt x="13714" y="2754"/>
                    <a:pt x="15228" y="2754"/>
                  </a:cubicBezTo>
                  <a:lnTo>
                    <a:pt x="21061" y="2754"/>
                  </a:lnTo>
                  <a:cubicBezTo>
                    <a:pt x="22577" y="2754"/>
                    <a:pt x="23803" y="1529"/>
                    <a:pt x="23805" y="13"/>
                  </a:cubicBezTo>
                  <a:cubicBezTo>
                    <a:pt x="23033" y="8"/>
                    <a:pt x="22528" y="1"/>
                    <a:pt x="22528" y="1"/>
                  </a:cubicBezTo>
                  <a:close/>
                  <a:moveTo>
                    <a:pt x="1" y="2076"/>
                  </a:moveTo>
                  <a:cubicBezTo>
                    <a:pt x="131" y="2647"/>
                    <a:pt x="279" y="3238"/>
                    <a:pt x="444" y="3847"/>
                  </a:cubicBezTo>
                  <a:cubicBezTo>
                    <a:pt x="444" y="3847"/>
                    <a:pt x="582" y="4657"/>
                    <a:pt x="2221" y="4791"/>
                  </a:cubicBezTo>
                  <a:cubicBezTo>
                    <a:pt x="2286" y="4798"/>
                    <a:pt x="2354" y="4801"/>
                    <a:pt x="2425" y="4804"/>
                  </a:cubicBezTo>
                  <a:cubicBezTo>
                    <a:pt x="2647" y="4814"/>
                    <a:pt x="2850" y="4822"/>
                    <a:pt x="3040" y="4830"/>
                  </a:cubicBezTo>
                  <a:cubicBezTo>
                    <a:pt x="3510" y="4851"/>
                    <a:pt x="3893" y="4864"/>
                    <a:pt x="4210" y="4864"/>
                  </a:cubicBezTo>
                  <a:cubicBezTo>
                    <a:pt x="4833" y="4864"/>
                    <a:pt x="5202" y="4811"/>
                    <a:pt x="5475" y="4644"/>
                  </a:cubicBezTo>
                  <a:cubicBezTo>
                    <a:pt x="5585" y="4577"/>
                    <a:pt x="5683" y="4282"/>
                    <a:pt x="5799" y="3872"/>
                  </a:cubicBezTo>
                  <a:cubicBezTo>
                    <a:pt x="5847" y="3705"/>
                    <a:pt x="5898" y="3522"/>
                    <a:pt x="5953" y="3324"/>
                  </a:cubicBezTo>
                  <a:cubicBezTo>
                    <a:pt x="6063" y="2934"/>
                    <a:pt x="6194" y="2500"/>
                    <a:pt x="6360" y="2076"/>
                  </a:cubicBezTo>
                  <a:close/>
                  <a:moveTo>
                    <a:pt x="29929" y="2076"/>
                  </a:moveTo>
                  <a:cubicBezTo>
                    <a:pt x="30095" y="2500"/>
                    <a:pt x="30226" y="2934"/>
                    <a:pt x="30336" y="3324"/>
                  </a:cubicBezTo>
                  <a:cubicBezTo>
                    <a:pt x="30392" y="3522"/>
                    <a:pt x="30443" y="3705"/>
                    <a:pt x="30491" y="3872"/>
                  </a:cubicBezTo>
                  <a:cubicBezTo>
                    <a:pt x="30606" y="4282"/>
                    <a:pt x="30704" y="4577"/>
                    <a:pt x="30814" y="4644"/>
                  </a:cubicBezTo>
                  <a:cubicBezTo>
                    <a:pt x="31087" y="4811"/>
                    <a:pt x="31456" y="4864"/>
                    <a:pt x="32079" y="4864"/>
                  </a:cubicBezTo>
                  <a:cubicBezTo>
                    <a:pt x="32397" y="4864"/>
                    <a:pt x="32780" y="4851"/>
                    <a:pt x="33250" y="4830"/>
                  </a:cubicBezTo>
                  <a:cubicBezTo>
                    <a:pt x="33439" y="4822"/>
                    <a:pt x="33644" y="4814"/>
                    <a:pt x="33865" y="4804"/>
                  </a:cubicBezTo>
                  <a:cubicBezTo>
                    <a:pt x="33935" y="4801"/>
                    <a:pt x="34003" y="4798"/>
                    <a:pt x="34069" y="4791"/>
                  </a:cubicBezTo>
                  <a:cubicBezTo>
                    <a:pt x="35708" y="4657"/>
                    <a:pt x="35845" y="3847"/>
                    <a:pt x="35845" y="3847"/>
                  </a:cubicBezTo>
                  <a:cubicBezTo>
                    <a:pt x="36010" y="3238"/>
                    <a:pt x="36159" y="2647"/>
                    <a:pt x="36289" y="2076"/>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59" name="Google Shape;759;p51"/>
            <p:cNvSpPr/>
            <p:nvPr/>
          </p:nvSpPr>
          <p:spPr>
            <a:xfrm>
              <a:off x="6590200" y="2690900"/>
              <a:ext cx="2196952" cy="1705103"/>
            </a:xfrm>
            <a:custGeom>
              <a:avLst/>
              <a:gdLst/>
              <a:ahLst/>
              <a:cxnLst/>
              <a:rect l="l" t="t" r="r" b="b"/>
              <a:pathLst>
                <a:path w="45105" h="35007" extrusionOk="0">
                  <a:moveTo>
                    <a:pt x="42492" y="10676"/>
                  </a:moveTo>
                  <a:cubicBezTo>
                    <a:pt x="41575" y="10676"/>
                    <a:pt x="40695" y="10925"/>
                    <a:pt x="40252" y="11085"/>
                  </a:cubicBezTo>
                  <a:cubicBezTo>
                    <a:pt x="39572" y="11331"/>
                    <a:pt x="39705" y="12121"/>
                    <a:pt x="39727" y="12749"/>
                  </a:cubicBezTo>
                  <a:cubicBezTo>
                    <a:pt x="39730" y="12835"/>
                    <a:pt x="39732" y="12920"/>
                    <a:pt x="39729" y="12997"/>
                  </a:cubicBezTo>
                  <a:cubicBezTo>
                    <a:pt x="39701" y="13645"/>
                    <a:pt x="39455" y="13836"/>
                    <a:pt x="39455" y="13836"/>
                  </a:cubicBezTo>
                  <a:lnTo>
                    <a:pt x="39453" y="13836"/>
                  </a:lnTo>
                  <a:cubicBezTo>
                    <a:pt x="39513" y="14381"/>
                    <a:pt x="39566" y="14944"/>
                    <a:pt x="39611" y="15523"/>
                  </a:cubicBezTo>
                  <a:cubicBezTo>
                    <a:pt x="41050" y="15503"/>
                    <a:pt x="40816" y="15109"/>
                    <a:pt x="40854" y="14613"/>
                  </a:cubicBezTo>
                  <a:cubicBezTo>
                    <a:pt x="40895" y="14118"/>
                    <a:pt x="42204" y="13964"/>
                    <a:pt x="43370" y="13953"/>
                  </a:cubicBezTo>
                  <a:cubicBezTo>
                    <a:pt x="44023" y="13947"/>
                    <a:pt x="44692" y="13400"/>
                    <a:pt x="44923" y="12749"/>
                  </a:cubicBezTo>
                  <a:cubicBezTo>
                    <a:pt x="45104" y="12240"/>
                    <a:pt x="45017" y="11663"/>
                    <a:pt x="44440" y="11233"/>
                  </a:cubicBezTo>
                  <a:cubicBezTo>
                    <a:pt x="43881" y="10815"/>
                    <a:pt x="43177" y="10676"/>
                    <a:pt x="42492" y="10676"/>
                  </a:cubicBezTo>
                  <a:close/>
                  <a:moveTo>
                    <a:pt x="22514" y="979"/>
                  </a:moveTo>
                  <a:cubicBezTo>
                    <a:pt x="22514" y="979"/>
                    <a:pt x="30712" y="1021"/>
                    <a:pt x="34475" y="3025"/>
                  </a:cubicBezTo>
                  <a:cubicBezTo>
                    <a:pt x="34659" y="3122"/>
                    <a:pt x="34831" y="3225"/>
                    <a:pt x="34991" y="3331"/>
                  </a:cubicBezTo>
                  <a:cubicBezTo>
                    <a:pt x="38454" y="5637"/>
                    <a:pt x="37733" y="14873"/>
                    <a:pt x="37733" y="14873"/>
                  </a:cubicBezTo>
                  <a:cubicBezTo>
                    <a:pt x="38300" y="15041"/>
                    <a:pt x="38650" y="15591"/>
                    <a:pt x="38834" y="16298"/>
                  </a:cubicBezTo>
                  <a:cubicBezTo>
                    <a:pt x="38994" y="16910"/>
                    <a:pt x="39029" y="17639"/>
                    <a:pt x="38977" y="18339"/>
                  </a:cubicBezTo>
                  <a:cubicBezTo>
                    <a:pt x="38889" y="19512"/>
                    <a:pt x="38549" y="20602"/>
                    <a:pt x="38122" y="20917"/>
                  </a:cubicBezTo>
                  <a:cubicBezTo>
                    <a:pt x="37108" y="21668"/>
                    <a:pt x="35920" y="22393"/>
                    <a:pt x="33067" y="22667"/>
                  </a:cubicBezTo>
                  <a:cubicBezTo>
                    <a:pt x="33056" y="22668"/>
                    <a:pt x="33044" y="22668"/>
                    <a:pt x="33033" y="22668"/>
                  </a:cubicBezTo>
                  <a:cubicBezTo>
                    <a:pt x="32852" y="22668"/>
                    <a:pt x="32700" y="22534"/>
                    <a:pt x="32684" y="22350"/>
                  </a:cubicBezTo>
                  <a:cubicBezTo>
                    <a:pt x="32657" y="22022"/>
                    <a:pt x="32710" y="21416"/>
                    <a:pt x="33094" y="20377"/>
                  </a:cubicBezTo>
                  <a:lnTo>
                    <a:pt x="33094" y="20377"/>
                  </a:lnTo>
                  <a:cubicBezTo>
                    <a:pt x="33008" y="20465"/>
                    <a:pt x="30229" y="23239"/>
                    <a:pt x="22514" y="23239"/>
                  </a:cubicBezTo>
                  <a:cubicBezTo>
                    <a:pt x="14799" y="23239"/>
                    <a:pt x="12021" y="20465"/>
                    <a:pt x="11934" y="20377"/>
                  </a:cubicBezTo>
                  <a:lnTo>
                    <a:pt x="11934" y="20377"/>
                  </a:lnTo>
                  <a:cubicBezTo>
                    <a:pt x="12320" y="21416"/>
                    <a:pt x="12373" y="22022"/>
                    <a:pt x="12344" y="22350"/>
                  </a:cubicBezTo>
                  <a:cubicBezTo>
                    <a:pt x="12328" y="22534"/>
                    <a:pt x="12176" y="22668"/>
                    <a:pt x="11996" y="22668"/>
                  </a:cubicBezTo>
                  <a:cubicBezTo>
                    <a:pt x="11984" y="22668"/>
                    <a:pt x="11973" y="22668"/>
                    <a:pt x="11961" y="22667"/>
                  </a:cubicBezTo>
                  <a:cubicBezTo>
                    <a:pt x="9109" y="22393"/>
                    <a:pt x="7920" y="21668"/>
                    <a:pt x="6908" y="20917"/>
                  </a:cubicBezTo>
                  <a:cubicBezTo>
                    <a:pt x="6480" y="20602"/>
                    <a:pt x="6139" y="19512"/>
                    <a:pt x="6051" y="18339"/>
                  </a:cubicBezTo>
                  <a:cubicBezTo>
                    <a:pt x="5999" y="17639"/>
                    <a:pt x="6035" y="16910"/>
                    <a:pt x="6196" y="16298"/>
                  </a:cubicBezTo>
                  <a:cubicBezTo>
                    <a:pt x="6379" y="15591"/>
                    <a:pt x="6729" y="15041"/>
                    <a:pt x="7295" y="14873"/>
                  </a:cubicBezTo>
                  <a:cubicBezTo>
                    <a:pt x="7295" y="14873"/>
                    <a:pt x="6574" y="5637"/>
                    <a:pt x="10037" y="3331"/>
                  </a:cubicBezTo>
                  <a:cubicBezTo>
                    <a:pt x="10197" y="3225"/>
                    <a:pt x="10370" y="3122"/>
                    <a:pt x="10553" y="3025"/>
                  </a:cubicBezTo>
                  <a:cubicBezTo>
                    <a:pt x="14317" y="1021"/>
                    <a:pt x="22514" y="979"/>
                    <a:pt x="22514" y="979"/>
                  </a:cubicBezTo>
                  <a:close/>
                  <a:moveTo>
                    <a:pt x="22512" y="1"/>
                  </a:moveTo>
                  <a:cubicBezTo>
                    <a:pt x="22361" y="1"/>
                    <a:pt x="14406" y="8"/>
                    <a:pt x="9748" y="1469"/>
                  </a:cubicBezTo>
                  <a:cubicBezTo>
                    <a:pt x="8871" y="1743"/>
                    <a:pt x="8177" y="2418"/>
                    <a:pt x="7876" y="3287"/>
                  </a:cubicBezTo>
                  <a:cubicBezTo>
                    <a:pt x="7247" y="5103"/>
                    <a:pt x="6166" y="8767"/>
                    <a:pt x="5616" y="13804"/>
                  </a:cubicBezTo>
                  <a:cubicBezTo>
                    <a:pt x="5550" y="13727"/>
                    <a:pt x="5397" y="13499"/>
                    <a:pt x="5374" y="12997"/>
                  </a:cubicBezTo>
                  <a:cubicBezTo>
                    <a:pt x="5372" y="12920"/>
                    <a:pt x="5373" y="12835"/>
                    <a:pt x="5377" y="12749"/>
                  </a:cubicBezTo>
                  <a:cubicBezTo>
                    <a:pt x="5398" y="12121"/>
                    <a:pt x="5533" y="11331"/>
                    <a:pt x="4851" y="11085"/>
                  </a:cubicBezTo>
                  <a:cubicBezTo>
                    <a:pt x="4409" y="10925"/>
                    <a:pt x="3529" y="10676"/>
                    <a:pt x="2611" y="10676"/>
                  </a:cubicBezTo>
                  <a:cubicBezTo>
                    <a:pt x="1927" y="10676"/>
                    <a:pt x="1223" y="10815"/>
                    <a:pt x="663" y="11233"/>
                  </a:cubicBezTo>
                  <a:cubicBezTo>
                    <a:pt x="88" y="11663"/>
                    <a:pt x="0" y="12240"/>
                    <a:pt x="181" y="12749"/>
                  </a:cubicBezTo>
                  <a:cubicBezTo>
                    <a:pt x="412" y="13400"/>
                    <a:pt x="1080" y="13947"/>
                    <a:pt x="1733" y="13953"/>
                  </a:cubicBezTo>
                  <a:cubicBezTo>
                    <a:pt x="2901" y="13964"/>
                    <a:pt x="4208" y="14118"/>
                    <a:pt x="4249" y="14613"/>
                  </a:cubicBezTo>
                  <a:cubicBezTo>
                    <a:pt x="4287" y="15105"/>
                    <a:pt x="4057" y="15496"/>
                    <a:pt x="5454" y="15522"/>
                  </a:cubicBezTo>
                  <a:cubicBezTo>
                    <a:pt x="5394" y="16285"/>
                    <a:pt x="5346" y="17075"/>
                    <a:pt x="5316" y="17891"/>
                  </a:cubicBezTo>
                  <a:cubicBezTo>
                    <a:pt x="5316" y="17891"/>
                    <a:pt x="5287" y="18736"/>
                    <a:pt x="5005" y="19461"/>
                  </a:cubicBezTo>
                  <a:cubicBezTo>
                    <a:pt x="5005" y="19461"/>
                    <a:pt x="5225" y="24878"/>
                    <a:pt x="9578" y="24878"/>
                  </a:cubicBezTo>
                  <a:lnTo>
                    <a:pt x="35450" y="24878"/>
                  </a:lnTo>
                  <a:cubicBezTo>
                    <a:pt x="39805" y="24878"/>
                    <a:pt x="40024" y="19461"/>
                    <a:pt x="40024" y="19461"/>
                  </a:cubicBezTo>
                  <a:cubicBezTo>
                    <a:pt x="39742" y="18736"/>
                    <a:pt x="39713" y="17891"/>
                    <a:pt x="39713" y="17891"/>
                  </a:cubicBezTo>
                  <a:cubicBezTo>
                    <a:pt x="39684" y="17075"/>
                    <a:pt x="39636" y="16285"/>
                    <a:pt x="39575" y="15522"/>
                  </a:cubicBezTo>
                  <a:cubicBezTo>
                    <a:pt x="39530" y="14944"/>
                    <a:pt x="39476" y="14381"/>
                    <a:pt x="39416" y="13836"/>
                  </a:cubicBezTo>
                  <a:cubicBezTo>
                    <a:pt x="38868" y="8781"/>
                    <a:pt x="37784" y="5106"/>
                    <a:pt x="37152" y="3287"/>
                  </a:cubicBezTo>
                  <a:cubicBezTo>
                    <a:pt x="36852" y="2418"/>
                    <a:pt x="36158" y="1743"/>
                    <a:pt x="35282" y="1469"/>
                  </a:cubicBezTo>
                  <a:cubicBezTo>
                    <a:pt x="30624" y="8"/>
                    <a:pt x="22667" y="1"/>
                    <a:pt x="22516" y="1"/>
                  </a:cubicBezTo>
                  <a:cubicBezTo>
                    <a:pt x="22515" y="1"/>
                    <a:pt x="22514" y="1"/>
                    <a:pt x="22514" y="1"/>
                  </a:cubicBezTo>
                  <a:cubicBezTo>
                    <a:pt x="22514" y="1"/>
                    <a:pt x="22513" y="1"/>
                    <a:pt x="22512" y="1"/>
                  </a:cubicBezTo>
                  <a:close/>
                  <a:moveTo>
                    <a:pt x="4511" y="20258"/>
                  </a:moveTo>
                  <a:lnTo>
                    <a:pt x="4511" y="20258"/>
                  </a:lnTo>
                  <a:cubicBezTo>
                    <a:pt x="3903" y="20742"/>
                    <a:pt x="3061" y="23728"/>
                    <a:pt x="3783" y="28977"/>
                  </a:cubicBezTo>
                  <a:cubicBezTo>
                    <a:pt x="3926" y="30011"/>
                    <a:pt x="4128" y="31136"/>
                    <a:pt x="4408" y="32348"/>
                  </a:cubicBezTo>
                  <a:lnTo>
                    <a:pt x="7447" y="32348"/>
                  </a:lnTo>
                  <a:lnTo>
                    <a:pt x="7447" y="32161"/>
                  </a:lnTo>
                  <a:cubicBezTo>
                    <a:pt x="7144" y="31946"/>
                    <a:pt x="6871" y="31679"/>
                    <a:pt x="6628" y="31370"/>
                  </a:cubicBezTo>
                  <a:cubicBezTo>
                    <a:pt x="5965" y="30533"/>
                    <a:pt x="5503" y="29392"/>
                    <a:pt x="5184" y="28157"/>
                  </a:cubicBezTo>
                  <a:cubicBezTo>
                    <a:pt x="4261" y="24594"/>
                    <a:pt x="4511" y="20259"/>
                    <a:pt x="4511" y="20258"/>
                  </a:cubicBezTo>
                  <a:close/>
                  <a:moveTo>
                    <a:pt x="40592" y="20258"/>
                  </a:moveTo>
                  <a:cubicBezTo>
                    <a:pt x="40592" y="20259"/>
                    <a:pt x="40843" y="24594"/>
                    <a:pt x="39920" y="28157"/>
                  </a:cubicBezTo>
                  <a:cubicBezTo>
                    <a:pt x="39600" y="29392"/>
                    <a:pt x="39138" y="30533"/>
                    <a:pt x="38476" y="31370"/>
                  </a:cubicBezTo>
                  <a:cubicBezTo>
                    <a:pt x="38233" y="31679"/>
                    <a:pt x="37959" y="31946"/>
                    <a:pt x="37657" y="32161"/>
                  </a:cubicBezTo>
                  <a:lnTo>
                    <a:pt x="37657" y="32348"/>
                  </a:lnTo>
                  <a:lnTo>
                    <a:pt x="40696" y="32348"/>
                  </a:lnTo>
                  <a:cubicBezTo>
                    <a:pt x="40977" y="31136"/>
                    <a:pt x="41179" y="30011"/>
                    <a:pt x="41320" y="28977"/>
                  </a:cubicBezTo>
                  <a:cubicBezTo>
                    <a:pt x="42043" y="23728"/>
                    <a:pt x="41200" y="20742"/>
                    <a:pt x="40592" y="20258"/>
                  </a:cubicBezTo>
                  <a:close/>
                  <a:moveTo>
                    <a:pt x="12998" y="30272"/>
                  </a:moveTo>
                  <a:cubicBezTo>
                    <a:pt x="11848" y="30272"/>
                    <a:pt x="11190" y="31275"/>
                    <a:pt x="10768" y="32348"/>
                  </a:cubicBezTo>
                  <a:lnTo>
                    <a:pt x="10767" y="32348"/>
                  </a:lnTo>
                  <a:cubicBezTo>
                    <a:pt x="10601" y="32772"/>
                    <a:pt x="10470" y="33206"/>
                    <a:pt x="10360" y="33596"/>
                  </a:cubicBezTo>
                  <a:lnTo>
                    <a:pt x="10360" y="34490"/>
                  </a:lnTo>
                  <a:cubicBezTo>
                    <a:pt x="10576" y="34729"/>
                    <a:pt x="11095" y="35006"/>
                    <a:pt x="12340" y="35006"/>
                  </a:cubicBezTo>
                  <a:lnTo>
                    <a:pt x="32763" y="35006"/>
                  </a:lnTo>
                  <a:cubicBezTo>
                    <a:pt x="34010" y="35006"/>
                    <a:pt x="34527" y="34731"/>
                    <a:pt x="34743" y="34490"/>
                  </a:cubicBezTo>
                  <a:lnTo>
                    <a:pt x="34743" y="33596"/>
                  </a:lnTo>
                  <a:cubicBezTo>
                    <a:pt x="34633" y="33206"/>
                    <a:pt x="34502" y="32772"/>
                    <a:pt x="34336" y="32348"/>
                  </a:cubicBezTo>
                  <a:lnTo>
                    <a:pt x="34335" y="32348"/>
                  </a:lnTo>
                  <a:cubicBezTo>
                    <a:pt x="33913" y="31275"/>
                    <a:pt x="33255" y="30272"/>
                    <a:pt x="32105" y="30272"/>
                  </a:cubicBezTo>
                  <a:cubicBezTo>
                    <a:pt x="32096" y="30272"/>
                    <a:pt x="32086" y="30273"/>
                    <a:pt x="32076" y="30273"/>
                  </a:cubicBezTo>
                  <a:cubicBezTo>
                    <a:pt x="31228" y="30285"/>
                    <a:pt x="30345" y="30288"/>
                    <a:pt x="29556" y="30288"/>
                  </a:cubicBezTo>
                  <a:cubicBezTo>
                    <a:pt x="29061" y="30288"/>
                    <a:pt x="28603" y="30287"/>
                    <a:pt x="28212" y="30285"/>
                  </a:cubicBezTo>
                  <a:cubicBezTo>
                    <a:pt x="28210" y="31801"/>
                    <a:pt x="26982" y="33026"/>
                    <a:pt x="25468" y="33026"/>
                  </a:cubicBezTo>
                  <a:lnTo>
                    <a:pt x="19635" y="33026"/>
                  </a:lnTo>
                  <a:cubicBezTo>
                    <a:pt x="18120" y="33026"/>
                    <a:pt x="16893" y="31801"/>
                    <a:pt x="16891" y="30285"/>
                  </a:cubicBezTo>
                  <a:cubicBezTo>
                    <a:pt x="16501" y="30287"/>
                    <a:pt x="16042" y="30288"/>
                    <a:pt x="15547" y="30288"/>
                  </a:cubicBezTo>
                  <a:cubicBezTo>
                    <a:pt x="14758" y="30288"/>
                    <a:pt x="13876" y="30285"/>
                    <a:pt x="13027" y="30273"/>
                  </a:cubicBezTo>
                  <a:cubicBezTo>
                    <a:pt x="13017" y="30273"/>
                    <a:pt x="13008" y="30272"/>
                    <a:pt x="12998" y="30272"/>
                  </a:cubicBezTo>
                  <a:close/>
                </a:path>
              </a:pathLst>
            </a:custGeom>
            <a:gradFill>
              <a:gsLst>
                <a:gs pos="0">
                  <a:schemeClr val="accent1"/>
                </a:gs>
                <a:gs pos="100000">
                  <a:schemeClr val="dk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60" name="Google Shape;760;p51"/>
            <p:cNvSpPr/>
            <p:nvPr/>
          </p:nvSpPr>
          <p:spPr>
            <a:xfrm>
              <a:off x="6937720" y="3631713"/>
              <a:ext cx="96490" cy="86212"/>
            </a:xfrm>
            <a:custGeom>
              <a:avLst/>
              <a:gdLst/>
              <a:ahLst/>
              <a:cxnLst/>
              <a:rect l="l" t="t" r="r" b="b"/>
              <a:pathLst>
                <a:path w="1981" h="1770" extrusionOk="0">
                  <a:moveTo>
                    <a:pt x="167" y="1"/>
                  </a:moveTo>
                  <a:cubicBezTo>
                    <a:pt x="1" y="268"/>
                    <a:pt x="32" y="668"/>
                    <a:pt x="32" y="668"/>
                  </a:cubicBezTo>
                  <a:cubicBezTo>
                    <a:pt x="297" y="1108"/>
                    <a:pt x="744" y="1378"/>
                    <a:pt x="1140" y="1539"/>
                  </a:cubicBezTo>
                  <a:cubicBezTo>
                    <a:pt x="1591" y="1724"/>
                    <a:pt x="1981" y="1769"/>
                    <a:pt x="1981" y="1769"/>
                  </a:cubicBezTo>
                  <a:cubicBezTo>
                    <a:pt x="1418" y="1537"/>
                    <a:pt x="1010" y="296"/>
                    <a:pt x="1010" y="296"/>
                  </a:cubicBezTo>
                  <a:cubicBezTo>
                    <a:pt x="980" y="299"/>
                    <a:pt x="951" y="301"/>
                    <a:pt x="922" y="301"/>
                  </a:cubicBezTo>
                  <a:cubicBezTo>
                    <a:pt x="499" y="301"/>
                    <a:pt x="167" y="1"/>
                    <a:pt x="167" y="1"/>
                  </a:cubicBezTo>
                  <a:close/>
                </a:path>
              </a:pathLst>
            </a:custGeom>
            <a:solidFill>
              <a:srgbClr val="FFC2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61" name="Google Shape;761;p51"/>
            <p:cNvSpPr/>
            <p:nvPr/>
          </p:nvSpPr>
          <p:spPr>
            <a:xfrm>
              <a:off x="6884240" y="3423931"/>
              <a:ext cx="297408" cy="343778"/>
            </a:xfrm>
            <a:custGeom>
              <a:avLst/>
              <a:gdLst/>
              <a:ahLst/>
              <a:cxnLst/>
              <a:rect l="l" t="t" r="r" b="b"/>
              <a:pathLst>
                <a:path w="6106" h="7058" extrusionOk="0">
                  <a:moveTo>
                    <a:pt x="2299" y="754"/>
                  </a:moveTo>
                  <a:cubicBezTo>
                    <a:pt x="2870" y="754"/>
                    <a:pt x="3376" y="1030"/>
                    <a:pt x="3692" y="1453"/>
                  </a:cubicBezTo>
                  <a:cubicBezTo>
                    <a:pt x="3759" y="1543"/>
                    <a:pt x="3818" y="1638"/>
                    <a:pt x="3866" y="1738"/>
                  </a:cubicBezTo>
                  <a:cubicBezTo>
                    <a:pt x="3978" y="1967"/>
                    <a:pt x="4039" y="2223"/>
                    <a:pt x="4039" y="2493"/>
                  </a:cubicBezTo>
                  <a:cubicBezTo>
                    <a:pt x="4039" y="3454"/>
                    <a:pt x="3260" y="4232"/>
                    <a:pt x="2299" y="4232"/>
                  </a:cubicBezTo>
                  <a:lnTo>
                    <a:pt x="2290" y="4232"/>
                  </a:lnTo>
                  <a:cubicBezTo>
                    <a:pt x="1964" y="4230"/>
                    <a:pt x="1658" y="4140"/>
                    <a:pt x="1398" y="3980"/>
                  </a:cubicBezTo>
                  <a:cubicBezTo>
                    <a:pt x="896" y="3675"/>
                    <a:pt x="560" y="3123"/>
                    <a:pt x="560" y="2493"/>
                  </a:cubicBezTo>
                  <a:cubicBezTo>
                    <a:pt x="560" y="2162"/>
                    <a:pt x="652" y="1856"/>
                    <a:pt x="812" y="1591"/>
                  </a:cubicBezTo>
                  <a:cubicBezTo>
                    <a:pt x="1117" y="1091"/>
                    <a:pt x="1670" y="754"/>
                    <a:pt x="2299" y="754"/>
                  </a:cubicBezTo>
                  <a:close/>
                  <a:moveTo>
                    <a:pt x="1265" y="4267"/>
                  </a:moveTo>
                  <a:cubicBezTo>
                    <a:pt x="1265" y="4267"/>
                    <a:pt x="1597" y="4567"/>
                    <a:pt x="2020" y="4567"/>
                  </a:cubicBezTo>
                  <a:cubicBezTo>
                    <a:pt x="2049" y="4567"/>
                    <a:pt x="2078" y="4565"/>
                    <a:pt x="2108" y="4562"/>
                  </a:cubicBezTo>
                  <a:cubicBezTo>
                    <a:pt x="2108" y="4562"/>
                    <a:pt x="2516" y="5803"/>
                    <a:pt x="3079" y="6035"/>
                  </a:cubicBezTo>
                  <a:cubicBezTo>
                    <a:pt x="3079" y="6035"/>
                    <a:pt x="2689" y="5990"/>
                    <a:pt x="2238" y="5805"/>
                  </a:cubicBezTo>
                  <a:cubicBezTo>
                    <a:pt x="1842" y="5644"/>
                    <a:pt x="1395" y="5372"/>
                    <a:pt x="1130" y="4934"/>
                  </a:cubicBezTo>
                  <a:cubicBezTo>
                    <a:pt x="1130" y="4934"/>
                    <a:pt x="1099" y="4534"/>
                    <a:pt x="1265" y="4267"/>
                  </a:cubicBezTo>
                  <a:close/>
                  <a:moveTo>
                    <a:pt x="3942" y="3693"/>
                  </a:moveTo>
                  <a:cubicBezTo>
                    <a:pt x="3944" y="3693"/>
                    <a:pt x="5418" y="6370"/>
                    <a:pt x="4833" y="6370"/>
                  </a:cubicBezTo>
                  <a:cubicBezTo>
                    <a:pt x="4806" y="6370"/>
                    <a:pt x="4775" y="6365"/>
                    <a:pt x="4740" y="6353"/>
                  </a:cubicBezTo>
                  <a:cubicBezTo>
                    <a:pt x="3924" y="6087"/>
                    <a:pt x="2899" y="5826"/>
                    <a:pt x="2570" y="4517"/>
                  </a:cubicBezTo>
                  <a:cubicBezTo>
                    <a:pt x="2570" y="4517"/>
                    <a:pt x="3591" y="4275"/>
                    <a:pt x="3942" y="3693"/>
                  </a:cubicBezTo>
                  <a:close/>
                  <a:moveTo>
                    <a:pt x="1776" y="1"/>
                  </a:moveTo>
                  <a:cubicBezTo>
                    <a:pt x="1083" y="1"/>
                    <a:pt x="477" y="419"/>
                    <a:pt x="195" y="1248"/>
                  </a:cubicBezTo>
                  <a:cubicBezTo>
                    <a:pt x="36" y="1860"/>
                    <a:pt x="0" y="2589"/>
                    <a:pt x="53" y="3289"/>
                  </a:cubicBezTo>
                  <a:cubicBezTo>
                    <a:pt x="53" y="3289"/>
                    <a:pt x="491" y="5330"/>
                    <a:pt x="1470" y="5777"/>
                  </a:cubicBezTo>
                  <a:cubicBezTo>
                    <a:pt x="1639" y="5854"/>
                    <a:pt x="1872" y="5949"/>
                    <a:pt x="2143" y="6054"/>
                  </a:cubicBezTo>
                  <a:cubicBezTo>
                    <a:pt x="3269" y="6482"/>
                    <a:pt x="5062" y="7057"/>
                    <a:pt x="5673" y="7057"/>
                  </a:cubicBezTo>
                  <a:cubicBezTo>
                    <a:pt x="5774" y="7057"/>
                    <a:pt x="5843" y="7041"/>
                    <a:pt x="5870" y="7006"/>
                  </a:cubicBezTo>
                  <a:cubicBezTo>
                    <a:pt x="6105" y="6711"/>
                    <a:pt x="5688" y="5299"/>
                    <a:pt x="4550" y="2469"/>
                  </a:cubicBezTo>
                  <a:cubicBezTo>
                    <a:pt x="4385" y="2056"/>
                    <a:pt x="4190" y="1696"/>
                    <a:pt x="3974" y="1388"/>
                  </a:cubicBezTo>
                  <a:cubicBezTo>
                    <a:pt x="3327" y="461"/>
                    <a:pt x="2504" y="1"/>
                    <a:pt x="1776" y="1"/>
                  </a:cubicBezTo>
                  <a:close/>
                </a:path>
              </a:pathLst>
            </a:custGeom>
            <a:gradFill>
              <a:gsLst>
                <a:gs pos="0">
                  <a:schemeClr val="accent2"/>
                </a:gs>
                <a:gs pos="100000">
                  <a:schemeClr val="accent6"/>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62" name="Google Shape;762;p51"/>
            <p:cNvSpPr/>
            <p:nvPr/>
          </p:nvSpPr>
          <p:spPr>
            <a:xfrm>
              <a:off x="7009464" y="3603804"/>
              <a:ext cx="138719" cy="130439"/>
            </a:xfrm>
            <a:custGeom>
              <a:avLst/>
              <a:gdLst/>
              <a:ahLst/>
              <a:cxnLst/>
              <a:rect l="l" t="t" r="r" b="b"/>
              <a:pathLst>
                <a:path w="2848" h="2678" extrusionOk="0">
                  <a:moveTo>
                    <a:pt x="1373" y="0"/>
                  </a:moveTo>
                  <a:cubicBezTo>
                    <a:pt x="1020" y="582"/>
                    <a:pt x="0" y="824"/>
                    <a:pt x="0" y="824"/>
                  </a:cubicBezTo>
                  <a:cubicBezTo>
                    <a:pt x="330" y="2133"/>
                    <a:pt x="1353" y="2394"/>
                    <a:pt x="2169" y="2660"/>
                  </a:cubicBezTo>
                  <a:cubicBezTo>
                    <a:pt x="2204" y="2672"/>
                    <a:pt x="2235" y="2677"/>
                    <a:pt x="2262" y="2677"/>
                  </a:cubicBezTo>
                  <a:cubicBezTo>
                    <a:pt x="2847" y="2677"/>
                    <a:pt x="1373" y="0"/>
                    <a:pt x="137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63" name="Google Shape;763;p51"/>
            <p:cNvSpPr/>
            <p:nvPr/>
          </p:nvSpPr>
          <p:spPr>
            <a:xfrm>
              <a:off x="6911516" y="3460656"/>
              <a:ext cx="169405" cy="169405"/>
            </a:xfrm>
            <a:custGeom>
              <a:avLst/>
              <a:gdLst/>
              <a:ahLst/>
              <a:cxnLst/>
              <a:rect l="l" t="t" r="r" b="b"/>
              <a:pathLst>
                <a:path w="3478" h="3478" extrusionOk="0">
                  <a:moveTo>
                    <a:pt x="1030" y="649"/>
                  </a:moveTo>
                  <a:cubicBezTo>
                    <a:pt x="1358" y="649"/>
                    <a:pt x="1626" y="901"/>
                    <a:pt x="1626" y="1209"/>
                  </a:cubicBezTo>
                  <a:lnTo>
                    <a:pt x="1626" y="1220"/>
                  </a:lnTo>
                  <a:cubicBezTo>
                    <a:pt x="1620" y="1527"/>
                    <a:pt x="1354" y="1772"/>
                    <a:pt x="1030" y="1772"/>
                  </a:cubicBezTo>
                  <a:cubicBezTo>
                    <a:pt x="701" y="1772"/>
                    <a:pt x="434" y="1520"/>
                    <a:pt x="434" y="1209"/>
                  </a:cubicBezTo>
                  <a:cubicBezTo>
                    <a:pt x="434" y="1095"/>
                    <a:pt x="471" y="984"/>
                    <a:pt x="536" y="895"/>
                  </a:cubicBezTo>
                  <a:cubicBezTo>
                    <a:pt x="643" y="747"/>
                    <a:pt x="824" y="649"/>
                    <a:pt x="1030" y="649"/>
                  </a:cubicBezTo>
                  <a:close/>
                  <a:moveTo>
                    <a:pt x="2551" y="737"/>
                  </a:moveTo>
                  <a:cubicBezTo>
                    <a:pt x="2778" y="737"/>
                    <a:pt x="2974" y="854"/>
                    <a:pt x="3076" y="1029"/>
                  </a:cubicBezTo>
                  <a:cubicBezTo>
                    <a:pt x="3121" y="1111"/>
                    <a:pt x="3146" y="1201"/>
                    <a:pt x="3146" y="1298"/>
                  </a:cubicBezTo>
                  <a:cubicBezTo>
                    <a:pt x="3146" y="1608"/>
                    <a:pt x="2881" y="1859"/>
                    <a:pt x="2551" y="1859"/>
                  </a:cubicBezTo>
                  <a:cubicBezTo>
                    <a:pt x="2222" y="1859"/>
                    <a:pt x="1955" y="1608"/>
                    <a:pt x="1955" y="1298"/>
                  </a:cubicBezTo>
                  <a:cubicBezTo>
                    <a:pt x="1955" y="1278"/>
                    <a:pt x="1956" y="1260"/>
                    <a:pt x="1958" y="1242"/>
                  </a:cubicBezTo>
                  <a:cubicBezTo>
                    <a:pt x="1989" y="957"/>
                    <a:pt x="2242" y="737"/>
                    <a:pt x="2551" y="737"/>
                  </a:cubicBezTo>
                  <a:close/>
                  <a:moveTo>
                    <a:pt x="1739" y="1948"/>
                  </a:moveTo>
                  <a:cubicBezTo>
                    <a:pt x="2068" y="1948"/>
                    <a:pt x="2335" y="2200"/>
                    <a:pt x="2335" y="2511"/>
                  </a:cubicBezTo>
                  <a:cubicBezTo>
                    <a:pt x="2335" y="2819"/>
                    <a:pt x="2068" y="3071"/>
                    <a:pt x="1739" y="3071"/>
                  </a:cubicBezTo>
                  <a:cubicBezTo>
                    <a:pt x="1409" y="3071"/>
                    <a:pt x="1144" y="2819"/>
                    <a:pt x="1144" y="2511"/>
                  </a:cubicBezTo>
                  <a:cubicBezTo>
                    <a:pt x="1144" y="2355"/>
                    <a:pt x="1210" y="2215"/>
                    <a:pt x="1317" y="2112"/>
                  </a:cubicBezTo>
                  <a:cubicBezTo>
                    <a:pt x="1425" y="2010"/>
                    <a:pt x="1575" y="1948"/>
                    <a:pt x="1739" y="1948"/>
                  </a:cubicBezTo>
                  <a:close/>
                  <a:moveTo>
                    <a:pt x="1739" y="0"/>
                  </a:moveTo>
                  <a:cubicBezTo>
                    <a:pt x="1110" y="0"/>
                    <a:pt x="557" y="335"/>
                    <a:pt x="252" y="837"/>
                  </a:cubicBezTo>
                  <a:cubicBezTo>
                    <a:pt x="91" y="1102"/>
                    <a:pt x="0" y="1408"/>
                    <a:pt x="0" y="1739"/>
                  </a:cubicBezTo>
                  <a:cubicBezTo>
                    <a:pt x="0" y="2368"/>
                    <a:pt x="336" y="2921"/>
                    <a:pt x="837" y="3226"/>
                  </a:cubicBezTo>
                  <a:cubicBezTo>
                    <a:pt x="1097" y="3384"/>
                    <a:pt x="1402" y="3476"/>
                    <a:pt x="1730" y="3478"/>
                  </a:cubicBezTo>
                  <a:lnTo>
                    <a:pt x="1739" y="3478"/>
                  </a:lnTo>
                  <a:cubicBezTo>
                    <a:pt x="2700" y="3478"/>
                    <a:pt x="3477" y="2699"/>
                    <a:pt x="3477" y="1739"/>
                  </a:cubicBezTo>
                  <a:cubicBezTo>
                    <a:pt x="3477" y="1469"/>
                    <a:pt x="3416" y="1212"/>
                    <a:pt x="3306" y="984"/>
                  </a:cubicBezTo>
                  <a:cubicBezTo>
                    <a:pt x="3258" y="884"/>
                    <a:pt x="3199" y="789"/>
                    <a:pt x="3132" y="699"/>
                  </a:cubicBezTo>
                  <a:cubicBezTo>
                    <a:pt x="2816" y="276"/>
                    <a:pt x="2310" y="0"/>
                    <a:pt x="1739"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64" name="Google Shape;764;p51"/>
            <p:cNvSpPr/>
            <p:nvPr/>
          </p:nvSpPr>
          <p:spPr>
            <a:xfrm>
              <a:off x="6884289" y="3410878"/>
              <a:ext cx="310364" cy="384156"/>
            </a:xfrm>
            <a:custGeom>
              <a:avLst/>
              <a:gdLst/>
              <a:ahLst/>
              <a:cxnLst/>
              <a:rect l="l" t="t" r="r" b="b"/>
              <a:pathLst>
                <a:path w="6372" h="7887" extrusionOk="0">
                  <a:moveTo>
                    <a:pt x="5451" y="4389"/>
                  </a:moveTo>
                  <a:lnTo>
                    <a:pt x="5451" y="4389"/>
                  </a:lnTo>
                  <a:cubicBezTo>
                    <a:pt x="5516" y="4553"/>
                    <a:pt x="5581" y="4719"/>
                    <a:pt x="5648" y="4881"/>
                  </a:cubicBezTo>
                  <a:cubicBezTo>
                    <a:pt x="5581" y="4719"/>
                    <a:pt x="5516" y="4555"/>
                    <a:pt x="5451" y="4389"/>
                  </a:cubicBezTo>
                  <a:close/>
                  <a:moveTo>
                    <a:pt x="1775" y="269"/>
                  </a:moveTo>
                  <a:cubicBezTo>
                    <a:pt x="2502" y="269"/>
                    <a:pt x="3326" y="729"/>
                    <a:pt x="3973" y="1656"/>
                  </a:cubicBezTo>
                  <a:cubicBezTo>
                    <a:pt x="4189" y="1964"/>
                    <a:pt x="4384" y="2324"/>
                    <a:pt x="4549" y="2737"/>
                  </a:cubicBezTo>
                  <a:cubicBezTo>
                    <a:pt x="5687" y="5567"/>
                    <a:pt x="6104" y="6977"/>
                    <a:pt x="5869" y="7273"/>
                  </a:cubicBezTo>
                  <a:cubicBezTo>
                    <a:pt x="5842" y="7308"/>
                    <a:pt x="5772" y="7324"/>
                    <a:pt x="5670" y="7324"/>
                  </a:cubicBezTo>
                  <a:cubicBezTo>
                    <a:pt x="5059" y="7324"/>
                    <a:pt x="3269" y="6749"/>
                    <a:pt x="2142" y="6322"/>
                  </a:cubicBezTo>
                  <a:cubicBezTo>
                    <a:pt x="1871" y="6217"/>
                    <a:pt x="1638" y="6122"/>
                    <a:pt x="1469" y="6045"/>
                  </a:cubicBezTo>
                  <a:cubicBezTo>
                    <a:pt x="719" y="5701"/>
                    <a:pt x="285" y="4420"/>
                    <a:pt x="124" y="3842"/>
                  </a:cubicBezTo>
                  <a:cubicBezTo>
                    <a:pt x="104" y="3659"/>
                    <a:pt x="91" y="3473"/>
                    <a:pt x="83" y="3290"/>
                  </a:cubicBezTo>
                  <a:cubicBezTo>
                    <a:pt x="67" y="2822"/>
                    <a:pt x="84" y="2351"/>
                    <a:pt x="168" y="1892"/>
                  </a:cubicBezTo>
                  <a:cubicBezTo>
                    <a:pt x="220" y="1606"/>
                    <a:pt x="293" y="1319"/>
                    <a:pt x="409" y="1054"/>
                  </a:cubicBezTo>
                  <a:cubicBezTo>
                    <a:pt x="731" y="532"/>
                    <a:pt x="1226" y="269"/>
                    <a:pt x="1775" y="269"/>
                  </a:cubicBezTo>
                  <a:close/>
                  <a:moveTo>
                    <a:pt x="1680" y="0"/>
                  </a:moveTo>
                  <a:cubicBezTo>
                    <a:pt x="1503" y="0"/>
                    <a:pt x="1322" y="30"/>
                    <a:pt x="1157" y="104"/>
                  </a:cubicBezTo>
                  <a:cubicBezTo>
                    <a:pt x="934" y="201"/>
                    <a:pt x="746" y="365"/>
                    <a:pt x="600" y="556"/>
                  </a:cubicBezTo>
                  <a:cubicBezTo>
                    <a:pt x="310" y="943"/>
                    <a:pt x="176" y="1415"/>
                    <a:pt x="94" y="1879"/>
                  </a:cubicBezTo>
                  <a:cubicBezTo>
                    <a:pt x="12" y="2345"/>
                    <a:pt x="1" y="2820"/>
                    <a:pt x="19" y="3293"/>
                  </a:cubicBezTo>
                  <a:cubicBezTo>
                    <a:pt x="43" y="3763"/>
                    <a:pt x="101" y="4234"/>
                    <a:pt x="210" y="4693"/>
                  </a:cubicBezTo>
                  <a:cubicBezTo>
                    <a:pt x="262" y="4924"/>
                    <a:pt x="330" y="5150"/>
                    <a:pt x="415" y="5372"/>
                  </a:cubicBezTo>
                  <a:cubicBezTo>
                    <a:pt x="501" y="5591"/>
                    <a:pt x="601" y="5808"/>
                    <a:pt x="753" y="5995"/>
                  </a:cubicBezTo>
                  <a:cubicBezTo>
                    <a:pt x="823" y="6093"/>
                    <a:pt x="927" y="6163"/>
                    <a:pt x="1020" y="6231"/>
                  </a:cubicBezTo>
                  <a:cubicBezTo>
                    <a:pt x="1115" y="6300"/>
                    <a:pt x="1212" y="6367"/>
                    <a:pt x="1308" y="6433"/>
                  </a:cubicBezTo>
                  <a:cubicBezTo>
                    <a:pt x="1505" y="6565"/>
                    <a:pt x="1704" y="6690"/>
                    <a:pt x="1910" y="6804"/>
                  </a:cubicBezTo>
                  <a:cubicBezTo>
                    <a:pt x="2323" y="7033"/>
                    <a:pt x="2760" y="7215"/>
                    <a:pt x="3208" y="7360"/>
                  </a:cubicBezTo>
                  <a:cubicBezTo>
                    <a:pt x="3843" y="7565"/>
                    <a:pt x="4497" y="7698"/>
                    <a:pt x="5157" y="7790"/>
                  </a:cubicBezTo>
                  <a:cubicBezTo>
                    <a:pt x="5409" y="7825"/>
                    <a:pt x="5677" y="7857"/>
                    <a:pt x="5961" y="7885"/>
                  </a:cubicBezTo>
                  <a:lnTo>
                    <a:pt x="5987" y="7885"/>
                  </a:lnTo>
                  <a:cubicBezTo>
                    <a:pt x="5995" y="7885"/>
                    <a:pt x="6004" y="7886"/>
                    <a:pt x="6012" y="7886"/>
                  </a:cubicBezTo>
                  <a:cubicBezTo>
                    <a:pt x="6012" y="7886"/>
                    <a:pt x="6012" y="7886"/>
                    <a:pt x="6013" y="7886"/>
                  </a:cubicBezTo>
                  <a:lnTo>
                    <a:pt x="6013" y="7886"/>
                  </a:lnTo>
                  <a:cubicBezTo>
                    <a:pt x="6006" y="7886"/>
                    <a:pt x="6000" y="7886"/>
                    <a:pt x="5994" y="7886"/>
                  </a:cubicBezTo>
                  <a:cubicBezTo>
                    <a:pt x="5993" y="7886"/>
                    <a:pt x="5992" y="7886"/>
                    <a:pt x="5991" y="7886"/>
                  </a:cubicBezTo>
                  <a:lnTo>
                    <a:pt x="5991" y="7886"/>
                  </a:lnTo>
                  <a:cubicBezTo>
                    <a:pt x="5997" y="7887"/>
                    <a:pt x="6002" y="7887"/>
                    <a:pt x="6008" y="7887"/>
                  </a:cubicBezTo>
                  <a:cubicBezTo>
                    <a:pt x="6037" y="7887"/>
                    <a:pt x="6066" y="7883"/>
                    <a:pt x="6094" y="7876"/>
                  </a:cubicBezTo>
                  <a:lnTo>
                    <a:pt x="6094" y="7876"/>
                  </a:lnTo>
                  <a:cubicBezTo>
                    <a:pt x="6067" y="7882"/>
                    <a:pt x="6040" y="7886"/>
                    <a:pt x="6013" y="7886"/>
                  </a:cubicBezTo>
                  <a:lnTo>
                    <a:pt x="6013" y="7886"/>
                  </a:lnTo>
                  <a:cubicBezTo>
                    <a:pt x="6184" y="7877"/>
                    <a:pt x="6329" y="7746"/>
                    <a:pt x="6344" y="7568"/>
                  </a:cubicBezTo>
                  <a:cubicBezTo>
                    <a:pt x="6371" y="7240"/>
                    <a:pt x="6319" y="6634"/>
                    <a:pt x="5934" y="5595"/>
                  </a:cubicBezTo>
                  <a:lnTo>
                    <a:pt x="5932" y="5594"/>
                  </a:lnTo>
                  <a:cubicBezTo>
                    <a:pt x="5892" y="5485"/>
                    <a:pt x="5848" y="5372"/>
                    <a:pt x="5800" y="5253"/>
                  </a:cubicBezTo>
                  <a:lnTo>
                    <a:pt x="5800" y="5253"/>
                  </a:lnTo>
                  <a:cubicBezTo>
                    <a:pt x="5817" y="5294"/>
                    <a:pt x="5836" y="5335"/>
                    <a:pt x="5853" y="5376"/>
                  </a:cubicBezTo>
                  <a:cubicBezTo>
                    <a:pt x="6025" y="5813"/>
                    <a:pt x="6179" y="6258"/>
                    <a:pt x="6277" y="6719"/>
                  </a:cubicBezTo>
                  <a:cubicBezTo>
                    <a:pt x="6325" y="6948"/>
                    <a:pt x="6360" y="7181"/>
                    <a:pt x="6361" y="7417"/>
                  </a:cubicBezTo>
                  <a:cubicBezTo>
                    <a:pt x="6361" y="7531"/>
                    <a:pt x="6364" y="7659"/>
                    <a:pt x="6285" y="7752"/>
                  </a:cubicBezTo>
                  <a:cubicBezTo>
                    <a:pt x="6238" y="7814"/>
                    <a:pt x="6169" y="7857"/>
                    <a:pt x="6094" y="7876"/>
                  </a:cubicBezTo>
                  <a:lnTo>
                    <a:pt x="6094" y="7876"/>
                  </a:lnTo>
                  <a:cubicBezTo>
                    <a:pt x="6170" y="7858"/>
                    <a:pt x="6240" y="7815"/>
                    <a:pt x="6288" y="7753"/>
                  </a:cubicBezTo>
                  <a:cubicBezTo>
                    <a:pt x="6367" y="7660"/>
                    <a:pt x="6366" y="7531"/>
                    <a:pt x="6367" y="7417"/>
                  </a:cubicBezTo>
                  <a:cubicBezTo>
                    <a:pt x="6367" y="7181"/>
                    <a:pt x="6333" y="6946"/>
                    <a:pt x="6288" y="6716"/>
                  </a:cubicBezTo>
                  <a:cubicBezTo>
                    <a:pt x="6193" y="6255"/>
                    <a:pt x="6041" y="5807"/>
                    <a:pt x="5872" y="5369"/>
                  </a:cubicBezTo>
                  <a:cubicBezTo>
                    <a:pt x="5509" y="4501"/>
                    <a:pt x="5205" y="3611"/>
                    <a:pt x="4829" y="2746"/>
                  </a:cubicBezTo>
                  <a:cubicBezTo>
                    <a:pt x="4640" y="2314"/>
                    <a:pt x="4433" y="1889"/>
                    <a:pt x="4170" y="1496"/>
                  </a:cubicBezTo>
                  <a:cubicBezTo>
                    <a:pt x="3910" y="1103"/>
                    <a:pt x="3594" y="738"/>
                    <a:pt x="3201" y="470"/>
                  </a:cubicBezTo>
                  <a:cubicBezTo>
                    <a:pt x="2809" y="201"/>
                    <a:pt x="2343" y="34"/>
                    <a:pt x="1867" y="10"/>
                  </a:cubicBezTo>
                  <a:cubicBezTo>
                    <a:pt x="1805" y="4"/>
                    <a:pt x="1743" y="0"/>
                    <a:pt x="168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65" name="Google Shape;765;p51"/>
            <p:cNvSpPr/>
            <p:nvPr/>
          </p:nvSpPr>
          <p:spPr>
            <a:xfrm>
              <a:off x="6995339" y="2803558"/>
              <a:ext cx="1415002" cy="620485"/>
            </a:xfrm>
            <a:custGeom>
              <a:avLst/>
              <a:gdLst/>
              <a:ahLst/>
              <a:cxnLst/>
              <a:rect l="l" t="t" r="r" b="b"/>
              <a:pathLst>
                <a:path w="29051" h="12739" extrusionOk="0">
                  <a:moveTo>
                    <a:pt x="9356" y="79"/>
                  </a:moveTo>
                  <a:lnTo>
                    <a:pt x="9356" y="79"/>
                  </a:lnTo>
                  <a:cubicBezTo>
                    <a:pt x="7086" y="164"/>
                    <a:pt x="4496" y="325"/>
                    <a:pt x="2691" y="635"/>
                  </a:cubicBezTo>
                  <a:lnTo>
                    <a:pt x="2691" y="636"/>
                  </a:lnTo>
                  <a:cubicBezTo>
                    <a:pt x="2691" y="636"/>
                    <a:pt x="312" y="2270"/>
                    <a:pt x="175" y="5613"/>
                  </a:cubicBezTo>
                  <a:cubicBezTo>
                    <a:pt x="122" y="6879"/>
                    <a:pt x="1" y="8208"/>
                    <a:pt x="63" y="9371"/>
                  </a:cubicBezTo>
                  <a:lnTo>
                    <a:pt x="9356" y="79"/>
                  </a:lnTo>
                  <a:close/>
                  <a:moveTo>
                    <a:pt x="15922" y="0"/>
                  </a:moveTo>
                  <a:lnTo>
                    <a:pt x="14234" y="1688"/>
                  </a:lnTo>
                  <a:lnTo>
                    <a:pt x="3185" y="12738"/>
                  </a:lnTo>
                  <a:lnTo>
                    <a:pt x="8433" y="12738"/>
                  </a:lnTo>
                  <a:lnTo>
                    <a:pt x="14233" y="6939"/>
                  </a:lnTo>
                  <a:lnTo>
                    <a:pt x="21005" y="167"/>
                  </a:lnTo>
                  <a:cubicBezTo>
                    <a:pt x="19104" y="61"/>
                    <a:pt x="17218" y="17"/>
                    <a:pt x="15922" y="0"/>
                  </a:cubicBezTo>
                  <a:close/>
                  <a:moveTo>
                    <a:pt x="27826" y="3388"/>
                  </a:moveTo>
                  <a:lnTo>
                    <a:pt x="18475" y="12738"/>
                  </a:lnTo>
                  <a:lnTo>
                    <a:pt x="25531" y="12738"/>
                  </a:lnTo>
                  <a:cubicBezTo>
                    <a:pt x="29050" y="12738"/>
                    <a:pt x="28430" y="8954"/>
                    <a:pt x="28293" y="5613"/>
                  </a:cubicBezTo>
                  <a:cubicBezTo>
                    <a:pt x="28259" y="4761"/>
                    <a:pt x="28078" y="4020"/>
                    <a:pt x="27826" y="3388"/>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66" name="Google Shape;766;p51"/>
            <p:cNvSpPr/>
            <p:nvPr/>
          </p:nvSpPr>
          <p:spPr>
            <a:xfrm>
              <a:off x="6912246" y="2738535"/>
              <a:ext cx="1552746" cy="1066646"/>
            </a:xfrm>
            <a:custGeom>
              <a:avLst/>
              <a:gdLst/>
              <a:ahLst/>
              <a:cxnLst/>
              <a:rect l="l" t="t" r="r" b="b"/>
              <a:pathLst>
                <a:path w="31879" h="21899" extrusionOk="0">
                  <a:moveTo>
                    <a:pt x="16019" y="1321"/>
                  </a:moveTo>
                  <a:cubicBezTo>
                    <a:pt x="16835" y="1321"/>
                    <a:pt x="23798" y="1340"/>
                    <a:pt x="27483" y="1970"/>
                  </a:cubicBezTo>
                  <a:lnTo>
                    <a:pt x="27483" y="1971"/>
                  </a:lnTo>
                  <a:cubicBezTo>
                    <a:pt x="27483" y="1971"/>
                    <a:pt x="29862" y="3605"/>
                    <a:pt x="29999" y="6948"/>
                  </a:cubicBezTo>
                  <a:cubicBezTo>
                    <a:pt x="30136" y="10289"/>
                    <a:pt x="30756" y="14073"/>
                    <a:pt x="27237" y="14073"/>
                  </a:cubicBezTo>
                  <a:lnTo>
                    <a:pt x="4642" y="14073"/>
                  </a:lnTo>
                  <a:cubicBezTo>
                    <a:pt x="1123" y="14073"/>
                    <a:pt x="1745" y="10289"/>
                    <a:pt x="1881" y="6948"/>
                  </a:cubicBezTo>
                  <a:cubicBezTo>
                    <a:pt x="2018" y="3605"/>
                    <a:pt x="4397" y="1971"/>
                    <a:pt x="4397" y="1971"/>
                  </a:cubicBezTo>
                  <a:lnTo>
                    <a:pt x="4397" y="1970"/>
                  </a:lnTo>
                  <a:cubicBezTo>
                    <a:pt x="8081" y="1340"/>
                    <a:pt x="15046" y="1321"/>
                    <a:pt x="15862" y="1321"/>
                  </a:cubicBezTo>
                  <a:cubicBezTo>
                    <a:pt x="15913" y="1321"/>
                    <a:pt x="15940" y="1321"/>
                    <a:pt x="15940" y="1321"/>
                  </a:cubicBezTo>
                  <a:cubicBezTo>
                    <a:pt x="15940" y="1321"/>
                    <a:pt x="15967" y="1321"/>
                    <a:pt x="16019" y="1321"/>
                  </a:cubicBezTo>
                  <a:close/>
                  <a:moveTo>
                    <a:pt x="15940" y="1"/>
                  </a:moveTo>
                  <a:cubicBezTo>
                    <a:pt x="15940" y="1"/>
                    <a:pt x="7742" y="43"/>
                    <a:pt x="3980" y="2047"/>
                  </a:cubicBezTo>
                  <a:cubicBezTo>
                    <a:pt x="3796" y="2144"/>
                    <a:pt x="3623" y="2247"/>
                    <a:pt x="3462" y="2353"/>
                  </a:cubicBezTo>
                  <a:cubicBezTo>
                    <a:pt x="1" y="4659"/>
                    <a:pt x="721" y="13895"/>
                    <a:pt x="721" y="13895"/>
                  </a:cubicBezTo>
                  <a:cubicBezTo>
                    <a:pt x="844" y="13858"/>
                    <a:pt x="975" y="13839"/>
                    <a:pt x="1117" y="13839"/>
                  </a:cubicBezTo>
                  <a:cubicBezTo>
                    <a:pt x="1137" y="13839"/>
                    <a:pt x="1156" y="13839"/>
                    <a:pt x="1175" y="13840"/>
                  </a:cubicBezTo>
                  <a:cubicBezTo>
                    <a:pt x="1704" y="13863"/>
                    <a:pt x="2146" y="14010"/>
                    <a:pt x="2524" y="14247"/>
                  </a:cubicBezTo>
                  <a:cubicBezTo>
                    <a:pt x="3014" y="14557"/>
                    <a:pt x="3396" y="15017"/>
                    <a:pt x="3719" y="15563"/>
                  </a:cubicBezTo>
                  <a:cubicBezTo>
                    <a:pt x="4992" y="16140"/>
                    <a:pt x="15940" y="16565"/>
                    <a:pt x="15940" y="16565"/>
                  </a:cubicBezTo>
                  <a:cubicBezTo>
                    <a:pt x="15940" y="16565"/>
                    <a:pt x="26888" y="16140"/>
                    <a:pt x="28160" y="15563"/>
                  </a:cubicBezTo>
                  <a:cubicBezTo>
                    <a:pt x="28485" y="15017"/>
                    <a:pt x="28867" y="14557"/>
                    <a:pt x="29356" y="14247"/>
                  </a:cubicBezTo>
                  <a:cubicBezTo>
                    <a:pt x="29734" y="14010"/>
                    <a:pt x="30177" y="13863"/>
                    <a:pt x="30704" y="13840"/>
                  </a:cubicBezTo>
                  <a:cubicBezTo>
                    <a:pt x="30723" y="13839"/>
                    <a:pt x="30743" y="13839"/>
                    <a:pt x="30762" y="13839"/>
                  </a:cubicBezTo>
                  <a:cubicBezTo>
                    <a:pt x="30905" y="13839"/>
                    <a:pt x="31037" y="13858"/>
                    <a:pt x="31159" y="13895"/>
                  </a:cubicBezTo>
                  <a:cubicBezTo>
                    <a:pt x="31158" y="13895"/>
                    <a:pt x="31879" y="4659"/>
                    <a:pt x="28417" y="2353"/>
                  </a:cubicBezTo>
                  <a:cubicBezTo>
                    <a:pt x="28256" y="2247"/>
                    <a:pt x="28085" y="2144"/>
                    <a:pt x="27900" y="2047"/>
                  </a:cubicBezTo>
                  <a:cubicBezTo>
                    <a:pt x="24137" y="43"/>
                    <a:pt x="15940" y="1"/>
                    <a:pt x="15940" y="1"/>
                  </a:cubicBezTo>
                  <a:close/>
                  <a:moveTo>
                    <a:pt x="14352" y="16685"/>
                  </a:moveTo>
                  <a:cubicBezTo>
                    <a:pt x="13461" y="16685"/>
                    <a:pt x="12954" y="17964"/>
                    <a:pt x="13489" y="18858"/>
                  </a:cubicBezTo>
                  <a:lnTo>
                    <a:pt x="14986" y="21358"/>
                  </a:lnTo>
                  <a:cubicBezTo>
                    <a:pt x="15202" y="21719"/>
                    <a:pt x="15526" y="21899"/>
                    <a:pt x="15849" y="21899"/>
                  </a:cubicBezTo>
                  <a:cubicBezTo>
                    <a:pt x="16172" y="21899"/>
                    <a:pt x="16496" y="21719"/>
                    <a:pt x="16712" y="21358"/>
                  </a:cubicBezTo>
                  <a:lnTo>
                    <a:pt x="18210" y="18858"/>
                  </a:lnTo>
                  <a:cubicBezTo>
                    <a:pt x="18746" y="17964"/>
                    <a:pt x="18239" y="16685"/>
                    <a:pt x="17347" y="16685"/>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67" name="Google Shape;767;p51"/>
            <p:cNvSpPr/>
            <p:nvPr/>
          </p:nvSpPr>
          <p:spPr>
            <a:xfrm>
              <a:off x="7543140" y="3296954"/>
              <a:ext cx="282211" cy="254058"/>
            </a:xfrm>
            <a:custGeom>
              <a:avLst/>
              <a:gdLst/>
              <a:ahLst/>
              <a:cxnLst/>
              <a:rect l="l" t="t" r="r" b="b"/>
              <a:pathLst>
                <a:path w="5794" h="5216" extrusionOk="0">
                  <a:moveTo>
                    <a:pt x="2896" y="1"/>
                  </a:moveTo>
                  <a:cubicBezTo>
                    <a:pt x="2573" y="1"/>
                    <a:pt x="2249" y="181"/>
                    <a:pt x="2033" y="542"/>
                  </a:cubicBezTo>
                  <a:lnTo>
                    <a:pt x="536" y="3042"/>
                  </a:lnTo>
                  <a:cubicBezTo>
                    <a:pt x="1" y="3937"/>
                    <a:pt x="508" y="5216"/>
                    <a:pt x="1399" y="5216"/>
                  </a:cubicBezTo>
                  <a:lnTo>
                    <a:pt x="4394" y="5216"/>
                  </a:lnTo>
                  <a:cubicBezTo>
                    <a:pt x="5286" y="5216"/>
                    <a:pt x="5793" y="3937"/>
                    <a:pt x="5257" y="3042"/>
                  </a:cubicBezTo>
                  <a:lnTo>
                    <a:pt x="3759" y="542"/>
                  </a:lnTo>
                  <a:cubicBezTo>
                    <a:pt x="3543" y="181"/>
                    <a:pt x="3219" y="1"/>
                    <a:pt x="289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68" name="Google Shape;768;p51"/>
            <p:cNvSpPr/>
            <p:nvPr/>
          </p:nvSpPr>
          <p:spPr>
            <a:xfrm>
              <a:off x="7608065" y="3569563"/>
              <a:ext cx="157520" cy="150847"/>
            </a:xfrm>
            <a:custGeom>
              <a:avLst/>
              <a:gdLst/>
              <a:ahLst/>
              <a:cxnLst/>
              <a:rect l="l" t="t" r="r" b="b"/>
              <a:pathLst>
                <a:path w="3234" h="3097" extrusionOk="0">
                  <a:moveTo>
                    <a:pt x="1616" y="415"/>
                  </a:moveTo>
                  <a:cubicBezTo>
                    <a:pt x="2242" y="415"/>
                    <a:pt x="2750" y="922"/>
                    <a:pt x="2750" y="1548"/>
                  </a:cubicBezTo>
                  <a:cubicBezTo>
                    <a:pt x="2750" y="2174"/>
                    <a:pt x="2242" y="2682"/>
                    <a:pt x="1616" y="2682"/>
                  </a:cubicBezTo>
                  <a:cubicBezTo>
                    <a:pt x="990" y="2682"/>
                    <a:pt x="483" y="2174"/>
                    <a:pt x="483" y="1548"/>
                  </a:cubicBezTo>
                  <a:cubicBezTo>
                    <a:pt x="483" y="922"/>
                    <a:pt x="990" y="415"/>
                    <a:pt x="1616" y="415"/>
                  </a:cubicBezTo>
                  <a:close/>
                  <a:moveTo>
                    <a:pt x="1616" y="1"/>
                  </a:moveTo>
                  <a:cubicBezTo>
                    <a:pt x="724" y="1"/>
                    <a:pt x="1" y="693"/>
                    <a:pt x="1" y="1548"/>
                  </a:cubicBezTo>
                  <a:cubicBezTo>
                    <a:pt x="1" y="2403"/>
                    <a:pt x="724" y="3096"/>
                    <a:pt x="1616" y="3096"/>
                  </a:cubicBezTo>
                  <a:cubicBezTo>
                    <a:pt x="2509" y="3096"/>
                    <a:pt x="3233" y="2403"/>
                    <a:pt x="3233" y="1548"/>
                  </a:cubicBezTo>
                  <a:cubicBezTo>
                    <a:pt x="3233" y="693"/>
                    <a:pt x="2509" y="1"/>
                    <a:pt x="1616"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69" name="Google Shape;769;p51"/>
            <p:cNvSpPr/>
            <p:nvPr/>
          </p:nvSpPr>
          <p:spPr>
            <a:xfrm>
              <a:off x="8342167" y="3631713"/>
              <a:ext cx="96490" cy="86212"/>
            </a:xfrm>
            <a:custGeom>
              <a:avLst/>
              <a:gdLst/>
              <a:ahLst/>
              <a:cxnLst/>
              <a:rect l="l" t="t" r="r" b="b"/>
              <a:pathLst>
                <a:path w="1981" h="1770" extrusionOk="0">
                  <a:moveTo>
                    <a:pt x="1814" y="1"/>
                  </a:moveTo>
                  <a:cubicBezTo>
                    <a:pt x="1814" y="1"/>
                    <a:pt x="1482" y="301"/>
                    <a:pt x="1059" y="301"/>
                  </a:cubicBezTo>
                  <a:cubicBezTo>
                    <a:pt x="1030" y="301"/>
                    <a:pt x="1001" y="299"/>
                    <a:pt x="971" y="296"/>
                  </a:cubicBezTo>
                  <a:cubicBezTo>
                    <a:pt x="971" y="296"/>
                    <a:pt x="563" y="1537"/>
                    <a:pt x="0" y="1769"/>
                  </a:cubicBezTo>
                  <a:cubicBezTo>
                    <a:pt x="0" y="1769"/>
                    <a:pt x="391" y="1724"/>
                    <a:pt x="841" y="1539"/>
                  </a:cubicBezTo>
                  <a:cubicBezTo>
                    <a:pt x="1239" y="1378"/>
                    <a:pt x="1684" y="1108"/>
                    <a:pt x="1951" y="668"/>
                  </a:cubicBezTo>
                  <a:cubicBezTo>
                    <a:pt x="1951" y="668"/>
                    <a:pt x="1981" y="268"/>
                    <a:pt x="1814" y="1"/>
                  </a:cubicBezTo>
                  <a:close/>
                </a:path>
              </a:pathLst>
            </a:custGeom>
            <a:solidFill>
              <a:srgbClr val="FFC2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70" name="Google Shape;770;p51"/>
            <p:cNvSpPr/>
            <p:nvPr/>
          </p:nvSpPr>
          <p:spPr>
            <a:xfrm>
              <a:off x="8194782" y="3423980"/>
              <a:ext cx="297457" cy="343680"/>
            </a:xfrm>
            <a:custGeom>
              <a:avLst/>
              <a:gdLst/>
              <a:ahLst/>
              <a:cxnLst/>
              <a:rect l="l" t="t" r="r" b="b"/>
              <a:pathLst>
                <a:path w="6107" h="7056" extrusionOk="0">
                  <a:moveTo>
                    <a:pt x="3807" y="753"/>
                  </a:moveTo>
                  <a:cubicBezTo>
                    <a:pt x="4437" y="753"/>
                    <a:pt x="4988" y="1090"/>
                    <a:pt x="5294" y="1590"/>
                  </a:cubicBezTo>
                  <a:cubicBezTo>
                    <a:pt x="5455" y="1855"/>
                    <a:pt x="5545" y="2161"/>
                    <a:pt x="5545" y="2492"/>
                  </a:cubicBezTo>
                  <a:cubicBezTo>
                    <a:pt x="5545" y="3122"/>
                    <a:pt x="5209" y="3674"/>
                    <a:pt x="4708" y="3979"/>
                  </a:cubicBezTo>
                  <a:cubicBezTo>
                    <a:pt x="4448" y="4139"/>
                    <a:pt x="4143" y="4229"/>
                    <a:pt x="3815" y="4231"/>
                  </a:cubicBezTo>
                  <a:lnTo>
                    <a:pt x="3807" y="4231"/>
                  </a:lnTo>
                  <a:cubicBezTo>
                    <a:pt x="2845" y="4231"/>
                    <a:pt x="2068" y="3453"/>
                    <a:pt x="2068" y="2492"/>
                  </a:cubicBezTo>
                  <a:cubicBezTo>
                    <a:pt x="2068" y="2222"/>
                    <a:pt x="2129" y="1966"/>
                    <a:pt x="2241" y="1737"/>
                  </a:cubicBezTo>
                  <a:cubicBezTo>
                    <a:pt x="2287" y="1637"/>
                    <a:pt x="2347" y="1542"/>
                    <a:pt x="2414" y="1452"/>
                  </a:cubicBezTo>
                  <a:cubicBezTo>
                    <a:pt x="2730" y="1029"/>
                    <a:pt x="3236" y="753"/>
                    <a:pt x="3807" y="753"/>
                  </a:cubicBezTo>
                  <a:close/>
                  <a:moveTo>
                    <a:pt x="4840" y="4266"/>
                  </a:moveTo>
                  <a:cubicBezTo>
                    <a:pt x="5007" y="4533"/>
                    <a:pt x="4977" y="4933"/>
                    <a:pt x="4977" y="4933"/>
                  </a:cubicBezTo>
                  <a:cubicBezTo>
                    <a:pt x="4710" y="5371"/>
                    <a:pt x="4265" y="5643"/>
                    <a:pt x="3867" y="5804"/>
                  </a:cubicBezTo>
                  <a:cubicBezTo>
                    <a:pt x="3417" y="5989"/>
                    <a:pt x="3026" y="6034"/>
                    <a:pt x="3026" y="6034"/>
                  </a:cubicBezTo>
                  <a:cubicBezTo>
                    <a:pt x="3589" y="5802"/>
                    <a:pt x="3997" y="4561"/>
                    <a:pt x="3997" y="4561"/>
                  </a:cubicBezTo>
                  <a:cubicBezTo>
                    <a:pt x="4026" y="4564"/>
                    <a:pt x="4055" y="4565"/>
                    <a:pt x="4083" y="4565"/>
                  </a:cubicBezTo>
                  <a:cubicBezTo>
                    <a:pt x="4507" y="4565"/>
                    <a:pt x="4840" y="4266"/>
                    <a:pt x="4840" y="4266"/>
                  </a:cubicBezTo>
                  <a:close/>
                  <a:moveTo>
                    <a:pt x="2163" y="3692"/>
                  </a:moveTo>
                  <a:cubicBezTo>
                    <a:pt x="2515" y="4274"/>
                    <a:pt x="3535" y="4516"/>
                    <a:pt x="3535" y="4516"/>
                  </a:cubicBezTo>
                  <a:cubicBezTo>
                    <a:pt x="3206" y="5825"/>
                    <a:pt x="2181" y="6086"/>
                    <a:pt x="1366" y="6352"/>
                  </a:cubicBezTo>
                  <a:cubicBezTo>
                    <a:pt x="1330" y="6364"/>
                    <a:pt x="1299" y="6369"/>
                    <a:pt x="1273" y="6369"/>
                  </a:cubicBezTo>
                  <a:cubicBezTo>
                    <a:pt x="687" y="6369"/>
                    <a:pt x="2163" y="3692"/>
                    <a:pt x="2163" y="3692"/>
                  </a:cubicBezTo>
                  <a:close/>
                  <a:moveTo>
                    <a:pt x="4330" y="0"/>
                  </a:moveTo>
                  <a:cubicBezTo>
                    <a:pt x="3603" y="0"/>
                    <a:pt x="2779" y="460"/>
                    <a:pt x="2132" y="1387"/>
                  </a:cubicBezTo>
                  <a:cubicBezTo>
                    <a:pt x="1915" y="1695"/>
                    <a:pt x="1720" y="2055"/>
                    <a:pt x="1555" y="2468"/>
                  </a:cubicBezTo>
                  <a:cubicBezTo>
                    <a:pt x="417" y="5298"/>
                    <a:pt x="0" y="6710"/>
                    <a:pt x="235" y="7004"/>
                  </a:cubicBezTo>
                  <a:cubicBezTo>
                    <a:pt x="263" y="7039"/>
                    <a:pt x="332" y="7055"/>
                    <a:pt x="434" y="7055"/>
                  </a:cubicBezTo>
                  <a:cubicBezTo>
                    <a:pt x="1046" y="7055"/>
                    <a:pt x="2837" y="6480"/>
                    <a:pt x="3962" y="6053"/>
                  </a:cubicBezTo>
                  <a:cubicBezTo>
                    <a:pt x="4233" y="5948"/>
                    <a:pt x="4467" y="5853"/>
                    <a:pt x="4635" y="5776"/>
                  </a:cubicBezTo>
                  <a:cubicBezTo>
                    <a:pt x="5614" y="5327"/>
                    <a:pt x="6054" y="3288"/>
                    <a:pt x="6054" y="3288"/>
                  </a:cubicBezTo>
                  <a:cubicBezTo>
                    <a:pt x="6106" y="2588"/>
                    <a:pt x="6071" y="1859"/>
                    <a:pt x="5910" y="1247"/>
                  </a:cubicBezTo>
                  <a:cubicBezTo>
                    <a:pt x="5628" y="418"/>
                    <a:pt x="5023" y="0"/>
                    <a:pt x="4330" y="0"/>
                  </a:cubicBezTo>
                  <a:close/>
                </a:path>
              </a:pathLst>
            </a:custGeom>
            <a:gradFill>
              <a:gsLst>
                <a:gs pos="0">
                  <a:schemeClr val="accent2"/>
                </a:gs>
                <a:gs pos="100000">
                  <a:schemeClr val="accent6"/>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71" name="Google Shape;771;p51"/>
            <p:cNvSpPr/>
            <p:nvPr/>
          </p:nvSpPr>
          <p:spPr>
            <a:xfrm>
              <a:off x="8228243" y="3603804"/>
              <a:ext cx="138768" cy="130439"/>
            </a:xfrm>
            <a:custGeom>
              <a:avLst/>
              <a:gdLst/>
              <a:ahLst/>
              <a:cxnLst/>
              <a:rect l="l" t="t" r="r" b="b"/>
              <a:pathLst>
                <a:path w="2849" h="2678" extrusionOk="0">
                  <a:moveTo>
                    <a:pt x="1476" y="0"/>
                  </a:moveTo>
                  <a:cubicBezTo>
                    <a:pt x="1476" y="0"/>
                    <a:pt x="0" y="2677"/>
                    <a:pt x="586" y="2677"/>
                  </a:cubicBezTo>
                  <a:cubicBezTo>
                    <a:pt x="612" y="2677"/>
                    <a:pt x="643" y="2672"/>
                    <a:pt x="679" y="2660"/>
                  </a:cubicBezTo>
                  <a:cubicBezTo>
                    <a:pt x="1494" y="2394"/>
                    <a:pt x="2519" y="2133"/>
                    <a:pt x="2848" y="824"/>
                  </a:cubicBezTo>
                  <a:cubicBezTo>
                    <a:pt x="2848" y="824"/>
                    <a:pt x="1828" y="582"/>
                    <a:pt x="147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72" name="Google Shape;772;p51"/>
            <p:cNvSpPr/>
            <p:nvPr/>
          </p:nvSpPr>
          <p:spPr>
            <a:xfrm>
              <a:off x="8295507" y="3460656"/>
              <a:ext cx="169405" cy="169405"/>
            </a:xfrm>
            <a:custGeom>
              <a:avLst/>
              <a:gdLst/>
              <a:ahLst/>
              <a:cxnLst/>
              <a:rect l="l" t="t" r="r" b="b"/>
              <a:pathLst>
                <a:path w="3478" h="3478" extrusionOk="0">
                  <a:moveTo>
                    <a:pt x="2448" y="649"/>
                  </a:moveTo>
                  <a:cubicBezTo>
                    <a:pt x="2653" y="649"/>
                    <a:pt x="2834" y="747"/>
                    <a:pt x="2943" y="895"/>
                  </a:cubicBezTo>
                  <a:cubicBezTo>
                    <a:pt x="3007" y="984"/>
                    <a:pt x="3043" y="1095"/>
                    <a:pt x="3043" y="1209"/>
                  </a:cubicBezTo>
                  <a:cubicBezTo>
                    <a:pt x="3043" y="1520"/>
                    <a:pt x="2776" y="1772"/>
                    <a:pt x="2448" y="1772"/>
                  </a:cubicBezTo>
                  <a:cubicBezTo>
                    <a:pt x="2123" y="1772"/>
                    <a:pt x="1859" y="1527"/>
                    <a:pt x="1852" y="1220"/>
                  </a:cubicBezTo>
                  <a:lnTo>
                    <a:pt x="1852" y="1209"/>
                  </a:lnTo>
                  <a:cubicBezTo>
                    <a:pt x="1852" y="899"/>
                    <a:pt x="2119" y="649"/>
                    <a:pt x="2448" y="649"/>
                  </a:cubicBezTo>
                  <a:close/>
                  <a:moveTo>
                    <a:pt x="926" y="737"/>
                  </a:moveTo>
                  <a:cubicBezTo>
                    <a:pt x="1235" y="737"/>
                    <a:pt x="1488" y="957"/>
                    <a:pt x="1520" y="1242"/>
                  </a:cubicBezTo>
                  <a:cubicBezTo>
                    <a:pt x="1521" y="1260"/>
                    <a:pt x="1522" y="1278"/>
                    <a:pt x="1522" y="1298"/>
                  </a:cubicBezTo>
                  <a:cubicBezTo>
                    <a:pt x="1522" y="1608"/>
                    <a:pt x="1255" y="1859"/>
                    <a:pt x="926" y="1859"/>
                  </a:cubicBezTo>
                  <a:cubicBezTo>
                    <a:pt x="598" y="1859"/>
                    <a:pt x="331" y="1608"/>
                    <a:pt x="331" y="1298"/>
                  </a:cubicBezTo>
                  <a:cubicBezTo>
                    <a:pt x="331" y="1201"/>
                    <a:pt x="356" y="1111"/>
                    <a:pt x="401" y="1029"/>
                  </a:cubicBezTo>
                  <a:cubicBezTo>
                    <a:pt x="503" y="854"/>
                    <a:pt x="700" y="737"/>
                    <a:pt x="926" y="737"/>
                  </a:cubicBezTo>
                  <a:close/>
                  <a:moveTo>
                    <a:pt x="1739" y="1948"/>
                  </a:moveTo>
                  <a:cubicBezTo>
                    <a:pt x="1903" y="1948"/>
                    <a:pt x="2052" y="2010"/>
                    <a:pt x="2161" y="2112"/>
                  </a:cubicBezTo>
                  <a:cubicBezTo>
                    <a:pt x="2267" y="2215"/>
                    <a:pt x="2335" y="2355"/>
                    <a:pt x="2335" y="2511"/>
                  </a:cubicBezTo>
                  <a:cubicBezTo>
                    <a:pt x="2335" y="2819"/>
                    <a:pt x="2068" y="3071"/>
                    <a:pt x="1739" y="3071"/>
                  </a:cubicBezTo>
                  <a:cubicBezTo>
                    <a:pt x="1409" y="3071"/>
                    <a:pt x="1142" y="2819"/>
                    <a:pt x="1142" y="2511"/>
                  </a:cubicBezTo>
                  <a:cubicBezTo>
                    <a:pt x="1142" y="2200"/>
                    <a:pt x="1409" y="1948"/>
                    <a:pt x="1739" y="1948"/>
                  </a:cubicBezTo>
                  <a:close/>
                  <a:moveTo>
                    <a:pt x="1739" y="0"/>
                  </a:moveTo>
                  <a:cubicBezTo>
                    <a:pt x="1168" y="0"/>
                    <a:pt x="662" y="275"/>
                    <a:pt x="345" y="699"/>
                  </a:cubicBezTo>
                  <a:cubicBezTo>
                    <a:pt x="279" y="789"/>
                    <a:pt x="219" y="882"/>
                    <a:pt x="171" y="984"/>
                  </a:cubicBezTo>
                  <a:cubicBezTo>
                    <a:pt x="61" y="1212"/>
                    <a:pt x="0" y="1469"/>
                    <a:pt x="0" y="1739"/>
                  </a:cubicBezTo>
                  <a:cubicBezTo>
                    <a:pt x="0" y="2700"/>
                    <a:pt x="777" y="3478"/>
                    <a:pt x="1739" y="3478"/>
                  </a:cubicBezTo>
                  <a:lnTo>
                    <a:pt x="1747" y="3478"/>
                  </a:lnTo>
                  <a:cubicBezTo>
                    <a:pt x="2075" y="3476"/>
                    <a:pt x="2380" y="3384"/>
                    <a:pt x="2640" y="3226"/>
                  </a:cubicBezTo>
                  <a:cubicBezTo>
                    <a:pt x="3141" y="2921"/>
                    <a:pt x="3477" y="2368"/>
                    <a:pt x="3477" y="1739"/>
                  </a:cubicBezTo>
                  <a:cubicBezTo>
                    <a:pt x="3477" y="1408"/>
                    <a:pt x="3387" y="1100"/>
                    <a:pt x="3226" y="837"/>
                  </a:cubicBezTo>
                  <a:cubicBezTo>
                    <a:pt x="2920" y="335"/>
                    <a:pt x="2368" y="0"/>
                    <a:pt x="1739"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73" name="Google Shape;773;p51"/>
            <p:cNvSpPr/>
            <p:nvPr/>
          </p:nvSpPr>
          <p:spPr>
            <a:xfrm>
              <a:off x="8181777" y="3410878"/>
              <a:ext cx="310315" cy="384156"/>
            </a:xfrm>
            <a:custGeom>
              <a:avLst/>
              <a:gdLst/>
              <a:ahLst/>
              <a:cxnLst/>
              <a:rect l="l" t="t" r="r" b="b"/>
              <a:pathLst>
                <a:path w="6371" h="7887" extrusionOk="0">
                  <a:moveTo>
                    <a:pt x="920" y="4389"/>
                  </a:moveTo>
                  <a:cubicBezTo>
                    <a:pt x="855" y="4555"/>
                    <a:pt x="790" y="4719"/>
                    <a:pt x="724" y="4883"/>
                  </a:cubicBezTo>
                  <a:cubicBezTo>
                    <a:pt x="790" y="4719"/>
                    <a:pt x="855" y="4553"/>
                    <a:pt x="920" y="4389"/>
                  </a:cubicBezTo>
                  <a:close/>
                  <a:moveTo>
                    <a:pt x="4596" y="269"/>
                  </a:moveTo>
                  <a:cubicBezTo>
                    <a:pt x="5146" y="269"/>
                    <a:pt x="5640" y="532"/>
                    <a:pt x="5962" y="1054"/>
                  </a:cubicBezTo>
                  <a:cubicBezTo>
                    <a:pt x="6078" y="1319"/>
                    <a:pt x="6153" y="1606"/>
                    <a:pt x="6204" y="1892"/>
                  </a:cubicBezTo>
                  <a:cubicBezTo>
                    <a:pt x="6289" y="2351"/>
                    <a:pt x="6304" y="2822"/>
                    <a:pt x="6290" y="3290"/>
                  </a:cubicBezTo>
                  <a:cubicBezTo>
                    <a:pt x="6281" y="3475"/>
                    <a:pt x="6267" y="3659"/>
                    <a:pt x="6248" y="3842"/>
                  </a:cubicBezTo>
                  <a:cubicBezTo>
                    <a:pt x="6086" y="4420"/>
                    <a:pt x="5654" y="5701"/>
                    <a:pt x="4902" y="6045"/>
                  </a:cubicBezTo>
                  <a:cubicBezTo>
                    <a:pt x="4734" y="6122"/>
                    <a:pt x="4500" y="6217"/>
                    <a:pt x="4229" y="6322"/>
                  </a:cubicBezTo>
                  <a:cubicBezTo>
                    <a:pt x="3104" y="6749"/>
                    <a:pt x="1313" y="7324"/>
                    <a:pt x="701" y="7324"/>
                  </a:cubicBezTo>
                  <a:cubicBezTo>
                    <a:pt x="599" y="7324"/>
                    <a:pt x="530" y="7308"/>
                    <a:pt x="502" y="7273"/>
                  </a:cubicBezTo>
                  <a:cubicBezTo>
                    <a:pt x="267" y="6979"/>
                    <a:pt x="684" y="5567"/>
                    <a:pt x="1822" y="2737"/>
                  </a:cubicBezTo>
                  <a:cubicBezTo>
                    <a:pt x="1987" y="2324"/>
                    <a:pt x="2182" y="1964"/>
                    <a:pt x="2399" y="1656"/>
                  </a:cubicBezTo>
                  <a:cubicBezTo>
                    <a:pt x="3045" y="729"/>
                    <a:pt x="3869" y="269"/>
                    <a:pt x="4596" y="269"/>
                  </a:cubicBezTo>
                  <a:close/>
                  <a:moveTo>
                    <a:pt x="4691" y="0"/>
                  </a:moveTo>
                  <a:cubicBezTo>
                    <a:pt x="4628" y="0"/>
                    <a:pt x="4566" y="4"/>
                    <a:pt x="4505" y="10"/>
                  </a:cubicBezTo>
                  <a:cubicBezTo>
                    <a:pt x="4028" y="34"/>
                    <a:pt x="3562" y="201"/>
                    <a:pt x="3170" y="470"/>
                  </a:cubicBezTo>
                  <a:cubicBezTo>
                    <a:pt x="2777" y="738"/>
                    <a:pt x="2462" y="1103"/>
                    <a:pt x="2201" y="1496"/>
                  </a:cubicBezTo>
                  <a:cubicBezTo>
                    <a:pt x="1938" y="1889"/>
                    <a:pt x="1732" y="2316"/>
                    <a:pt x="1542" y="2747"/>
                  </a:cubicBezTo>
                  <a:cubicBezTo>
                    <a:pt x="1168" y="3611"/>
                    <a:pt x="864" y="4501"/>
                    <a:pt x="499" y="5369"/>
                  </a:cubicBezTo>
                  <a:cubicBezTo>
                    <a:pt x="331" y="5807"/>
                    <a:pt x="178" y="6255"/>
                    <a:pt x="83" y="6716"/>
                  </a:cubicBezTo>
                  <a:cubicBezTo>
                    <a:pt x="38" y="6946"/>
                    <a:pt x="4" y="7181"/>
                    <a:pt x="4" y="7417"/>
                  </a:cubicBezTo>
                  <a:cubicBezTo>
                    <a:pt x="6" y="7531"/>
                    <a:pt x="4" y="7660"/>
                    <a:pt x="83" y="7753"/>
                  </a:cubicBezTo>
                  <a:cubicBezTo>
                    <a:pt x="132" y="7816"/>
                    <a:pt x="204" y="7859"/>
                    <a:pt x="281" y="7877"/>
                  </a:cubicBezTo>
                  <a:lnTo>
                    <a:pt x="281" y="7877"/>
                  </a:lnTo>
                  <a:cubicBezTo>
                    <a:pt x="204" y="7858"/>
                    <a:pt x="134" y="7814"/>
                    <a:pt x="86" y="7752"/>
                  </a:cubicBezTo>
                  <a:cubicBezTo>
                    <a:pt x="7" y="7659"/>
                    <a:pt x="10" y="7531"/>
                    <a:pt x="10" y="7417"/>
                  </a:cubicBezTo>
                  <a:cubicBezTo>
                    <a:pt x="11" y="7181"/>
                    <a:pt x="47" y="6948"/>
                    <a:pt x="95" y="6719"/>
                  </a:cubicBezTo>
                  <a:cubicBezTo>
                    <a:pt x="192" y="6258"/>
                    <a:pt x="348" y="5813"/>
                    <a:pt x="519" y="5376"/>
                  </a:cubicBezTo>
                  <a:cubicBezTo>
                    <a:pt x="536" y="5335"/>
                    <a:pt x="554" y="5294"/>
                    <a:pt x="571" y="5253"/>
                  </a:cubicBezTo>
                  <a:lnTo>
                    <a:pt x="571" y="5253"/>
                  </a:lnTo>
                  <a:cubicBezTo>
                    <a:pt x="523" y="5372"/>
                    <a:pt x="479" y="5485"/>
                    <a:pt x="440" y="5594"/>
                  </a:cubicBezTo>
                  <a:lnTo>
                    <a:pt x="437" y="5595"/>
                  </a:lnTo>
                  <a:cubicBezTo>
                    <a:pt x="52" y="6634"/>
                    <a:pt x="0" y="7240"/>
                    <a:pt x="27" y="7570"/>
                  </a:cubicBezTo>
                  <a:cubicBezTo>
                    <a:pt x="43" y="7745"/>
                    <a:pt x="185" y="7876"/>
                    <a:pt x="355" y="7886"/>
                  </a:cubicBezTo>
                  <a:lnTo>
                    <a:pt x="355" y="7886"/>
                  </a:lnTo>
                  <a:cubicBezTo>
                    <a:pt x="357" y="7886"/>
                    <a:pt x="359" y="7886"/>
                    <a:pt x="360" y="7886"/>
                  </a:cubicBezTo>
                  <a:cubicBezTo>
                    <a:pt x="369" y="7886"/>
                    <a:pt x="377" y="7885"/>
                    <a:pt x="386" y="7885"/>
                  </a:cubicBezTo>
                  <a:lnTo>
                    <a:pt x="410" y="7885"/>
                  </a:lnTo>
                  <a:cubicBezTo>
                    <a:pt x="694" y="7857"/>
                    <a:pt x="963" y="7825"/>
                    <a:pt x="1216" y="7790"/>
                  </a:cubicBezTo>
                  <a:cubicBezTo>
                    <a:pt x="1874" y="7698"/>
                    <a:pt x="2529" y="7565"/>
                    <a:pt x="3163" y="7360"/>
                  </a:cubicBezTo>
                  <a:cubicBezTo>
                    <a:pt x="3611" y="7215"/>
                    <a:pt x="4048" y="7033"/>
                    <a:pt x="4461" y="6804"/>
                  </a:cubicBezTo>
                  <a:cubicBezTo>
                    <a:pt x="4667" y="6690"/>
                    <a:pt x="4867" y="6565"/>
                    <a:pt x="5063" y="6435"/>
                  </a:cubicBezTo>
                  <a:cubicBezTo>
                    <a:pt x="5159" y="6367"/>
                    <a:pt x="5257" y="6300"/>
                    <a:pt x="5351" y="6231"/>
                  </a:cubicBezTo>
                  <a:cubicBezTo>
                    <a:pt x="5445" y="6163"/>
                    <a:pt x="5548" y="6093"/>
                    <a:pt x="5619" y="5995"/>
                  </a:cubicBezTo>
                  <a:cubicBezTo>
                    <a:pt x="5770" y="5808"/>
                    <a:pt x="5870" y="5591"/>
                    <a:pt x="5956" y="5372"/>
                  </a:cubicBezTo>
                  <a:cubicBezTo>
                    <a:pt x="6041" y="5150"/>
                    <a:pt x="6109" y="4924"/>
                    <a:pt x="6161" y="4693"/>
                  </a:cubicBezTo>
                  <a:cubicBezTo>
                    <a:pt x="6270" y="4234"/>
                    <a:pt x="6328" y="3763"/>
                    <a:pt x="6354" y="3293"/>
                  </a:cubicBezTo>
                  <a:cubicBezTo>
                    <a:pt x="6371" y="2820"/>
                    <a:pt x="6359" y="2345"/>
                    <a:pt x="6277" y="1879"/>
                  </a:cubicBezTo>
                  <a:cubicBezTo>
                    <a:pt x="6195" y="1415"/>
                    <a:pt x="6061" y="943"/>
                    <a:pt x="5771" y="556"/>
                  </a:cubicBezTo>
                  <a:cubicBezTo>
                    <a:pt x="5626" y="365"/>
                    <a:pt x="5438" y="201"/>
                    <a:pt x="5214" y="104"/>
                  </a:cubicBezTo>
                  <a:cubicBezTo>
                    <a:pt x="5049" y="30"/>
                    <a:pt x="4869" y="0"/>
                    <a:pt x="4691" y="0"/>
                  </a:cubicBezTo>
                  <a:close/>
                  <a:moveTo>
                    <a:pt x="281" y="7877"/>
                  </a:moveTo>
                  <a:cubicBezTo>
                    <a:pt x="308" y="7883"/>
                    <a:pt x="336" y="7887"/>
                    <a:pt x="363" y="7887"/>
                  </a:cubicBezTo>
                  <a:cubicBezTo>
                    <a:pt x="369" y="7887"/>
                    <a:pt x="375" y="7887"/>
                    <a:pt x="380" y="7886"/>
                  </a:cubicBezTo>
                  <a:lnTo>
                    <a:pt x="380" y="7886"/>
                  </a:lnTo>
                  <a:cubicBezTo>
                    <a:pt x="378" y="7886"/>
                    <a:pt x="377" y="7886"/>
                    <a:pt x="375" y="7886"/>
                  </a:cubicBezTo>
                  <a:cubicBezTo>
                    <a:pt x="368" y="7886"/>
                    <a:pt x="361" y="7886"/>
                    <a:pt x="355" y="7886"/>
                  </a:cubicBezTo>
                  <a:lnTo>
                    <a:pt x="355" y="7886"/>
                  </a:lnTo>
                  <a:cubicBezTo>
                    <a:pt x="330" y="7885"/>
                    <a:pt x="305" y="7882"/>
                    <a:pt x="281" y="7877"/>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774" name="Google Shape;774;p51"/>
          <p:cNvSpPr/>
          <p:nvPr/>
        </p:nvSpPr>
        <p:spPr>
          <a:xfrm>
            <a:off x="10405703" y="1596243"/>
            <a:ext cx="700953" cy="1563370"/>
          </a:xfrm>
          <a:custGeom>
            <a:avLst/>
            <a:gdLst/>
            <a:ahLst/>
            <a:cxnLst/>
            <a:rect l="l" t="t" r="r" b="b"/>
            <a:pathLst>
              <a:path w="11869" h="26472" extrusionOk="0">
                <a:moveTo>
                  <a:pt x="3136" y="0"/>
                </a:moveTo>
                <a:cubicBezTo>
                  <a:pt x="3136" y="1"/>
                  <a:pt x="3529" y="4229"/>
                  <a:pt x="3824" y="4574"/>
                </a:cubicBezTo>
                <a:cubicBezTo>
                  <a:pt x="4120" y="4918"/>
                  <a:pt x="4610" y="5509"/>
                  <a:pt x="4610" y="5509"/>
                </a:cubicBezTo>
                <a:lnTo>
                  <a:pt x="4610" y="5985"/>
                </a:lnTo>
                <a:cubicBezTo>
                  <a:pt x="4333" y="6152"/>
                  <a:pt x="4161" y="6470"/>
                  <a:pt x="4196" y="6813"/>
                </a:cubicBezTo>
                <a:cubicBezTo>
                  <a:pt x="4210" y="6946"/>
                  <a:pt x="4254" y="7069"/>
                  <a:pt x="4319" y="7177"/>
                </a:cubicBezTo>
                <a:cubicBezTo>
                  <a:pt x="3857" y="7640"/>
                  <a:pt x="1" y="11513"/>
                  <a:pt x="185" y="11605"/>
                </a:cubicBezTo>
                <a:cubicBezTo>
                  <a:pt x="189" y="11607"/>
                  <a:pt x="195" y="11608"/>
                  <a:pt x="202" y="11608"/>
                </a:cubicBezTo>
                <a:cubicBezTo>
                  <a:pt x="514" y="11608"/>
                  <a:pt x="3433" y="9483"/>
                  <a:pt x="3578" y="9147"/>
                </a:cubicBezTo>
                <a:cubicBezTo>
                  <a:pt x="3725" y="8802"/>
                  <a:pt x="4267" y="8213"/>
                  <a:pt x="4364" y="7967"/>
                </a:cubicBezTo>
                <a:cubicBezTo>
                  <a:pt x="4412" y="7848"/>
                  <a:pt x="4527" y="7651"/>
                  <a:pt x="4634" y="7478"/>
                </a:cubicBezTo>
                <a:cubicBezTo>
                  <a:pt x="4689" y="7507"/>
                  <a:pt x="4746" y="7531"/>
                  <a:pt x="4807" y="7550"/>
                </a:cubicBezTo>
                <a:cubicBezTo>
                  <a:pt x="4623" y="10384"/>
                  <a:pt x="4558" y="26472"/>
                  <a:pt x="4558" y="26472"/>
                </a:cubicBezTo>
                <a:lnTo>
                  <a:pt x="6042" y="26472"/>
                </a:lnTo>
                <a:lnTo>
                  <a:pt x="5316" y="7545"/>
                </a:lnTo>
                <a:cubicBezTo>
                  <a:pt x="5556" y="7469"/>
                  <a:pt x="5745" y="7292"/>
                  <a:pt x="5843" y="7068"/>
                </a:cubicBezTo>
                <a:cubicBezTo>
                  <a:pt x="6909" y="7367"/>
                  <a:pt x="10825" y="8470"/>
                  <a:pt x="11309" y="8606"/>
                </a:cubicBezTo>
                <a:cubicBezTo>
                  <a:pt x="11485" y="8655"/>
                  <a:pt x="11593" y="8676"/>
                  <a:pt x="11659" y="8676"/>
                </a:cubicBezTo>
                <a:cubicBezTo>
                  <a:pt x="11804" y="8676"/>
                  <a:pt x="11755" y="8579"/>
                  <a:pt x="11801" y="8471"/>
                </a:cubicBezTo>
                <a:cubicBezTo>
                  <a:pt x="11868" y="8314"/>
                  <a:pt x="8533" y="7127"/>
                  <a:pt x="8196" y="6915"/>
                </a:cubicBezTo>
                <a:cubicBezTo>
                  <a:pt x="8060" y="6829"/>
                  <a:pt x="7832" y="6800"/>
                  <a:pt x="7590" y="6800"/>
                </a:cubicBezTo>
                <a:cubicBezTo>
                  <a:pt x="7234" y="6800"/>
                  <a:pt x="6847" y="6863"/>
                  <a:pt x="6674" y="6904"/>
                </a:cubicBezTo>
                <a:cubicBezTo>
                  <a:pt x="6639" y="6912"/>
                  <a:pt x="6600" y="6915"/>
                  <a:pt x="6557" y="6915"/>
                </a:cubicBezTo>
                <a:cubicBezTo>
                  <a:pt x="6355" y="6915"/>
                  <a:pt x="6083" y="6837"/>
                  <a:pt x="5913" y="6781"/>
                </a:cubicBezTo>
                <a:cubicBezTo>
                  <a:pt x="5916" y="6733"/>
                  <a:pt x="5915" y="6685"/>
                  <a:pt x="5911" y="6635"/>
                </a:cubicBezTo>
                <a:cubicBezTo>
                  <a:pt x="5865" y="6192"/>
                  <a:pt x="5490" y="5862"/>
                  <a:pt x="5054" y="5862"/>
                </a:cubicBezTo>
                <a:cubicBezTo>
                  <a:pt x="5032" y="5862"/>
                  <a:pt x="5010" y="5863"/>
                  <a:pt x="4988" y="5865"/>
                </a:cubicBezTo>
                <a:cubicBezTo>
                  <a:pt x="4678" y="4760"/>
                  <a:pt x="3352" y="88"/>
                  <a:pt x="313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75" name="Google Shape;775;p51"/>
          <p:cNvSpPr/>
          <p:nvPr/>
        </p:nvSpPr>
        <p:spPr>
          <a:xfrm>
            <a:off x="10003997" y="2031659"/>
            <a:ext cx="481763" cy="1074498"/>
          </a:xfrm>
          <a:custGeom>
            <a:avLst/>
            <a:gdLst/>
            <a:ahLst/>
            <a:cxnLst/>
            <a:rect l="l" t="t" r="r" b="b"/>
            <a:pathLst>
              <a:path w="11869" h="26472" extrusionOk="0">
                <a:moveTo>
                  <a:pt x="3136" y="0"/>
                </a:moveTo>
                <a:cubicBezTo>
                  <a:pt x="3136" y="1"/>
                  <a:pt x="3529" y="4229"/>
                  <a:pt x="3824" y="4574"/>
                </a:cubicBezTo>
                <a:cubicBezTo>
                  <a:pt x="4120" y="4918"/>
                  <a:pt x="4610" y="5509"/>
                  <a:pt x="4610" y="5509"/>
                </a:cubicBezTo>
                <a:lnTo>
                  <a:pt x="4610" y="5985"/>
                </a:lnTo>
                <a:cubicBezTo>
                  <a:pt x="4333" y="6152"/>
                  <a:pt x="4161" y="6470"/>
                  <a:pt x="4196" y="6813"/>
                </a:cubicBezTo>
                <a:cubicBezTo>
                  <a:pt x="4210" y="6946"/>
                  <a:pt x="4254" y="7069"/>
                  <a:pt x="4319" y="7177"/>
                </a:cubicBezTo>
                <a:cubicBezTo>
                  <a:pt x="3857" y="7640"/>
                  <a:pt x="1" y="11513"/>
                  <a:pt x="185" y="11605"/>
                </a:cubicBezTo>
                <a:cubicBezTo>
                  <a:pt x="189" y="11607"/>
                  <a:pt x="195" y="11608"/>
                  <a:pt x="202" y="11608"/>
                </a:cubicBezTo>
                <a:cubicBezTo>
                  <a:pt x="514" y="11608"/>
                  <a:pt x="3433" y="9483"/>
                  <a:pt x="3578" y="9147"/>
                </a:cubicBezTo>
                <a:cubicBezTo>
                  <a:pt x="3725" y="8802"/>
                  <a:pt x="4267" y="8213"/>
                  <a:pt x="4364" y="7967"/>
                </a:cubicBezTo>
                <a:cubicBezTo>
                  <a:pt x="4412" y="7848"/>
                  <a:pt x="4527" y="7651"/>
                  <a:pt x="4634" y="7478"/>
                </a:cubicBezTo>
                <a:cubicBezTo>
                  <a:pt x="4689" y="7507"/>
                  <a:pt x="4746" y="7531"/>
                  <a:pt x="4807" y="7550"/>
                </a:cubicBezTo>
                <a:cubicBezTo>
                  <a:pt x="4623" y="10384"/>
                  <a:pt x="4558" y="26472"/>
                  <a:pt x="4558" y="26472"/>
                </a:cubicBezTo>
                <a:lnTo>
                  <a:pt x="6042" y="26472"/>
                </a:lnTo>
                <a:lnTo>
                  <a:pt x="5316" y="7545"/>
                </a:lnTo>
                <a:cubicBezTo>
                  <a:pt x="5556" y="7469"/>
                  <a:pt x="5745" y="7292"/>
                  <a:pt x="5843" y="7068"/>
                </a:cubicBezTo>
                <a:cubicBezTo>
                  <a:pt x="6909" y="7367"/>
                  <a:pt x="10825" y="8470"/>
                  <a:pt x="11309" y="8606"/>
                </a:cubicBezTo>
                <a:cubicBezTo>
                  <a:pt x="11485" y="8655"/>
                  <a:pt x="11593" y="8676"/>
                  <a:pt x="11659" y="8676"/>
                </a:cubicBezTo>
                <a:cubicBezTo>
                  <a:pt x="11804" y="8676"/>
                  <a:pt x="11755" y="8579"/>
                  <a:pt x="11801" y="8471"/>
                </a:cubicBezTo>
                <a:cubicBezTo>
                  <a:pt x="11868" y="8314"/>
                  <a:pt x="8533" y="7127"/>
                  <a:pt x="8196" y="6915"/>
                </a:cubicBezTo>
                <a:cubicBezTo>
                  <a:pt x="8060" y="6829"/>
                  <a:pt x="7832" y="6800"/>
                  <a:pt x="7590" y="6800"/>
                </a:cubicBezTo>
                <a:cubicBezTo>
                  <a:pt x="7234" y="6800"/>
                  <a:pt x="6847" y="6863"/>
                  <a:pt x="6674" y="6904"/>
                </a:cubicBezTo>
                <a:cubicBezTo>
                  <a:pt x="6639" y="6912"/>
                  <a:pt x="6600" y="6915"/>
                  <a:pt x="6557" y="6915"/>
                </a:cubicBezTo>
                <a:cubicBezTo>
                  <a:pt x="6355" y="6915"/>
                  <a:pt x="6083" y="6837"/>
                  <a:pt x="5913" y="6781"/>
                </a:cubicBezTo>
                <a:cubicBezTo>
                  <a:pt x="5916" y="6733"/>
                  <a:pt x="5915" y="6685"/>
                  <a:pt x="5911" y="6635"/>
                </a:cubicBezTo>
                <a:cubicBezTo>
                  <a:pt x="5865" y="6192"/>
                  <a:pt x="5490" y="5862"/>
                  <a:pt x="5054" y="5862"/>
                </a:cubicBezTo>
                <a:cubicBezTo>
                  <a:pt x="5032" y="5862"/>
                  <a:pt x="5010" y="5863"/>
                  <a:pt x="4988" y="5865"/>
                </a:cubicBezTo>
                <a:cubicBezTo>
                  <a:pt x="4678" y="4760"/>
                  <a:pt x="3352" y="88"/>
                  <a:pt x="313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76" name="Google Shape;776;p51"/>
          <p:cNvSpPr/>
          <p:nvPr/>
        </p:nvSpPr>
        <p:spPr>
          <a:xfrm>
            <a:off x="8737778" y="2619514"/>
            <a:ext cx="267723" cy="340840"/>
          </a:xfrm>
          <a:custGeom>
            <a:avLst/>
            <a:gdLst/>
            <a:ahLst/>
            <a:cxnLst/>
            <a:rect l="l" t="t" r="r" b="b"/>
            <a:pathLst>
              <a:path w="13635" h="17361" extrusionOk="0">
                <a:moveTo>
                  <a:pt x="5674" y="7715"/>
                </a:moveTo>
                <a:cubicBezTo>
                  <a:pt x="5914" y="7856"/>
                  <a:pt x="6189" y="7933"/>
                  <a:pt x="6468" y="7933"/>
                </a:cubicBezTo>
                <a:cubicBezTo>
                  <a:pt x="6593" y="7933"/>
                  <a:pt x="6717" y="7917"/>
                  <a:pt x="6840" y="7887"/>
                </a:cubicBezTo>
                <a:lnTo>
                  <a:pt x="6840" y="7887"/>
                </a:lnTo>
                <a:lnTo>
                  <a:pt x="6570" y="10464"/>
                </a:lnTo>
                <a:lnTo>
                  <a:pt x="5083" y="9260"/>
                </a:lnTo>
                <a:cubicBezTo>
                  <a:pt x="5415" y="9058"/>
                  <a:pt x="5620" y="8695"/>
                  <a:pt x="5620" y="8309"/>
                </a:cubicBezTo>
                <a:cubicBezTo>
                  <a:pt x="5620" y="8176"/>
                  <a:pt x="5592" y="8043"/>
                  <a:pt x="5543" y="7910"/>
                </a:cubicBezTo>
                <a:lnTo>
                  <a:pt x="5548" y="7910"/>
                </a:lnTo>
                <a:cubicBezTo>
                  <a:pt x="5598" y="7848"/>
                  <a:pt x="5639" y="7783"/>
                  <a:pt x="5674" y="7715"/>
                </a:cubicBezTo>
                <a:close/>
                <a:moveTo>
                  <a:pt x="6474" y="0"/>
                </a:moveTo>
                <a:cubicBezTo>
                  <a:pt x="5875" y="0"/>
                  <a:pt x="5304" y="345"/>
                  <a:pt x="5042" y="928"/>
                </a:cubicBezTo>
                <a:lnTo>
                  <a:pt x="5037" y="932"/>
                </a:lnTo>
                <a:cubicBezTo>
                  <a:pt x="4228" y="1015"/>
                  <a:pt x="3646" y="1698"/>
                  <a:pt x="3646" y="2474"/>
                </a:cubicBezTo>
                <a:cubicBezTo>
                  <a:pt x="3646" y="2586"/>
                  <a:pt x="3656" y="2696"/>
                  <a:pt x="3678" y="2808"/>
                </a:cubicBezTo>
                <a:lnTo>
                  <a:pt x="3673" y="2808"/>
                </a:lnTo>
                <a:cubicBezTo>
                  <a:pt x="3154" y="3275"/>
                  <a:pt x="3027" y="4005"/>
                  <a:pt x="3291" y="4600"/>
                </a:cubicBezTo>
                <a:cubicBezTo>
                  <a:pt x="3253" y="4596"/>
                  <a:pt x="3216" y="4593"/>
                  <a:pt x="3179" y="4593"/>
                </a:cubicBezTo>
                <a:cubicBezTo>
                  <a:pt x="2935" y="4593"/>
                  <a:pt x="2686" y="4676"/>
                  <a:pt x="2480" y="4843"/>
                </a:cubicBezTo>
                <a:cubicBezTo>
                  <a:pt x="2347" y="4792"/>
                  <a:pt x="2214" y="4771"/>
                  <a:pt x="2081" y="4771"/>
                </a:cubicBezTo>
                <a:cubicBezTo>
                  <a:pt x="1588" y="4771"/>
                  <a:pt x="1138" y="5092"/>
                  <a:pt x="1005" y="5596"/>
                </a:cubicBezTo>
                <a:cubicBezTo>
                  <a:pt x="501" y="5731"/>
                  <a:pt x="173" y="6184"/>
                  <a:pt x="173" y="6673"/>
                </a:cubicBezTo>
                <a:cubicBezTo>
                  <a:pt x="173" y="6806"/>
                  <a:pt x="201" y="6939"/>
                  <a:pt x="251" y="7072"/>
                </a:cubicBezTo>
                <a:cubicBezTo>
                  <a:pt x="84" y="7283"/>
                  <a:pt x="0" y="7527"/>
                  <a:pt x="0" y="7777"/>
                </a:cubicBezTo>
                <a:cubicBezTo>
                  <a:pt x="0" y="8138"/>
                  <a:pt x="178" y="8492"/>
                  <a:pt x="511" y="8709"/>
                </a:cubicBezTo>
                <a:cubicBezTo>
                  <a:pt x="472" y="9352"/>
                  <a:pt x="988" y="9879"/>
                  <a:pt x="1626" y="9879"/>
                </a:cubicBezTo>
                <a:lnTo>
                  <a:pt x="1681" y="9879"/>
                </a:lnTo>
                <a:cubicBezTo>
                  <a:pt x="1897" y="10211"/>
                  <a:pt x="2253" y="10389"/>
                  <a:pt x="2620" y="10389"/>
                </a:cubicBezTo>
                <a:cubicBezTo>
                  <a:pt x="2863" y="10389"/>
                  <a:pt x="3113" y="10306"/>
                  <a:pt x="3318" y="10139"/>
                </a:cubicBezTo>
                <a:cubicBezTo>
                  <a:pt x="3451" y="10189"/>
                  <a:pt x="3584" y="10211"/>
                  <a:pt x="3718" y="10211"/>
                </a:cubicBezTo>
                <a:cubicBezTo>
                  <a:pt x="4104" y="10211"/>
                  <a:pt x="4467" y="10011"/>
                  <a:pt x="4669" y="9677"/>
                </a:cubicBezTo>
                <a:lnTo>
                  <a:pt x="6423" y="11842"/>
                </a:lnTo>
                <a:lnTo>
                  <a:pt x="6426" y="11841"/>
                </a:lnTo>
                <a:lnTo>
                  <a:pt x="6426" y="11841"/>
                </a:lnTo>
                <a:lnTo>
                  <a:pt x="5846" y="17361"/>
                </a:lnTo>
                <a:lnTo>
                  <a:pt x="8654" y="17361"/>
                </a:lnTo>
                <a:lnTo>
                  <a:pt x="8207" y="13100"/>
                </a:lnTo>
                <a:lnTo>
                  <a:pt x="10015" y="10870"/>
                </a:lnTo>
                <a:cubicBezTo>
                  <a:pt x="10162" y="11120"/>
                  <a:pt x="10433" y="11271"/>
                  <a:pt x="10727" y="11271"/>
                </a:cubicBezTo>
                <a:cubicBezTo>
                  <a:pt x="10828" y="11271"/>
                  <a:pt x="10928" y="11254"/>
                  <a:pt x="11027" y="11215"/>
                </a:cubicBezTo>
                <a:cubicBezTo>
                  <a:pt x="11182" y="11343"/>
                  <a:pt x="11367" y="11403"/>
                  <a:pt x="11551" y="11403"/>
                </a:cubicBezTo>
                <a:cubicBezTo>
                  <a:pt x="11822" y="11403"/>
                  <a:pt x="12089" y="11271"/>
                  <a:pt x="12248" y="11027"/>
                </a:cubicBezTo>
                <a:lnTo>
                  <a:pt x="12248" y="11021"/>
                </a:lnTo>
                <a:lnTo>
                  <a:pt x="12252" y="11021"/>
                </a:lnTo>
                <a:cubicBezTo>
                  <a:pt x="12269" y="11022"/>
                  <a:pt x="12285" y="11023"/>
                  <a:pt x="12301" y="11023"/>
                </a:cubicBezTo>
                <a:cubicBezTo>
                  <a:pt x="12773" y="11023"/>
                  <a:pt x="13151" y="10627"/>
                  <a:pt x="13129" y="10150"/>
                </a:cubicBezTo>
                <a:lnTo>
                  <a:pt x="13129" y="10145"/>
                </a:lnTo>
                <a:cubicBezTo>
                  <a:pt x="13546" y="9879"/>
                  <a:pt x="13635" y="9308"/>
                  <a:pt x="13324" y="8925"/>
                </a:cubicBezTo>
                <a:lnTo>
                  <a:pt x="13318" y="8919"/>
                </a:lnTo>
                <a:cubicBezTo>
                  <a:pt x="13356" y="8819"/>
                  <a:pt x="13373" y="8720"/>
                  <a:pt x="13373" y="8620"/>
                </a:cubicBezTo>
                <a:cubicBezTo>
                  <a:pt x="13373" y="8254"/>
                  <a:pt x="13130" y="7916"/>
                  <a:pt x="12758" y="7815"/>
                </a:cubicBezTo>
                <a:cubicBezTo>
                  <a:pt x="12658" y="7438"/>
                  <a:pt x="12320" y="7201"/>
                  <a:pt x="11954" y="7201"/>
                </a:cubicBezTo>
                <a:cubicBezTo>
                  <a:pt x="11854" y="7201"/>
                  <a:pt x="11753" y="7216"/>
                  <a:pt x="11654" y="7256"/>
                </a:cubicBezTo>
                <a:cubicBezTo>
                  <a:pt x="11499" y="7128"/>
                  <a:pt x="11310" y="7066"/>
                  <a:pt x="11127" y="7066"/>
                </a:cubicBezTo>
                <a:cubicBezTo>
                  <a:pt x="10856" y="7066"/>
                  <a:pt x="10589" y="7201"/>
                  <a:pt x="10429" y="7449"/>
                </a:cubicBezTo>
                <a:cubicBezTo>
                  <a:pt x="10413" y="7448"/>
                  <a:pt x="10397" y="7448"/>
                  <a:pt x="10381" y="7448"/>
                </a:cubicBezTo>
                <a:cubicBezTo>
                  <a:pt x="9925" y="7448"/>
                  <a:pt x="9553" y="7820"/>
                  <a:pt x="9553" y="8276"/>
                </a:cubicBezTo>
                <a:lnTo>
                  <a:pt x="9553" y="8326"/>
                </a:lnTo>
                <a:cubicBezTo>
                  <a:pt x="9302" y="8487"/>
                  <a:pt x="9175" y="8753"/>
                  <a:pt x="9175" y="9025"/>
                </a:cubicBezTo>
                <a:cubicBezTo>
                  <a:pt x="9175" y="9208"/>
                  <a:pt x="9230" y="9396"/>
                  <a:pt x="9358" y="9551"/>
                </a:cubicBezTo>
                <a:cubicBezTo>
                  <a:pt x="9202" y="9954"/>
                  <a:pt x="9383" y="10399"/>
                  <a:pt x="9749" y="10590"/>
                </a:cubicBezTo>
                <a:lnTo>
                  <a:pt x="8092" y="12002"/>
                </a:lnTo>
                <a:lnTo>
                  <a:pt x="7661" y="7887"/>
                </a:lnTo>
                <a:lnTo>
                  <a:pt x="7661" y="7887"/>
                </a:lnTo>
                <a:cubicBezTo>
                  <a:pt x="7783" y="7917"/>
                  <a:pt x="7909" y="7931"/>
                  <a:pt x="8032" y="7931"/>
                </a:cubicBezTo>
                <a:cubicBezTo>
                  <a:pt x="8625" y="7931"/>
                  <a:pt x="9196" y="7593"/>
                  <a:pt x="9458" y="7005"/>
                </a:cubicBezTo>
                <a:cubicBezTo>
                  <a:pt x="10268" y="6922"/>
                  <a:pt x="10856" y="6235"/>
                  <a:pt x="10856" y="5458"/>
                </a:cubicBezTo>
                <a:cubicBezTo>
                  <a:pt x="10856" y="5353"/>
                  <a:pt x="10845" y="5241"/>
                  <a:pt x="10822" y="5131"/>
                </a:cubicBezTo>
                <a:lnTo>
                  <a:pt x="10822" y="5126"/>
                </a:lnTo>
                <a:cubicBezTo>
                  <a:pt x="11165" y="4815"/>
                  <a:pt x="11338" y="4393"/>
                  <a:pt x="11338" y="3967"/>
                </a:cubicBezTo>
                <a:cubicBezTo>
                  <a:pt x="11338" y="3545"/>
                  <a:pt x="11165" y="3117"/>
                  <a:pt x="10822" y="2808"/>
                </a:cubicBezTo>
                <a:cubicBezTo>
                  <a:pt x="10845" y="2696"/>
                  <a:pt x="10856" y="2586"/>
                  <a:pt x="10856" y="2480"/>
                </a:cubicBezTo>
                <a:cubicBezTo>
                  <a:pt x="10856" y="1698"/>
                  <a:pt x="10268" y="1015"/>
                  <a:pt x="9458" y="932"/>
                </a:cubicBezTo>
                <a:lnTo>
                  <a:pt x="9458" y="928"/>
                </a:lnTo>
                <a:cubicBezTo>
                  <a:pt x="9196" y="345"/>
                  <a:pt x="8620" y="0"/>
                  <a:pt x="8026" y="0"/>
                </a:cubicBezTo>
                <a:cubicBezTo>
                  <a:pt x="7760" y="0"/>
                  <a:pt x="7495" y="67"/>
                  <a:pt x="7250" y="211"/>
                </a:cubicBezTo>
                <a:cubicBezTo>
                  <a:pt x="7000" y="67"/>
                  <a:pt x="6734" y="0"/>
                  <a:pt x="647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77" name="Google Shape;777;p51"/>
          <p:cNvSpPr/>
          <p:nvPr/>
        </p:nvSpPr>
        <p:spPr>
          <a:xfrm>
            <a:off x="6707328" y="3079893"/>
            <a:ext cx="1438201" cy="340819"/>
          </a:xfrm>
          <a:custGeom>
            <a:avLst/>
            <a:gdLst/>
            <a:ahLst/>
            <a:cxnLst/>
            <a:rect l="l" t="t" r="r" b="b"/>
            <a:pathLst>
              <a:path w="30587" h="7248" extrusionOk="0">
                <a:moveTo>
                  <a:pt x="15926" y="0"/>
                </a:moveTo>
                <a:cubicBezTo>
                  <a:pt x="13961" y="0"/>
                  <a:pt x="12266" y="6080"/>
                  <a:pt x="12266" y="6080"/>
                </a:cubicBezTo>
                <a:cubicBezTo>
                  <a:pt x="12266" y="6080"/>
                  <a:pt x="12617" y="3734"/>
                  <a:pt x="10866" y="3624"/>
                </a:cubicBezTo>
                <a:cubicBezTo>
                  <a:pt x="10828" y="3621"/>
                  <a:pt x="10789" y="3620"/>
                  <a:pt x="10751" y="3620"/>
                </a:cubicBezTo>
                <a:cubicBezTo>
                  <a:pt x="9060" y="3620"/>
                  <a:pt x="7833" y="5963"/>
                  <a:pt x="7833" y="5963"/>
                </a:cubicBezTo>
                <a:lnTo>
                  <a:pt x="1" y="7248"/>
                </a:lnTo>
                <a:lnTo>
                  <a:pt x="30587" y="7248"/>
                </a:lnTo>
                <a:cubicBezTo>
                  <a:pt x="30587" y="7248"/>
                  <a:pt x="23118" y="6780"/>
                  <a:pt x="22652" y="6080"/>
                </a:cubicBezTo>
                <a:cubicBezTo>
                  <a:pt x="22185" y="5381"/>
                  <a:pt x="21404" y="2579"/>
                  <a:pt x="19519" y="2346"/>
                </a:cubicBezTo>
                <a:cubicBezTo>
                  <a:pt x="19441" y="2336"/>
                  <a:pt x="19365" y="2332"/>
                  <a:pt x="19291" y="2332"/>
                </a:cubicBezTo>
                <a:cubicBezTo>
                  <a:pt x="18256" y="2332"/>
                  <a:pt x="17651" y="3241"/>
                  <a:pt x="17336" y="3955"/>
                </a:cubicBezTo>
                <a:lnTo>
                  <a:pt x="17336" y="3955"/>
                </a:lnTo>
                <a:cubicBezTo>
                  <a:pt x="17642" y="2843"/>
                  <a:pt x="17903" y="933"/>
                  <a:pt x="16414" y="130"/>
                </a:cubicBezTo>
                <a:cubicBezTo>
                  <a:pt x="16250" y="41"/>
                  <a:pt x="16087" y="0"/>
                  <a:pt x="1592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78" name="Google Shape;778;p51"/>
          <p:cNvSpPr/>
          <p:nvPr/>
        </p:nvSpPr>
        <p:spPr>
          <a:xfrm>
            <a:off x="8014135" y="1282416"/>
            <a:ext cx="1675785" cy="397136"/>
          </a:xfrm>
          <a:custGeom>
            <a:avLst/>
            <a:gdLst/>
            <a:ahLst/>
            <a:cxnLst/>
            <a:rect l="l" t="t" r="r" b="b"/>
            <a:pathLst>
              <a:path w="30587" h="7248" extrusionOk="0">
                <a:moveTo>
                  <a:pt x="15926" y="0"/>
                </a:moveTo>
                <a:cubicBezTo>
                  <a:pt x="13961" y="0"/>
                  <a:pt x="12266" y="6080"/>
                  <a:pt x="12266" y="6080"/>
                </a:cubicBezTo>
                <a:cubicBezTo>
                  <a:pt x="12266" y="6080"/>
                  <a:pt x="12617" y="3734"/>
                  <a:pt x="10866" y="3624"/>
                </a:cubicBezTo>
                <a:cubicBezTo>
                  <a:pt x="10828" y="3621"/>
                  <a:pt x="10789" y="3620"/>
                  <a:pt x="10751" y="3620"/>
                </a:cubicBezTo>
                <a:cubicBezTo>
                  <a:pt x="9060" y="3620"/>
                  <a:pt x="7833" y="5963"/>
                  <a:pt x="7833" y="5963"/>
                </a:cubicBezTo>
                <a:lnTo>
                  <a:pt x="1" y="7248"/>
                </a:lnTo>
                <a:lnTo>
                  <a:pt x="30587" y="7248"/>
                </a:lnTo>
                <a:cubicBezTo>
                  <a:pt x="30587" y="7248"/>
                  <a:pt x="23118" y="6780"/>
                  <a:pt x="22652" y="6080"/>
                </a:cubicBezTo>
                <a:cubicBezTo>
                  <a:pt x="22185" y="5381"/>
                  <a:pt x="21404" y="2579"/>
                  <a:pt x="19519" y="2346"/>
                </a:cubicBezTo>
                <a:cubicBezTo>
                  <a:pt x="19441" y="2336"/>
                  <a:pt x="19365" y="2332"/>
                  <a:pt x="19291" y="2332"/>
                </a:cubicBezTo>
                <a:cubicBezTo>
                  <a:pt x="18256" y="2332"/>
                  <a:pt x="17651" y="3241"/>
                  <a:pt x="17336" y="3955"/>
                </a:cubicBezTo>
                <a:lnTo>
                  <a:pt x="17336" y="3955"/>
                </a:lnTo>
                <a:cubicBezTo>
                  <a:pt x="17642" y="2843"/>
                  <a:pt x="17903" y="933"/>
                  <a:pt x="16414" y="130"/>
                </a:cubicBezTo>
                <a:cubicBezTo>
                  <a:pt x="16250" y="41"/>
                  <a:pt x="16087" y="0"/>
                  <a:pt x="1592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 name="TextBox 5">
            <a:extLst>
              <a:ext uri="{FF2B5EF4-FFF2-40B4-BE49-F238E27FC236}">
                <a16:creationId xmlns:a16="http://schemas.microsoft.com/office/drawing/2014/main" id="{B5B66297-1A54-4501-A744-9A94E6B68674}"/>
              </a:ext>
            </a:extLst>
          </p:cNvPr>
          <p:cNvSpPr txBox="1"/>
          <p:nvPr/>
        </p:nvSpPr>
        <p:spPr>
          <a:xfrm>
            <a:off x="587343" y="602376"/>
            <a:ext cx="6237900" cy="3933064"/>
          </a:xfrm>
          <a:prstGeom prst="rect">
            <a:avLst/>
          </a:prstGeom>
          <a:noFill/>
        </p:spPr>
        <p:txBody>
          <a:bodyPr wrap="square" rtlCol="0">
            <a:spAutoFit/>
          </a:bodyPr>
          <a:lstStyle/>
          <a:p>
            <a:pPr marL="285750" indent="-285750">
              <a:lnSpc>
                <a:spcPct val="150000"/>
              </a:lnSpc>
              <a:buClr>
                <a:schemeClr val="accent1"/>
              </a:buClr>
              <a:buFont typeface="Arial" panose="020B0604020202020204" pitchFamily="34" charset="0"/>
              <a:buChar char="•"/>
            </a:pPr>
            <a:r>
              <a:rPr lang="en-US" sz="1400" dirty="0">
                <a:latin typeface="SF Pro Text" panose="00000500000000000000" pitchFamily="2" charset="0"/>
                <a:ea typeface="SF Pro Text" panose="00000500000000000000" pitchFamily="2" charset="0"/>
              </a:rPr>
              <a:t>The vehicle traction motor of high density, high efficiency, and wide speed range and control system are the heart the electric car.</a:t>
            </a:r>
          </a:p>
          <a:p>
            <a:pPr marL="285750" indent="-285750">
              <a:lnSpc>
                <a:spcPct val="150000"/>
              </a:lnSpc>
              <a:buClr>
                <a:schemeClr val="accent1"/>
              </a:buClr>
              <a:buFont typeface="Arial" panose="020B0604020202020204" pitchFamily="34" charset="0"/>
              <a:buChar char="•"/>
            </a:pPr>
            <a:r>
              <a:rPr lang="en-US" sz="1400" dirty="0">
                <a:latin typeface="SF Pro Text" panose="00000500000000000000" pitchFamily="2" charset="0"/>
                <a:ea typeface="SF Pro Text" panose="00000500000000000000" pitchFamily="2" charset="0"/>
              </a:rPr>
              <a:t>The controller plays a vital role in managing power flow, matching voltage and current ratings with the motor, and ensuring compatibility with the battery pack.</a:t>
            </a:r>
          </a:p>
          <a:p>
            <a:pPr marL="285750" indent="-285750">
              <a:lnSpc>
                <a:spcPct val="150000"/>
              </a:lnSpc>
              <a:buClr>
                <a:schemeClr val="accent1"/>
              </a:buClr>
              <a:buFont typeface="Arial" panose="020B0604020202020204" pitchFamily="34" charset="0"/>
              <a:buChar char="•"/>
            </a:pPr>
            <a:r>
              <a:rPr lang="en-US" sz="1400" dirty="0">
                <a:latin typeface="SF Pro Text" panose="00000500000000000000" pitchFamily="2" charset="0"/>
                <a:ea typeface="SF Pro Text" panose="00000500000000000000" pitchFamily="2" charset="0"/>
              </a:rPr>
              <a:t>It should offer safety features, such as overcurrent protection and thermal shutdown, while also providing programmable options for customization and regenerative braking.</a:t>
            </a:r>
          </a:p>
          <a:p>
            <a:pPr marL="285750" indent="-285750">
              <a:lnSpc>
                <a:spcPct val="150000"/>
              </a:lnSpc>
              <a:buClr>
                <a:schemeClr val="accent1"/>
              </a:buClr>
              <a:buFont typeface="Arial" panose="020B0604020202020204" pitchFamily="34" charset="0"/>
              <a:buChar char="•"/>
            </a:pPr>
            <a:r>
              <a:rPr lang="en-US" sz="1400" dirty="0">
                <a:latin typeface="SF Pro Text" panose="00000500000000000000" pitchFamily="2" charset="0"/>
                <a:ea typeface="SF Pro Text" panose="00000500000000000000" pitchFamily="2" charset="0"/>
              </a:rPr>
              <a:t>Efficiency, ease of maintenance, compliance with standards, cost considerations, and manufacturer support are essential factors to evaluate when selecting a suitable controller for a 6-seater electric golf cart.</a:t>
            </a:r>
            <a:endParaRPr lang="en-IN" sz="1100" dirty="0">
              <a:latin typeface="SF Pro Text" panose="00000500000000000000" pitchFamily="2" charset="0"/>
              <a:ea typeface="SF Pro Text" panose="00000500000000000000" pitchFamily="2" charset="0"/>
            </a:endParaRPr>
          </a:p>
        </p:txBody>
      </p:sp>
    </p:spTree>
    <p:extLst>
      <p:ext uri="{BB962C8B-B14F-4D97-AF65-F5344CB8AC3E}">
        <p14:creationId xmlns:p14="http://schemas.microsoft.com/office/powerpoint/2010/main" val="263829733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793"/>
        <p:cNvGrpSpPr/>
        <p:nvPr/>
      </p:nvGrpSpPr>
      <p:grpSpPr>
        <a:xfrm>
          <a:off x="0" y="0"/>
          <a:ext cx="0" cy="0"/>
          <a:chOff x="0" y="0"/>
          <a:chExt cx="0" cy="0"/>
        </a:xfrm>
      </p:grpSpPr>
      <p:sp>
        <p:nvSpPr>
          <p:cNvPr id="794" name="Google Shape;794;p53"/>
          <p:cNvSpPr/>
          <p:nvPr/>
        </p:nvSpPr>
        <p:spPr>
          <a:xfrm>
            <a:off x="713225" y="3551425"/>
            <a:ext cx="7717500" cy="1142700"/>
          </a:xfrm>
          <a:prstGeom prst="round2DiagRect">
            <a:avLst>
              <a:gd name="adj1" fmla="val 16667"/>
              <a:gd name="adj2" fmla="val 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95" name="Google Shape;795;p53"/>
          <p:cNvSpPr txBox="1">
            <a:spLocks noGrp="1"/>
          </p:cNvSpPr>
          <p:nvPr>
            <p:ph type="title"/>
          </p:nvPr>
        </p:nvSpPr>
        <p:spPr>
          <a:xfrm>
            <a:off x="1425575" y="3551717"/>
            <a:ext cx="6548844" cy="1006800"/>
          </a:xfrm>
          <a:prstGeom prst="rect">
            <a:avLst/>
          </a:prstGeom>
        </p:spPr>
        <p:txBody>
          <a:bodyPr spcFirstLastPara="1" wrap="square" lIns="91425" tIns="91425" rIns="91425" bIns="91425" anchor="t" anchorCtr="0">
            <a:noAutofit/>
          </a:bodyPr>
          <a:lstStyle/>
          <a:p>
            <a:pPr algn="ctr"/>
            <a:r>
              <a:rPr lang="en-IN" sz="3200" b="0" dirty="0">
                <a:solidFill>
                  <a:schemeClr val="bg1"/>
                </a:solidFill>
                <a:effectLst/>
                <a:latin typeface="Montserrat" panose="00000500000000000000" pitchFamily="2" charset="0"/>
              </a:rPr>
              <a:t>Components &amp; specifications of transmission </a:t>
            </a:r>
          </a:p>
        </p:txBody>
      </p:sp>
      <p:sp>
        <p:nvSpPr>
          <p:cNvPr id="796" name="Google Shape;796;p53"/>
          <p:cNvSpPr txBox="1">
            <a:spLocks noGrp="1"/>
          </p:cNvSpPr>
          <p:nvPr>
            <p:ph type="subTitle" idx="1"/>
          </p:nvPr>
        </p:nvSpPr>
        <p:spPr>
          <a:xfrm>
            <a:off x="712174" y="1241950"/>
            <a:ext cx="3859825" cy="1845150"/>
          </a:xfrm>
          <a:prstGeom prst="rect">
            <a:avLst/>
          </a:prstGeom>
        </p:spPr>
        <p:txBody>
          <a:bodyPr spcFirstLastPara="1" wrap="square" lIns="91425" tIns="91425" rIns="91425" bIns="91425" anchor="t" anchorCtr="0">
            <a:noAutofit/>
          </a:bodyPr>
          <a:lstStyle/>
          <a:p>
            <a:pPr marL="342900" indent="-342900">
              <a:lnSpc>
                <a:spcPct val="150000"/>
              </a:lnSpc>
              <a:buAutoNum type="arabicPeriod"/>
            </a:pPr>
            <a:r>
              <a:rPr lang="en-IN" dirty="0">
                <a:latin typeface="SF Pro Text" panose="00000500000000000000" pitchFamily="2" charset="0"/>
                <a:ea typeface="SF Pro Text" panose="00000500000000000000" pitchFamily="2" charset="0"/>
              </a:rPr>
              <a:t>Motor</a:t>
            </a:r>
          </a:p>
          <a:p>
            <a:pPr marL="342900" indent="-342900">
              <a:lnSpc>
                <a:spcPct val="150000"/>
              </a:lnSpc>
              <a:buAutoNum type="arabicPeriod"/>
            </a:pPr>
            <a:r>
              <a:rPr lang="en-IN" dirty="0">
                <a:latin typeface="SF Pro Text" panose="00000500000000000000" pitchFamily="2" charset="0"/>
                <a:ea typeface="SF Pro Text" panose="00000500000000000000" pitchFamily="2" charset="0"/>
              </a:rPr>
              <a:t>Controller</a:t>
            </a:r>
          </a:p>
          <a:p>
            <a:pPr marL="342900" indent="-342900">
              <a:lnSpc>
                <a:spcPct val="150000"/>
              </a:lnSpc>
              <a:buAutoNum type="arabicPeriod"/>
            </a:pPr>
            <a:r>
              <a:rPr lang="en-IN" dirty="0">
                <a:latin typeface="SF Pro Text" panose="00000500000000000000" pitchFamily="2" charset="0"/>
                <a:ea typeface="SF Pro Text" panose="00000500000000000000" pitchFamily="2" charset="0"/>
              </a:rPr>
              <a:t>Transaxle with reduction ratio 10.45 </a:t>
            </a:r>
          </a:p>
          <a:p>
            <a:pPr marL="342900" indent="-342900">
              <a:lnSpc>
                <a:spcPct val="150000"/>
              </a:lnSpc>
              <a:buAutoNum type="arabicPeriod"/>
            </a:pPr>
            <a:endParaRPr lang="en-IN" dirty="0">
              <a:latin typeface="SF Pro Text" panose="00000500000000000000" pitchFamily="2" charset="0"/>
              <a:ea typeface="SF Pro Text" panose="00000500000000000000" pitchFamily="2" charset="0"/>
            </a:endParaRPr>
          </a:p>
        </p:txBody>
      </p:sp>
      <p:sp>
        <p:nvSpPr>
          <p:cNvPr id="798" name="Google Shape;798;p53"/>
          <p:cNvSpPr/>
          <p:nvPr/>
        </p:nvSpPr>
        <p:spPr>
          <a:xfrm>
            <a:off x="7216874" y="2803738"/>
            <a:ext cx="1600082" cy="379197"/>
          </a:xfrm>
          <a:custGeom>
            <a:avLst/>
            <a:gdLst/>
            <a:ahLst/>
            <a:cxnLst/>
            <a:rect l="l" t="t" r="r" b="b"/>
            <a:pathLst>
              <a:path w="30587" h="7248" extrusionOk="0">
                <a:moveTo>
                  <a:pt x="15926" y="0"/>
                </a:moveTo>
                <a:cubicBezTo>
                  <a:pt x="13961" y="0"/>
                  <a:pt x="12266" y="6080"/>
                  <a:pt x="12266" y="6080"/>
                </a:cubicBezTo>
                <a:cubicBezTo>
                  <a:pt x="12266" y="6080"/>
                  <a:pt x="12617" y="3734"/>
                  <a:pt x="10866" y="3624"/>
                </a:cubicBezTo>
                <a:cubicBezTo>
                  <a:pt x="10828" y="3621"/>
                  <a:pt x="10789" y="3620"/>
                  <a:pt x="10751" y="3620"/>
                </a:cubicBezTo>
                <a:cubicBezTo>
                  <a:pt x="9060" y="3620"/>
                  <a:pt x="7833" y="5963"/>
                  <a:pt x="7833" y="5963"/>
                </a:cubicBezTo>
                <a:lnTo>
                  <a:pt x="1" y="7248"/>
                </a:lnTo>
                <a:lnTo>
                  <a:pt x="30587" y="7248"/>
                </a:lnTo>
                <a:cubicBezTo>
                  <a:pt x="30587" y="7248"/>
                  <a:pt x="23118" y="6780"/>
                  <a:pt x="22652" y="6080"/>
                </a:cubicBezTo>
                <a:cubicBezTo>
                  <a:pt x="22185" y="5381"/>
                  <a:pt x="21404" y="2579"/>
                  <a:pt x="19519" y="2346"/>
                </a:cubicBezTo>
                <a:cubicBezTo>
                  <a:pt x="19441" y="2336"/>
                  <a:pt x="19365" y="2332"/>
                  <a:pt x="19291" y="2332"/>
                </a:cubicBezTo>
                <a:cubicBezTo>
                  <a:pt x="18256" y="2332"/>
                  <a:pt x="17651" y="3241"/>
                  <a:pt x="17336" y="3955"/>
                </a:cubicBezTo>
                <a:lnTo>
                  <a:pt x="17336" y="3955"/>
                </a:lnTo>
                <a:cubicBezTo>
                  <a:pt x="17642" y="2843"/>
                  <a:pt x="17903" y="933"/>
                  <a:pt x="16414" y="130"/>
                </a:cubicBezTo>
                <a:cubicBezTo>
                  <a:pt x="16250" y="41"/>
                  <a:pt x="16087" y="0"/>
                  <a:pt x="1592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99" name="Google Shape;799;p53"/>
          <p:cNvSpPr/>
          <p:nvPr/>
        </p:nvSpPr>
        <p:spPr>
          <a:xfrm rot="5400000" flipH="1">
            <a:off x="-1190188" y="471324"/>
            <a:ext cx="4287981" cy="943576"/>
          </a:xfrm>
          <a:custGeom>
            <a:avLst/>
            <a:gdLst/>
            <a:ahLst/>
            <a:cxnLst/>
            <a:rect l="l" t="t" r="r" b="b"/>
            <a:pathLst>
              <a:path w="53074" h="11679" extrusionOk="0">
                <a:moveTo>
                  <a:pt x="4423" y="398"/>
                </a:moveTo>
                <a:cubicBezTo>
                  <a:pt x="4545" y="398"/>
                  <a:pt x="4645" y="497"/>
                  <a:pt x="4645" y="618"/>
                </a:cubicBezTo>
                <a:lnTo>
                  <a:pt x="4645" y="1647"/>
                </a:lnTo>
                <a:cubicBezTo>
                  <a:pt x="4645" y="1770"/>
                  <a:pt x="4545" y="1869"/>
                  <a:pt x="4423" y="1869"/>
                </a:cubicBezTo>
                <a:cubicBezTo>
                  <a:pt x="4300" y="1869"/>
                  <a:pt x="4200" y="1770"/>
                  <a:pt x="4200" y="1647"/>
                </a:cubicBezTo>
                <a:lnTo>
                  <a:pt x="4200" y="618"/>
                </a:lnTo>
                <a:cubicBezTo>
                  <a:pt x="4200" y="497"/>
                  <a:pt x="4300" y="398"/>
                  <a:pt x="4423" y="398"/>
                </a:cubicBezTo>
                <a:close/>
                <a:moveTo>
                  <a:pt x="1463" y="446"/>
                </a:moveTo>
                <a:cubicBezTo>
                  <a:pt x="1585" y="446"/>
                  <a:pt x="1684" y="546"/>
                  <a:pt x="1684" y="668"/>
                </a:cubicBezTo>
                <a:lnTo>
                  <a:pt x="1684" y="1697"/>
                </a:lnTo>
                <a:cubicBezTo>
                  <a:pt x="1684" y="1820"/>
                  <a:pt x="1585" y="1919"/>
                  <a:pt x="1463" y="1919"/>
                </a:cubicBezTo>
                <a:cubicBezTo>
                  <a:pt x="1339" y="1919"/>
                  <a:pt x="1240" y="1820"/>
                  <a:pt x="1240" y="1697"/>
                </a:cubicBezTo>
                <a:lnTo>
                  <a:pt x="1240" y="668"/>
                </a:lnTo>
                <a:cubicBezTo>
                  <a:pt x="1240" y="546"/>
                  <a:pt x="1339" y="446"/>
                  <a:pt x="1463" y="446"/>
                </a:cubicBezTo>
                <a:close/>
                <a:moveTo>
                  <a:pt x="4249" y="1"/>
                </a:moveTo>
                <a:cubicBezTo>
                  <a:pt x="3923" y="1"/>
                  <a:pt x="3658" y="265"/>
                  <a:pt x="3658" y="591"/>
                </a:cubicBezTo>
                <a:lnTo>
                  <a:pt x="3658" y="3202"/>
                </a:lnTo>
                <a:lnTo>
                  <a:pt x="1981" y="3202"/>
                </a:lnTo>
                <a:lnTo>
                  <a:pt x="1981" y="673"/>
                </a:lnTo>
                <a:cubicBezTo>
                  <a:pt x="1981" y="510"/>
                  <a:pt x="1914" y="364"/>
                  <a:pt x="1808" y="257"/>
                </a:cubicBezTo>
                <a:cubicBezTo>
                  <a:pt x="1701" y="149"/>
                  <a:pt x="1552" y="81"/>
                  <a:pt x="1390" y="81"/>
                </a:cubicBezTo>
                <a:cubicBezTo>
                  <a:pt x="1065" y="81"/>
                  <a:pt x="799" y="348"/>
                  <a:pt x="799" y="672"/>
                </a:cubicBezTo>
                <a:lnTo>
                  <a:pt x="799" y="3202"/>
                </a:lnTo>
                <a:lnTo>
                  <a:pt x="734" y="3202"/>
                </a:lnTo>
                <a:cubicBezTo>
                  <a:pt x="330" y="3202"/>
                  <a:pt x="0" y="3533"/>
                  <a:pt x="0" y="3939"/>
                </a:cubicBezTo>
                <a:lnTo>
                  <a:pt x="0" y="7273"/>
                </a:lnTo>
                <a:cubicBezTo>
                  <a:pt x="0" y="7677"/>
                  <a:pt x="330" y="8008"/>
                  <a:pt x="734" y="8008"/>
                </a:cubicBezTo>
                <a:lnTo>
                  <a:pt x="1369" y="8008"/>
                </a:lnTo>
                <a:lnTo>
                  <a:pt x="1369" y="8946"/>
                </a:lnTo>
                <a:lnTo>
                  <a:pt x="2522" y="8946"/>
                </a:lnTo>
                <a:lnTo>
                  <a:pt x="2522" y="9290"/>
                </a:lnTo>
                <a:cubicBezTo>
                  <a:pt x="2522" y="10607"/>
                  <a:pt x="3593" y="11679"/>
                  <a:pt x="4911" y="11679"/>
                </a:cubicBezTo>
                <a:lnTo>
                  <a:pt x="50099" y="11679"/>
                </a:lnTo>
                <a:cubicBezTo>
                  <a:pt x="51739" y="11679"/>
                  <a:pt x="53073" y="10344"/>
                  <a:pt x="53073" y="8705"/>
                </a:cubicBezTo>
                <a:lnTo>
                  <a:pt x="53073" y="3031"/>
                </a:lnTo>
                <a:lnTo>
                  <a:pt x="52282" y="3031"/>
                </a:lnTo>
                <a:lnTo>
                  <a:pt x="52282" y="8705"/>
                </a:lnTo>
                <a:cubicBezTo>
                  <a:pt x="52282" y="9908"/>
                  <a:pt x="51302" y="10887"/>
                  <a:pt x="50099" y="10887"/>
                </a:cubicBezTo>
                <a:lnTo>
                  <a:pt x="4911" y="10887"/>
                </a:lnTo>
                <a:cubicBezTo>
                  <a:pt x="4030" y="10887"/>
                  <a:pt x="3313" y="10171"/>
                  <a:pt x="3313" y="9290"/>
                </a:cubicBezTo>
                <a:lnTo>
                  <a:pt x="3313" y="8948"/>
                </a:lnTo>
                <a:lnTo>
                  <a:pt x="4463" y="8948"/>
                </a:lnTo>
                <a:lnTo>
                  <a:pt x="4463" y="8009"/>
                </a:lnTo>
                <a:lnTo>
                  <a:pt x="4864" y="8009"/>
                </a:lnTo>
                <a:cubicBezTo>
                  <a:pt x="5270" y="8009"/>
                  <a:pt x="5600" y="7677"/>
                  <a:pt x="5600" y="7273"/>
                </a:cubicBezTo>
                <a:lnTo>
                  <a:pt x="5600" y="3939"/>
                </a:lnTo>
                <a:cubicBezTo>
                  <a:pt x="5600" y="3533"/>
                  <a:pt x="5270" y="3202"/>
                  <a:pt x="4864" y="3202"/>
                </a:cubicBezTo>
                <a:lnTo>
                  <a:pt x="4840" y="3202"/>
                </a:lnTo>
                <a:lnTo>
                  <a:pt x="4840" y="591"/>
                </a:lnTo>
                <a:cubicBezTo>
                  <a:pt x="4840" y="428"/>
                  <a:pt x="4774" y="281"/>
                  <a:pt x="4666" y="173"/>
                </a:cubicBezTo>
                <a:cubicBezTo>
                  <a:pt x="4560" y="66"/>
                  <a:pt x="4412" y="1"/>
                  <a:pt x="4249" y="1"/>
                </a:cubicBezTo>
                <a:close/>
              </a:path>
            </a:pathLst>
          </a:custGeom>
          <a:gradFill>
            <a:gsLst>
              <a:gs pos="0">
                <a:schemeClr val="lt1"/>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00" name="Google Shape;800;p53"/>
          <p:cNvSpPr/>
          <p:nvPr/>
        </p:nvSpPr>
        <p:spPr>
          <a:xfrm>
            <a:off x="3184749" y="539500"/>
            <a:ext cx="1600082" cy="379197"/>
          </a:xfrm>
          <a:custGeom>
            <a:avLst/>
            <a:gdLst/>
            <a:ahLst/>
            <a:cxnLst/>
            <a:rect l="l" t="t" r="r" b="b"/>
            <a:pathLst>
              <a:path w="30587" h="7248" extrusionOk="0">
                <a:moveTo>
                  <a:pt x="15926" y="0"/>
                </a:moveTo>
                <a:cubicBezTo>
                  <a:pt x="13961" y="0"/>
                  <a:pt x="12266" y="6080"/>
                  <a:pt x="12266" y="6080"/>
                </a:cubicBezTo>
                <a:cubicBezTo>
                  <a:pt x="12266" y="6080"/>
                  <a:pt x="12617" y="3734"/>
                  <a:pt x="10866" y="3624"/>
                </a:cubicBezTo>
                <a:cubicBezTo>
                  <a:pt x="10828" y="3621"/>
                  <a:pt x="10789" y="3620"/>
                  <a:pt x="10751" y="3620"/>
                </a:cubicBezTo>
                <a:cubicBezTo>
                  <a:pt x="9060" y="3620"/>
                  <a:pt x="7833" y="5963"/>
                  <a:pt x="7833" y="5963"/>
                </a:cubicBezTo>
                <a:lnTo>
                  <a:pt x="1" y="7248"/>
                </a:lnTo>
                <a:lnTo>
                  <a:pt x="30587" y="7248"/>
                </a:lnTo>
                <a:cubicBezTo>
                  <a:pt x="30587" y="7248"/>
                  <a:pt x="23118" y="6780"/>
                  <a:pt x="22652" y="6080"/>
                </a:cubicBezTo>
                <a:cubicBezTo>
                  <a:pt x="22185" y="5381"/>
                  <a:pt x="21404" y="2579"/>
                  <a:pt x="19519" y="2346"/>
                </a:cubicBezTo>
                <a:cubicBezTo>
                  <a:pt x="19441" y="2336"/>
                  <a:pt x="19365" y="2332"/>
                  <a:pt x="19291" y="2332"/>
                </a:cubicBezTo>
                <a:cubicBezTo>
                  <a:pt x="18256" y="2332"/>
                  <a:pt x="17651" y="3241"/>
                  <a:pt x="17336" y="3955"/>
                </a:cubicBezTo>
                <a:lnTo>
                  <a:pt x="17336" y="3955"/>
                </a:lnTo>
                <a:cubicBezTo>
                  <a:pt x="17642" y="2843"/>
                  <a:pt x="17903" y="933"/>
                  <a:pt x="16414" y="130"/>
                </a:cubicBezTo>
                <a:cubicBezTo>
                  <a:pt x="16250" y="41"/>
                  <a:pt x="16087" y="0"/>
                  <a:pt x="1592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 name="Google Shape;794;p53">
            <a:extLst>
              <a:ext uri="{FF2B5EF4-FFF2-40B4-BE49-F238E27FC236}">
                <a16:creationId xmlns:a16="http://schemas.microsoft.com/office/drawing/2014/main" id="{15837645-2046-635F-9546-CDD4A0A5CCA0}"/>
              </a:ext>
            </a:extLst>
          </p:cNvPr>
          <p:cNvSpPr/>
          <p:nvPr/>
        </p:nvSpPr>
        <p:spPr>
          <a:xfrm>
            <a:off x="4930774" y="857526"/>
            <a:ext cx="3499951" cy="1698698"/>
          </a:xfrm>
          <a:prstGeom prst="round2DiagRect">
            <a:avLst>
              <a:gd name="adj1" fmla="val 16667"/>
              <a:gd name="adj2" fmla="val 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2" name="Group 1">
            <a:extLst>
              <a:ext uri="{FF2B5EF4-FFF2-40B4-BE49-F238E27FC236}">
                <a16:creationId xmlns:a16="http://schemas.microsoft.com/office/drawing/2014/main" id="{915F5765-F084-7451-0C84-868112F55162}"/>
              </a:ext>
            </a:extLst>
          </p:cNvPr>
          <p:cNvGrpSpPr/>
          <p:nvPr/>
        </p:nvGrpSpPr>
        <p:grpSpPr>
          <a:xfrm>
            <a:off x="4784831" y="943112"/>
            <a:ext cx="3708210" cy="2228939"/>
            <a:chOff x="3361987" y="2711478"/>
            <a:chExt cx="5468027" cy="3286734"/>
          </a:xfrm>
        </p:grpSpPr>
        <p:sp>
          <p:nvSpPr>
            <p:cNvPr id="3" name="TextBox 2">
              <a:extLst>
                <a:ext uri="{FF2B5EF4-FFF2-40B4-BE49-F238E27FC236}">
                  <a16:creationId xmlns:a16="http://schemas.microsoft.com/office/drawing/2014/main" id="{34ACF13D-A3F1-F885-D310-BD6206EAE4F6}"/>
                </a:ext>
              </a:extLst>
            </p:cNvPr>
            <p:cNvSpPr txBox="1"/>
            <p:nvPr/>
          </p:nvSpPr>
          <p:spPr>
            <a:xfrm>
              <a:off x="3737113" y="5135919"/>
              <a:ext cx="4717774" cy="862293"/>
            </a:xfrm>
            <a:prstGeom prst="rect">
              <a:avLst/>
            </a:prstGeom>
            <a:noFill/>
          </p:spPr>
          <p:txBody>
            <a:bodyPr wrap="square" rtlCol="0">
              <a:spAutoFit/>
            </a:bodyPr>
            <a:lstStyle/>
            <a:p>
              <a:pPr algn="ctr"/>
              <a:r>
                <a:rPr lang="en-US" sz="1600" dirty="0">
                  <a:solidFill>
                    <a:schemeClr val="accent1"/>
                  </a:solidFill>
                  <a:latin typeface="SF Pro Text" panose="00000500000000000000" pitchFamily="2" charset="0"/>
                  <a:ea typeface="SF Pro Text" panose="00000500000000000000" pitchFamily="2" charset="0"/>
                  <a:cs typeface="Times New Roman" panose="02020603050405020304" pitchFamily="18" charset="0"/>
                </a:rPr>
                <a:t>Fig : Transaxle with motor disc brake &amp; hub assembly</a:t>
              </a:r>
              <a:endParaRPr lang="en-IN" sz="1600" dirty="0">
                <a:solidFill>
                  <a:schemeClr val="accent1"/>
                </a:solidFill>
                <a:latin typeface="SF Pro Text" panose="00000500000000000000" pitchFamily="2" charset="0"/>
                <a:ea typeface="SF Pro Text" panose="00000500000000000000" pitchFamily="2" charset="0"/>
                <a:cs typeface="Times New Roman" panose="02020603050405020304" pitchFamily="18" charset="0"/>
              </a:endParaRPr>
            </a:p>
          </p:txBody>
        </p:sp>
        <p:pic>
          <p:nvPicPr>
            <p:cNvPr id="4" name="Picture 3">
              <a:extLst>
                <a:ext uri="{FF2B5EF4-FFF2-40B4-BE49-F238E27FC236}">
                  <a16:creationId xmlns:a16="http://schemas.microsoft.com/office/drawing/2014/main" id="{0A970F6E-A474-11F4-35CB-DB69CED220EA}"/>
                </a:ext>
              </a:extLst>
            </p:cNvPr>
            <p:cNvPicPr>
              <a:picLocks noChangeAspect="1"/>
            </p:cNvPicPr>
            <p:nvPr/>
          </p:nvPicPr>
          <p:blipFill rotWithShape="1">
            <a:blip r:embed="rId3">
              <a:extLst>
                <a:ext uri="{BEBA8EAE-BF5A-486C-A8C5-ECC9F3942E4B}">
                  <a14:imgProps xmlns:a14="http://schemas.microsoft.com/office/drawing/2010/main">
                    <a14:imgLayer r:embed="rId4">
                      <a14:imgEffect>
                        <a14:backgroundRemoval t="26765" b="80474" l="11894" r="88481"/>
                      </a14:imgEffect>
                    </a14:imgLayer>
                  </a14:imgProps>
                </a:ext>
                <a:ext uri="{28A0092B-C50C-407E-A947-70E740481C1C}">
                  <a14:useLocalDpi xmlns:a14="http://schemas.microsoft.com/office/drawing/2010/main" val="0"/>
                </a:ext>
              </a:extLst>
            </a:blip>
            <a:srcRect l="2321" t="20051" r="1945" b="12813"/>
            <a:stretch/>
          </p:blipFill>
          <p:spPr>
            <a:xfrm>
              <a:off x="3361987" y="2711478"/>
              <a:ext cx="5468027" cy="2400936"/>
            </a:xfrm>
            <a:prstGeom prst="rect">
              <a:avLst/>
            </a:prstGeom>
          </p:spPr>
        </p:pic>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5128"/>
        <p:cNvGrpSpPr/>
        <p:nvPr/>
      </p:nvGrpSpPr>
      <p:grpSpPr>
        <a:xfrm>
          <a:off x="0" y="0"/>
          <a:ext cx="0" cy="0"/>
          <a:chOff x="0" y="0"/>
          <a:chExt cx="0" cy="0"/>
        </a:xfrm>
      </p:grpSpPr>
      <p:sp>
        <p:nvSpPr>
          <p:cNvPr id="5165" name="Google Shape;5165;p68"/>
          <p:cNvSpPr/>
          <p:nvPr/>
        </p:nvSpPr>
        <p:spPr>
          <a:xfrm>
            <a:off x="713250" y="3011185"/>
            <a:ext cx="7717500" cy="1061100"/>
          </a:xfrm>
          <a:prstGeom prst="round2DiagRect">
            <a:avLst>
              <a:gd name="adj1" fmla="val 16667"/>
              <a:gd name="adj2" fmla="val 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5129" name="Google Shape;5129;p68"/>
          <p:cNvGrpSpPr/>
          <p:nvPr/>
        </p:nvGrpSpPr>
        <p:grpSpPr>
          <a:xfrm>
            <a:off x="1890547" y="582718"/>
            <a:ext cx="5362906" cy="2633862"/>
            <a:chOff x="1913116" y="379546"/>
            <a:chExt cx="5597439" cy="2749047"/>
          </a:xfrm>
        </p:grpSpPr>
        <p:grpSp>
          <p:nvGrpSpPr>
            <p:cNvPr id="5130" name="Google Shape;5130;p68"/>
            <p:cNvGrpSpPr/>
            <p:nvPr/>
          </p:nvGrpSpPr>
          <p:grpSpPr>
            <a:xfrm flipH="1">
              <a:off x="2830072" y="750444"/>
              <a:ext cx="4006464" cy="2378149"/>
              <a:chOff x="4352672" y="2230153"/>
              <a:chExt cx="4618934" cy="2913327"/>
            </a:xfrm>
          </p:grpSpPr>
          <p:sp>
            <p:nvSpPr>
              <p:cNvPr id="5131" name="Google Shape;5131;p68"/>
              <p:cNvSpPr/>
              <p:nvPr/>
            </p:nvSpPr>
            <p:spPr>
              <a:xfrm>
                <a:off x="4352672" y="2230153"/>
                <a:ext cx="4618934" cy="2913327"/>
              </a:xfrm>
              <a:custGeom>
                <a:avLst/>
                <a:gdLst/>
                <a:ahLst/>
                <a:cxnLst/>
                <a:rect l="l" t="t" r="r" b="b"/>
                <a:pathLst>
                  <a:path w="74532" h="47010" extrusionOk="0">
                    <a:moveTo>
                      <a:pt x="54653" y="0"/>
                    </a:moveTo>
                    <a:cubicBezTo>
                      <a:pt x="53200" y="0"/>
                      <a:pt x="51847" y="308"/>
                      <a:pt x="50723" y="888"/>
                    </a:cubicBezTo>
                    <a:cubicBezTo>
                      <a:pt x="43140" y="4799"/>
                      <a:pt x="42201" y="11965"/>
                      <a:pt x="35079" y="12941"/>
                    </a:cubicBezTo>
                    <a:cubicBezTo>
                      <a:pt x="34640" y="13001"/>
                      <a:pt x="34220" y="13029"/>
                      <a:pt x="33817" y="13029"/>
                    </a:cubicBezTo>
                    <a:cubicBezTo>
                      <a:pt x="28008" y="13029"/>
                      <a:pt x="25638" y="7193"/>
                      <a:pt x="17704" y="7193"/>
                    </a:cubicBezTo>
                    <a:cubicBezTo>
                      <a:pt x="17261" y="7193"/>
                      <a:pt x="16800" y="7212"/>
                      <a:pt x="16321" y="7250"/>
                    </a:cubicBezTo>
                    <a:cubicBezTo>
                      <a:pt x="7445" y="7962"/>
                      <a:pt x="5255" y="19804"/>
                      <a:pt x="6743" y="26511"/>
                    </a:cubicBezTo>
                    <a:cubicBezTo>
                      <a:pt x="8230" y="33220"/>
                      <a:pt x="2193" y="31857"/>
                      <a:pt x="962" y="37812"/>
                    </a:cubicBezTo>
                    <a:cubicBezTo>
                      <a:pt x="1" y="42459"/>
                      <a:pt x="6264" y="47009"/>
                      <a:pt x="6264" y="47009"/>
                    </a:cubicBezTo>
                    <a:lnTo>
                      <a:pt x="65131" y="47009"/>
                    </a:lnTo>
                    <a:cubicBezTo>
                      <a:pt x="65131" y="47009"/>
                      <a:pt x="74486" y="44516"/>
                      <a:pt x="74509" y="34367"/>
                    </a:cubicBezTo>
                    <a:cubicBezTo>
                      <a:pt x="74532" y="24219"/>
                      <a:pt x="70861" y="24838"/>
                      <a:pt x="68203" y="13020"/>
                    </a:cubicBezTo>
                    <a:cubicBezTo>
                      <a:pt x="66134" y="3817"/>
                      <a:pt x="59769" y="0"/>
                      <a:pt x="5465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132" name="Google Shape;5132;p68"/>
              <p:cNvSpPr/>
              <p:nvPr/>
            </p:nvSpPr>
            <p:spPr>
              <a:xfrm>
                <a:off x="4454125" y="2726100"/>
                <a:ext cx="4463197" cy="2417337"/>
              </a:xfrm>
              <a:custGeom>
                <a:avLst/>
                <a:gdLst/>
                <a:ahLst/>
                <a:cxnLst/>
                <a:rect l="l" t="t" r="r" b="b"/>
                <a:pathLst>
                  <a:path w="72019" h="37217" extrusionOk="0">
                    <a:moveTo>
                      <a:pt x="53179" y="0"/>
                    </a:moveTo>
                    <a:cubicBezTo>
                      <a:pt x="52371" y="0"/>
                      <a:pt x="51548" y="99"/>
                      <a:pt x="50717" y="290"/>
                    </a:cubicBezTo>
                    <a:cubicBezTo>
                      <a:pt x="45513" y="1483"/>
                      <a:pt x="42522" y="9504"/>
                      <a:pt x="35118" y="10338"/>
                    </a:cubicBezTo>
                    <a:cubicBezTo>
                      <a:pt x="34572" y="10399"/>
                      <a:pt x="34055" y="10427"/>
                      <a:pt x="33564" y="10427"/>
                    </a:cubicBezTo>
                    <a:cubicBezTo>
                      <a:pt x="29031" y="10427"/>
                      <a:pt x="26654" y="8070"/>
                      <a:pt x="23116" y="8070"/>
                    </a:cubicBezTo>
                    <a:cubicBezTo>
                      <a:pt x="21839" y="8070"/>
                      <a:pt x="20411" y="8377"/>
                      <a:pt x="18675" y="9213"/>
                    </a:cubicBezTo>
                    <a:cubicBezTo>
                      <a:pt x="13322" y="11794"/>
                      <a:pt x="12285" y="15179"/>
                      <a:pt x="12210" y="21131"/>
                    </a:cubicBezTo>
                    <a:cubicBezTo>
                      <a:pt x="12134" y="27068"/>
                      <a:pt x="3842" y="23291"/>
                      <a:pt x="1786" y="27647"/>
                    </a:cubicBezTo>
                    <a:cubicBezTo>
                      <a:pt x="0" y="31427"/>
                      <a:pt x="4754" y="37216"/>
                      <a:pt x="4754" y="37216"/>
                    </a:cubicBezTo>
                    <a:lnTo>
                      <a:pt x="65942" y="37216"/>
                    </a:lnTo>
                    <a:cubicBezTo>
                      <a:pt x="65942" y="37216"/>
                      <a:pt x="71970" y="35247"/>
                      <a:pt x="71994" y="26577"/>
                    </a:cubicBezTo>
                    <a:cubicBezTo>
                      <a:pt x="72018" y="17906"/>
                      <a:pt x="67337" y="22180"/>
                      <a:pt x="64575" y="12084"/>
                    </a:cubicBezTo>
                    <a:cubicBezTo>
                      <a:pt x="62214" y="3452"/>
                      <a:pt x="57946" y="0"/>
                      <a:pt x="5317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5133" name="Google Shape;5133;p68"/>
            <p:cNvSpPr/>
            <p:nvPr/>
          </p:nvSpPr>
          <p:spPr>
            <a:xfrm>
              <a:off x="4108301" y="1545060"/>
              <a:ext cx="2977114" cy="1206093"/>
            </a:xfrm>
            <a:custGeom>
              <a:avLst/>
              <a:gdLst/>
              <a:ahLst/>
              <a:cxnLst/>
              <a:rect l="l" t="t" r="r" b="b"/>
              <a:pathLst>
                <a:path w="51002" h="20662" extrusionOk="0">
                  <a:moveTo>
                    <a:pt x="14085" y="7130"/>
                  </a:moveTo>
                  <a:lnTo>
                    <a:pt x="14114" y="7146"/>
                  </a:lnTo>
                  <a:cubicBezTo>
                    <a:pt x="14098" y="7147"/>
                    <a:pt x="14082" y="7148"/>
                    <a:pt x="14066" y="7149"/>
                  </a:cubicBezTo>
                  <a:lnTo>
                    <a:pt x="14066" y="7149"/>
                  </a:lnTo>
                  <a:cubicBezTo>
                    <a:pt x="14072" y="7143"/>
                    <a:pt x="14078" y="7136"/>
                    <a:pt x="14085" y="7130"/>
                  </a:cubicBezTo>
                  <a:close/>
                  <a:moveTo>
                    <a:pt x="32915" y="0"/>
                  </a:moveTo>
                  <a:cubicBezTo>
                    <a:pt x="29975" y="0"/>
                    <a:pt x="26590" y="174"/>
                    <a:pt x="22841" y="633"/>
                  </a:cubicBezTo>
                  <a:cubicBezTo>
                    <a:pt x="22841" y="633"/>
                    <a:pt x="18791" y="2383"/>
                    <a:pt x="14085" y="7130"/>
                  </a:cubicBezTo>
                  <a:lnTo>
                    <a:pt x="14085" y="7130"/>
                  </a:lnTo>
                  <a:lnTo>
                    <a:pt x="4695" y="2042"/>
                  </a:lnTo>
                  <a:lnTo>
                    <a:pt x="5544" y="2956"/>
                  </a:lnTo>
                  <a:cubicBezTo>
                    <a:pt x="5544" y="2956"/>
                    <a:pt x="10013" y="7158"/>
                    <a:pt x="13778" y="7158"/>
                  </a:cubicBezTo>
                  <a:cubicBezTo>
                    <a:pt x="13874" y="7158"/>
                    <a:pt x="13970" y="7155"/>
                    <a:pt x="14066" y="7149"/>
                  </a:cubicBezTo>
                  <a:lnTo>
                    <a:pt x="14066" y="7149"/>
                  </a:lnTo>
                  <a:cubicBezTo>
                    <a:pt x="14063" y="7152"/>
                    <a:pt x="14059" y="7155"/>
                    <a:pt x="14056" y="7159"/>
                  </a:cubicBezTo>
                  <a:cubicBezTo>
                    <a:pt x="14056" y="7159"/>
                    <a:pt x="3515" y="7962"/>
                    <a:pt x="1858" y="13483"/>
                  </a:cubicBezTo>
                  <a:cubicBezTo>
                    <a:pt x="1858" y="13483"/>
                    <a:pt x="929" y="13483"/>
                    <a:pt x="778" y="14487"/>
                  </a:cubicBezTo>
                  <a:lnTo>
                    <a:pt x="778" y="17738"/>
                  </a:lnTo>
                  <a:lnTo>
                    <a:pt x="778" y="19030"/>
                  </a:lnTo>
                  <a:cubicBezTo>
                    <a:pt x="348" y="19030"/>
                    <a:pt x="1" y="19378"/>
                    <a:pt x="1" y="19808"/>
                  </a:cubicBezTo>
                  <a:lnTo>
                    <a:pt x="1" y="19883"/>
                  </a:lnTo>
                  <a:cubicBezTo>
                    <a:pt x="1" y="20312"/>
                    <a:pt x="348" y="20661"/>
                    <a:pt x="778" y="20661"/>
                  </a:cubicBezTo>
                  <a:lnTo>
                    <a:pt x="49722" y="20661"/>
                  </a:lnTo>
                  <a:cubicBezTo>
                    <a:pt x="50429" y="20661"/>
                    <a:pt x="51001" y="20088"/>
                    <a:pt x="51001" y="19381"/>
                  </a:cubicBezTo>
                  <a:lnTo>
                    <a:pt x="51001" y="17775"/>
                  </a:lnTo>
                  <a:lnTo>
                    <a:pt x="51001" y="15959"/>
                  </a:lnTo>
                  <a:cubicBezTo>
                    <a:pt x="51001" y="15374"/>
                    <a:pt x="50642" y="14849"/>
                    <a:pt x="50098" y="14637"/>
                  </a:cubicBezTo>
                  <a:lnTo>
                    <a:pt x="50098" y="14502"/>
                  </a:lnTo>
                  <a:cubicBezTo>
                    <a:pt x="50098" y="12564"/>
                    <a:pt x="49729" y="10641"/>
                    <a:pt x="48976" y="8858"/>
                  </a:cubicBezTo>
                  <a:cubicBezTo>
                    <a:pt x="48737" y="8292"/>
                    <a:pt x="48454" y="7728"/>
                    <a:pt x="48124" y="7208"/>
                  </a:cubicBezTo>
                  <a:cubicBezTo>
                    <a:pt x="46651" y="4899"/>
                    <a:pt x="45714" y="2121"/>
                    <a:pt x="45714" y="2121"/>
                  </a:cubicBezTo>
                  <a:cubicBezTo>
                    <a:pt x="45714" y="2121"/>
                    <a:pt x="45664" y="1843"/>
                    <a:pt x="45380" y="1536"/>
                  </a:cubicBezTo>
                  <a:cubicBezTo>
                    <a:pt x="44999" y="1125"/>
                    <a:pt x="40398" y="0"/>
                    <a:pt x="32915" y="0"/>
                  </a:cubicBezTo>
                  <a:close/>
                </a:path>
              </a:pathLst>
            </a:custGeom>
            <a:gradFill>
              <a:gsLst>
                <a:gs pos="0">
                  <a:schemeClr val="lt1"/>
                </a:gs>
                <a:gs pos="100000">
                  <a:schemeClr val="dk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134" name="Google Shape;5134;p68"/>
            <p:cNvSpPr/>
            <p:nvPr/>
          </p:nvSpPr>
          <p:spPr>
            <a:xfrm>
              <a:off x="5304762" y="1678033"/>
              <a:ext cx="1188055" cy="360100"/>
            </a:xfrm>
            <a:custGeom>
              <a:avLst/>
              <a:gdLst/>
              <a:ahLst/>
              <a:cxnLst/>
              <a:rect l="l" t="t" r="r" b="b"/>
              <a:pathLst>
                <a:path w="20353" h="6169" extrusionOk="0">
                  <a:moveTo>
                    <a:pt x="6931" y="0"/>
                  </a:moveTo>
                  <a:cubicBezTo>
                    <a:pt x="5849" y="1611"/>
                    <a:pt x="4555" y="3071"/>
                    <a:pt x="2895" y="4257"/>
                  </a:cubicBezTo>
                  <a:cubicBezTo>
                    <a:pt x="1944" y="4941"/>
                    <a:pt x="978" y="5578"/>
                    <a:pt x="0" y="6168"/>
                  </a:cubicBezTo>
                  <a:lnTo>
                    <a:pt x="4570" y="6168"/>
                  </a:lnTo>
                  <a:cubicBezTo>
                    <a:pt x="5193" y="5668"/>
                    <a:pt x="5789" y="5128"/>
                    <a:pt x="6358" y="4558"/>
                  </a:cubicBezTo>
                  <a:cubicBezTo>
                    <a:pt x="7646" y="3271"/>
                    <a:pt x="8620" y="1866"/>
                    <a:pt x="9800" y="482"/>
                  </a:cubicBezTo>
                  <a:cubicBezTo>
                    <a:pt x="9642" y="194"/>
                    <a:pt x="9339" y="0"/>
                    <a:pt x="8991" y="0"/>
                  </a:cubicBezTo>
                  <a:close/>
                  <a:moveTo>
                    <a:pt x="17746" y="0"/>
                  </a:moveTo>
                  <a:cubicBezTo>
                    <a:pt x="16730" y="1579"/>
                    <a:pt x="15506" y="3023"/>
                    <a:pt x="13838" y="4157"/>
                  </a:cubicBezTo>
                  <a:cubicBezTo>
                    <a:pt x="13040" y="4703"/>
                    <a:pt x="12225" y="5118"/>
                    <a:pt x="11403" y="5480"/>
                  </a:cubicBezTo>
                  <a:cubicBezTo>
                    <a:pt x="11420" y="5863"/>
                    <a:pt x="11732" y="6168"/>
                    <a:pt x="12117" y="6168"/>
                  </a:cubicBezTo>
                  <a:lnTo>
                    <a:pt x="14667" y="6168"/>
                  </a:lnTo>
                  <a:cubicBezTo>
                    <a:pt x="15852" y="5436"/>
                    <a:pt x="17057" y="4697"/>
                    <a:pt x="18306" y="3856"/>
                  </a:cubicBezTo>
                  <a:cubicBezTo>
                    <a:pt x="19209" y="3254"/>
                    <a:pt x="19911" y="2495"/>
                    <a:pt x="20353" y="1596"/>
                  </a:cubicBezTo>
                  <a:lnTo>
                    <a:pt x="19543" y="331"/>
                  </a:lnTo>
                  <a:cubicBezTo>
                    <a:pt x="19412" y="124"/>
                    <a:pt x="19184" y="0"/>
                    <a:pt x="1894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135" name="Google Shape;5135;p68"/>
            <p:cNvSpPr/>
            <p:nvPr/>
          </p:nvSpPr>
          <p:spPr>
            <a:xfrm>
              <a:off x="5091119" y="1678033"/>
              <a:ext cx="1865410" cy="360100"/>
            </a:xfrm>
            <a:custGeom>
              <a:avLst/>
              <a:gdLst/>
              <a:ahLst/>
              <a:cxnLst/>
              <a:rect l="l" t="t" r="r" b="b"/>
              <a:pathLst>
                <a:path w="31957" h="6169" extrusionOk="0">
                  <a:moveTo>
                    <a:pt x="15777" y="0"/>
                  </a:moveTo>
                  <a:cubicBezTo>
                    <a:pt x="15381" y="0"/>
                    <a:pt x="15061" y="322"/>
                    <a:pt x="15061" y="719"/>
                  </a:cubicBezTo>
                  <a:lnTo>
                    <a:pt x="15061" y="5449"/>
                  </a:lnTo>
                  <a:cubicBezTo>
                    <a:pt x="15061" y="5459"/>
                    <a:pt x="15061" y="5470"/>
                    <a:pt x="15063" y="5480"/>
                  </a:cubicBezTo>
                  <a:cubicBezTo>
                    <a:pt x="15885" y="5118"/>
                    <a:pt x="16700" y="4703"/>
                    <a:pt x="17498" y="4157"/>
                  </a:cubicBezTo>
                  <a:cubicBezTo>
                    <a:pt x="19166" y="3023"/>
                    <a:pt x="20390" y="1579"/>
                    <a:pt x="21406" y="0"/>
                  </a:cubicBezTo>
                  <a:close/>
                  <a:moveTo>
                    <a:pt x="24014" y="1596"/>
                  </a:moveTo>
                  <a:cubicBezTo>
                    <a:pt x="23571" y="2495"/>
                    <a:pt x="22869" y="3254"/>
                    <a:pt x="21966" y="3856"/>
                  </a:cubicBezTo>
                  <a:cubicBezTo>
                    <a:pt x="20717" y="4697"/>
                    <a:pt x="19512" y="5436"/>
                    <a:pt x="18327" y="6167"/>
                  </a:cubicBezTo>
                  <a:lnTo>
                    <a:pt x="25070" y="6167"/>
                  </a:lnTo>
                  <a:cubicBezTo>
                    <a:pt x="25466" y="6167"/>
                    <a:pt x="25787" y="5846"/>
                    <a:pt x="25787" y="5447"/>
                  </a:cubicBezTo>
                  <a:lnTo>
                    <a:pt x="25787" y="4575"/>
                  </a:lnTo>
                  <a:cubicBezTo>
                    <a:pt x="25787" y="4437"/>
                    <a:pt x="25747" y="4301"/>
                    <a:pt x="25672" y="4185"/>
                  </a:cubicBezTo>
                  <a:lnTo>
                    <a:pt x="24014" y="1596"/>
                  </a:lnTo>
                  <a:close/>
                  <a:moveTo>
                    <a:pt x="6773" y="0"/>
                  </a:moveTo>
                  <a:cubicBezTo>
                    <a:pt x="6636" y="0"/>
                    <a:pt x="6499" y="33"/>
                    <a:pt x="6374" y="92"/>
                  </a:cubicBezTo>
                  <a:cubicBezTo>
                    <a:pt x="4944" y="779"/>
                    <a:pt x="351" y="4965"/>
                    <a:pt x="154" y="5505"/>
                  </a:cubicBezTo>
                  <a:cubicBezTo>
                    <a:pt x="1" y="5924"/>
                    <a:pt x="370" y="6084"/>
                    <a:pt x="586" y="6140"/>
                  </a:cubicBezTo>
                  <a:cubicBezTo>
                    <a:pt x="660" y="6158"/>
                    <a:pt x="736" y="6168"/>
                    <a:pt x="812" y="6168"/>
                  </a:cubicBezTo>
                  <a:lnTo>
                    <a:pt x="3660" y="6168"/>
                  </a:lnTo>
                  <a:cubicBezTo>
                    <a:pt x="4638" y="5578"/>
                    <a:pt x="5604" y="4941"/>
                    <a:pt x="6555" y="4257"/>
                  </a:cubicBezTo>
                  <a:cubicBezTo>
                    <a:pt x="8215" y="3071"/>
                    <a:pt x="9509" y="1611"/>
                    <a:pt x="10591" y="0"/>
                  </a:cubicBezTo>
                  <a:close/>
                  <a:moveTo>
                    <a:pt x="13460" y="482"/>
                  </a:moveTo>
                  <a:cubicBezTo>
                    <a:pt x="12280" y="1866"/>
                    <a:pt x="11306" y="3271"/>
                    <a:pt x="10018" y="4558"/>
                  </a:cubicBezTo>
                  <a:cubicBezTo>
                    <a:pt x="9449" y="5128"/>
                    <a:pt x="8853" y="5668"/>
                    <a:pt x="8230" y="6168"/>
                  </a:cubicBezTo>
                  <a:lnTo>
                    <a:pt x="12661" y="6168"/>
                  </a:lnTo>
                  <a:cubicBezTo>
                    <a:pt x="13170" y="6168"/>
                    <a:pt x="13584" y="5753"/>
                    <a:pt x="13584" y="5240"/>
                  </a:cubicBezTo>
                  <a:lnTo>
                    <a:pt x="13584" y="1279"/>
                  </a:lnTo>
                  <a:cubicBezTo>
                    <a:pt x="13584" y="1128"/>
                    <a:pt x="13580" y="995"/>
                    <a:pt x="13573" y="876"/>
                  </a:cubicBezTo>
                  <a:cubicBezTo>
                    <a:pt x="13565" y="734"/>
                    <a:pt x="13525" y="599"/>
                    <a:pt x="13460" y="482"/>
                  </a:cubicBezTo>
                  <a:close/>
                  <a:moveTo>
                    <a:pt x="28998" y="181"/>
                  </a:moveTo>
                  <a:cubicBezTo>
                    <a:pt x="28998" y="181"/>
                    <a:pt x="28212" y="1713"/>
                    <a:pt x="29198" y="3655"/>
                  </a:cubicBezTo>
                  <a:cubicBezTo>
                    <a:pt x="30181" y="5596"/>
                    <a:pt x="31957" y="6168"/>
                    <a:pt x="31957" y="6168"/>
                  </a:cubicBezTo>
                  <a:lnTo>
                    <a:pt x="28998" y="18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136" name="Google Shape;5136;p68"/>
            <p:cNvSpPr/>
            <p:nvPr/>
          </p:nvSpPr>
          <p:spPr>
            <a:xfrm>
              <a:off x="1913116" y="1243662"/>
              <a:ext cx="1836214" cy="435134"/>
            </a:xfrm>
            <a:custGeom>
              <a:avLst/>
              <a:gdLst/>
              <a:ahLst/>
              <a:cxnLst/>
              <a:rect l="l" t="t" r="r" b="b"/>
              <a:pathLst>
                <a:path w="30587" h="7248" extrusionOk="0">
                  <a:moveTo>
                    <a:pt x="15926" y="0"/>
                  </a:moveTo>
                  <a:cubicBezTo>
                    <a:pt x="13961" y="0"/>
                    <a:pt x="12266" y="6080"/>
                    <a:pt x="12266" y="6080"/>
                  </a:cubicBezTo>
                  <a:cubicBezTo>
                    <a:pt x="12266" y="6080"/>
                    <a:pt x="12617" y="3734"/>
                    <a:pt x="10866" y="3624"/>
                  </a:cubicBezTo>
                  <a:cubicBezTo>
                    <a:pt x="10828" y="3621"/>
                    <a:pt x="10789" y="3620"/>
                    <a:pt x="10751" y="3620"/>
                  </a:cubicBezTo>
                  <a:cubicBezTo>
                    <a:pt x="9060" y="3620"/>
                    <a:pt x="7833" y="5963"/>
                    <a:pt x="7833" y="5963"/>
                  </a:cubicBezTo>
                  <a:lnTo>
                    <a:pt x="1" y="7248"/>
                  </a:lnTo>
                  <a:lnTo>
                    <a:pt x="30587" y="7248"/>
                  </a:lnTo>
                  <a:cubicBezTo>
                    <a:pt x="30587" y="7248"/>
                    <a:pt x="23118" y="6780"/>
                    <a:pt x="22652" y="6080"/>
                  </a:cubicBezTo>
                  <a:cubicBezTo>
                    <a:pt x="22185" y="5381"/>
                    <a:pt x="21404" y="2579"/>
                    <a:pt x="19519" y="2346"/>
                  </a:cubicBezTo>
                  <a:cubicBezTo>
                    <a:pt x="19441" y="2336"/>
                    <a:pt x="19365" y="2332"/>
                    <a:pt x="19291" y="2332"/>
                  </a:cubicBezTo>
                  <a:cubicBezTo>
                    <a:pt x="18256" y="2332"/>
                    <a:pt x="17651" y="3241"/>
                    <a:pt x="17336" y="3955"/>
                  </a:cubicBezTo>
                  <a:lnTo>
                    <a:pt x="17336" y="3955"/>
                  </a:lnTo>
                  <a:cubicBezTo>
                    <a:pt x="17642" y="2843"/>
                    <a:pt x="17903" y="933"/>
                    <a:pt x="16414" y="130"/>
                  </a:cubicBezTo>
                  <a:cubicBezTo>
                    <a:pt x="16250" y="41"/>
                    <a:pt x="16087" y="0"/>
                    <a:pt x="1592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137" name="Google Shape;5137;p68"/>
            <p:cNvSpPr/>
            <p:nvPr/>
          </p:nvSpPr>
          <p:spPr>
            <a:xfrm>
              <a:off x="5674341" y="849887"/>
              <a:ext cx="1836214" cy="435134"/>
            </a:xfrm>
            <a:custGeom>
              <a:avLst/>
              <a:gdLst/>
              <a:ahLst/>
              <a:cxnLst/>
              <a:rect l="l" t="t" r="r" b="b"/>
              <a:pathLst>
                <a:path w="30587" h="7248" extrusionOk="0">
                  <a:moveTo>
                    <a:pt x="15926" y="0"/>
                  </a:moveTo>
                  <a:cubicBezTo>
                    <a:pt x="13961" y="0"/>
                    <a:pt x="12266" y="6080"/>
                    <a:pt x="12266" y="6080"/>
                  </a:cubicBezTo>
                  <a:cubicBezTo>
                    <a:pt x="12266" y="6080"/>
                    <a:pt x="12617" y="3734"/>
                    <a:pt x="10866" y="3624"/>
                  </a:cubicBezTo>
                  <a:cubicBezTo>
                    <a:pt x="10828" y="3621"/>
                    <a:pt x="10789" y="3620"/>
                    <a:pt x="10751" y="3620"/>
                  </a:cubicBezTo>
                  <a:cubicBezTo>
                    <a:pt x="9060" y="3620"/>
                    <a:pt x="7833" y="5963"/>
                    <a:pt x="7833" y="5963"/>
                  </a:cubicBezTo>
                  <a:lnTo>
                    <a:pt x="1" y="7248"/>
                  </a:lnTo>
                  <a:lnTo>
                    <a:pt x="30587" y="7248"/>
                  </a:lnTo>
                  <a:cubicBezTo>
                    <a:pt x="30587" y="7248"/>
                    <a:pt x="23118" y="6780"/>
                    <a:pt x="22652" y="6080"/>
                  </a:cubicBezTo>
                  <a:cubicBezTo>
                    <a:pt x="22185" y="5381"/>
                    <a:pt x="21404" y="2579"/>
                    <a:pt x="19519" y="2346"/>
                  </a:cubicBezTo>
                  <a:cubicBezTo>
                    <a:pt x="19441" y="2336"/>
                    <a:pt x="19365" y="2332"/>
                    <a:pt x="19291" y="2332"/>
                  </a:cubicBezTo>
                  <a:cubicBezTo>
                    <a:pt x="18256" y="2332"/>
                    <a:pt x="17651" y="3241"/>
                    <a:pt x="17336" y="3955"/>
                  </a:cubicBezTo>
                  <a:lnTo>
                    <a:pt x="17336" y="3955"/>
                  </a:lnTo>
                  <a:cubicBezTo>
                    <a:pt x="17642" y="2843"/>
                    <a:pt x="17903" y="933"/>
                    <a:pt x="16414" y="130"/>
                  </a:cubicBezTo>
                  <a:cubicBezTo>
                    <a:pt x="16250" y="41"/>
                    <a:pt x="16087" y="0"/>
                    <a:pt x="1592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138" name="Google Shape;5138;p68"/>
            <p:cNvSpPr/>
            <p:nvPr/>
          </p:nvSpPr>
          <p:spPr>
            <a:xfrm>
              <a:off x="4159552" y="2184823"/>
              <a:ext cx="2906775" cy="544324"/>
            </a:xfrm>
            <a:custGeom>
              <a:avLst/>
              <a:gdLst/>
              <a:ahLst/>
              <a:cxnLst/>
              <a:rect l="l" t="t" r="r" b="b"/>
              <a:pathLst>
                <a:path w="49797" h="9325" extrusionOk="0">
                  <a:moveTo>
                    <a:pt x="13676" y="1"/>
                  </a:moveTo>
                  <a:lnTo>
                    <a:pt x="13676" y="52"/>
                  </a:lnTo>
                  <a:lnTo>
                    <a:pt x="46819" y="52"/>
                  </a:lnTo>
                  <a:lnTo>
                    <a:pt x="46819" y="1"/>
                  </a:lnTo>
                  <a:close/>
                  <a:moveTo>
                    <a:pt x="7697" y="8"/>
                  </a:moveTo>
                  <a:cubicBezTo>
                    <a:pt x="6751" y="959"/>
                    <a:pt x="5294" y="2148"/>
                    <a:pt x="3714" y="2418"/>
                  </a:cubicBezTo>
                  <a:cubicBezTo>
                    <a:pt x="3482" y="2457"/>
                    <a:pt x="3275" y="2472"/>
                    <a:pt x="3093" y="2472"/>
                  </a:cubicBezTo>
                  <a:cubicBezTo>
                    <a:pt x="2536" y="2472"/>
                    <a:pt x="2224" y="2331"/>
                    <a:pt x="2220" y="2329"/>
                  </a:cubicBezTo>
                  <a:lnTo>
                    <a:pt x="2198" y="2374"/>
                  </a:lnTo>
                  <a:cubicBezTo>
                    <a:pt x="2215" y="2383"/>
                    <a:pt x="2525" y="2524"/>
                    <a:pt x="3086" y="2524"/>
                  </a:cubicBezTo>
                  <a:cubicBezTo>
                    <a:pt x="3270" y="2524"/>
                    <a:pt x="3482" y="2508"/>
                    <a:pt x="3718" y="2469"/>
                  </a:cubicBezTo>
                  <a:cubicBezTo>
                    <a:pt x="5312" y="2197"/>
                    <a:pt x="6781" y="1000"/>
                    <a:pt x="7732" y="43"/>
                  </a:cubicBezTo>
                  <a:lnTo>
                    <a:pt x="7697" y="8"/>
                  </a:lnTo>
                  <a:close/>
                  <a:moveTo>
                    <a:pt x="44631" y="2202"/>
                  </a:moveTo>
                  <a:lnTo>
                    <a:pt x="44621" y="2251"/>
                  </a:lnTo>
                  <a:cubicBezTo>
                    <a:pt x="44652" y="2257"/>
                    <a:pt x="47650" y="2886"/>
                    <a:pt x="48292" y="5971"/>
                  </a:cubicBezTo>
                  <a:lnTo>
                    <a:pt x="48340" y="5961"/>
                  </a:lnTo>
                  <a:cubicBezTo>
                    <a:pt x="47692" y="2843"/>
                    <a:pt x="44662" y="2207"/>
                    <a:pt x="44631" y="2202"/>
                  </a:cubicBezTo>
                  <a:close/>
                  <a:moveTo>
                    <a:pt x="16340" y="8403"/>
                  </a:moveTo>
                  <a:lnTo>
                    <a:pt x="16340" y="8452"/>
                  </a:lnTo>
                  <a:lnTo>
                    <a:pt x="36383" y="8452"/>
                  </a:lnTo>
                  <a:lnTo>
                    <a:pt x="36383" y="8403"/>
                  </a:lnTo>
                  <a:close/>
                  <a:moveTo>
                    <a:pt x="9943" y="2127"/>
                  </a:moveTo>
                  <a:cubicBezTo>
                    <a:pt x="7160" y="2465"/>
                    <a:pt x="5967" y="4162"/>
                    <a:pt x="5456" y="5525"/>
                  </a:cubicBezTo>
                  <a:cubicBezTo>
                    <a:pt x="4946" y="6889"/>
                    <a:pt x="4998" y="8199"/>
                    <a:pt x="5011" y="8403"/>
                  </a:cubicBezTo>
                  <a:lnTo>
                    <a:pt x="0" y="8403"/>
                  </a:lnTo>
                  <a:lnTo>
                    <a:pt x="0" y="8453"/>
                  </a:lnTo>
                  <a:lnTo>
                    <a:pt x="5065" y="8453"/>
                  </a:lnTo>
                  <a:lnTo>
                    <a:pt x="5065" y="8452"/>
                  </a:lnTo>
                  <a:lnTo>
                    <a:pt x="5062" y="8425"/>
                  </a:lnTo>
                  <a:cubicBezTo>
                    <a:pt x="5062" y="8411"/>
                    <a:pt x="4956" y="7006"/>
                    <a:pt x="5504" y="5542"/>
                  </a:cubicBezTo>
                  <a:cubicBezTo>
                    <a:pt x="6009" y="4192"/>
                    <a:pt x="7191" y="2511"/>
                    <a:pt x="9948" y="2176"/>
                  </a:cubicBezTo>
                  <a:lnTo>
                    <a:pt x="9943" y="2127"/>
                  </a:lnTo>
                  <a:close/>
                  <a:moveTo>
                    <a:pt x="49162" y="4189"/>
                  </a:moveTo>
                  <a:lnTo>
                    <a:pt x="49126" y="4224"/>
                  </a:lnTo>
                  <a:cubicBezTo>
                    <a:pt x="49133" y="4230"/>
                    <a:pt x="49746" y="4859"/>
                    <a:pt x="49746" y="5516"/>
                  </a:cubicBezTo>
                  <a:lnTo>
                    <a:pt x="49746" y="7894"/>
                  </a:lnTo>
                  <a:cubicBezTo>
                    <a:pt x="49746" y="8267"/>
                    <a:pt x="49600" y="8617"/>
                    <a:pt x="49336" y="8880"/>
                  </a:cubicBezTo>
                  <a:cubicBezTo>
                    <a:pt x="49082" y="9135"/>
                    <a:pt x="48745" y="9273"/>
                    <a:pt x="48391" y="9273"/>
                  </a:cubicBezTo>
                  <a:cubicBezTo>
                    <a:pt x="48384" y="9274"/>
                    <a:pt x="48376" y="9274"/>
                    <a:pt x="48369" y="9274"/>
                  </a:cubicBezTo>
                  <a:cubicBezTo>
                    <a:pt x="48352" y="9274"/>
                    <a:pt x="48334" y="9273"/>
                    <a:pt x="48317" y="9272"/>
                  </a:cubicBezTo>
                  <a:lnTo>
                    <a:pt x="48314" y="9323"/>
                  </a:lnTo>
                  <a:cubicBezTo>
                    <a:pt x="48341" y="9324"/>
                    <a:pt x="48365" y="9324"/>
                    <a:pt x="48391" y="9324"/>
                  </a:cubicBezTo>
                  <a:cubicBezTo>
                    <a:pt x="48759" y="9324"/>
                    <a:pt x="49107" y="9179"/>
                    <a:pt x="49373" y="8916"/>
                  </a:cubicBezTo>
                  <a:cubicBezTo>
                    <a:pt x="49646" y="8643"/>
                    <a:pt x="49797" y="8280"/>
                    <a:pt x="49797" y="7894"/>
                  </a:cubicBezTo>
                  <a:lnTo>
                    <a:pt x="49797" y="5516"/>
                  </a:lnTo>
                  <a:cubicBezTo>
                    <a:pt x="49797" y="4838"/>
                    <a:pt x="49188" y="4214"/>
                    <a:pt x="49162" y="4189"/>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139" name="Google Shape;5139;p68"/>
            <p:cNvSpPr/>
            <p:nvPr/>
          </p:nvSpPr>
          <p:spPr>
            <a:xfrm>
              <a:off x="4153715" y="2014492"/>
              <a:ext cx="2797619" cy="894442"/>
            </a:xfrm>
            <a:custGeom>
              <a:avLst/>
              <a:gdLst/>
              <a:ahLst/>
              <a:cxnLst/>
              <a:rect l="l" t="t" r="r" b="b"/>
              <a:pathLst>
                <a:path w="47927" h="15323" extrusionOk="0">
                  <a:moveTo>
                    <a:pt x="12362" y="0"/>
                  </a:moveTo>
                  <a:lnTo>
                    <a:pt x="12362" y="0"/>
                  </a:lnTo>
                  <a:cubicBezTo>
                    <a:pt x="8149" y="112"/>
                    <a:pt x="3445" y="2543"/>
                    <a:pt x="3445" y="2543"/>
                  </a:cubicBezTo>
                  <a:cubicBezTo>
                    <a:pt x="9540" y="2402"/>
                    <a:pt x="12362" y="0"/>
                    <a:pt x="12362" y="0"/>
                  </a:cubicBezTo>
                  <a:close/>
                  <a:moveTo>
                    <a:pt x="291" y="6009"/>
                  </a:moveTo>
                  <a:cubicBezTo>
                    <a:pt x="192" y="6009"/>
                    <a:pt x="105" y="6072"/>
                    <a:pt x="74" y="6166"/>
                  </a:cubicBezTo>
                  <a:cubicBezTo>
                    <a:pt x="31" y="6297"/>
                    <a:pt x="0" y="6444"/>
                    <a:pt x="0" y="6444"/>
                  </a:cubicBezTo>
                  <a:lnTo>
                    <a:pt x="0" y="10863"/>
                  </a:lnTo>
                  <a:lnTo>
                    <a:pt x="2024" y="10863"/>
                  </a:lnTo>
                  <a:cubicBezTo>
                    <a:pt x="2287" y="10863"/>
                    <a:pt x="2500" y="10649"/>
                    <a:pt x="2500" y="10386"/>
                  </a:cubicBezTo>
                  <a:lnTo>
                    <a:pt x="2500" y="6485"/>
                  </a:lnTo>
                  <a:cubicBezTo>
                    <a:pt x="2500" y="6222"/>
                    <a:pt x="2287" y="6009"/>
                    <a:pt x="2024" y="6009"/>
                  </a:cubicBezTo>
                  <a:close/>
                  <a:moveTo>
                    <a:pt x="10263" y="5879"/>
                  </a:moveTo>
                  <a:cubicBezTo>
                    <a:pt x="7695" y="5879"/>
                    <a:pt x="5612" y="7961"/>
                    <a:pt x="5612" y="10530"/>
                  </a:cubicBezTo>
                  <a:cubicBezTo>
                    <a:pt x="5612" y="13099"/>
                    <a:pt x="7694" y="15182"/>
                    <a:pt x="10263" y="15182"/>
                  </a:cubicBezTo>
                  <a:cubicBezTo>
                    <a:pt x="12833" y="15182"/>
                    <a:pt x="14915" y="13099"/>
                    <a:pt x="14915" y="10530"/>
                  </a:cubicBezTo>
                  <a:cubicBezTo>
                    <a:pt x="14915" y="7961"/>
                    <a:pt x="12833" y="5879"/>
                    <a:pt x="10263" y="5879"/>
                  </a:cubicBezTo>
                  <a:close/>
                  <a:moveTo>
                    <a:pt x="43275" y="6019"/>
                  </a:moveTo>
                  <a:cubicBezTo>
                    <a:pt x="40707" y="6019"/>
                    <a:pt x="38623" y="8101"/>
                    <a:pt x="38623" y="10670"/>
                  </a:cubicBezTo>
                  <a:cubicBezTo>
                    <a:pt x="38623" y="13239"/>
                    <a:pt x="40707" y="15322"/>
                    <a:pt x="43275" y="15322"/>
                  </a:cubicBezTo>
                  <a:cubicBezTo>
                    <a:pt x="45845" y="15322"/>
                    <a:pt x="47927" y="13239"/>
                    <a:pt x="47927" y="10670"/>
                  </a:cubicBezTo>
                  <a:cubicBezTo>
                    <a:pt x="47927" y="8101"/>
                    <a:pt x="45845" y="6019"/>
                    <a:pt x="43275" y="6019"/>
                  </a:cubicBezTo>
                  <a:close/>
                </a:path>
              </a:pathLst>
            </a:custGeom>
            <a:gradFill>
              <a:gsLst>
                <a:gs pos="0">
                  <a:schemeClr val="lt1"/>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140" name="Google Shape;5140;p68"/>
            <p:cNvSpPr/>
            <p:nvPr/>
          </p:nvSpPr>
          <p:spPr>
            <a:xfrm>
              <a:off x="4153715" y="2123590"/>
              <a:ext cx="2731424" cy="719091"/>
            </a:xfrm>
            <a:custGeom>
              <a:avLst/>
              <a:gdLst/>
              <a:ahLst/>
              <a:cxnLst/>
              <a:rect l="l" t="t" r="r" b="b"/>
              <a:pathLst>
                <a:path w="46793" h="12319" extrusionOk="0">
                  <a:moveTo>
                    <a:pt x="27085" y="506"/>
                  </a:moveTo>
                  <a:cubicBezTo>
                    <a:pt x="26846" y="506"/>
                    <a:pt x="26650" y="702"/>
                    <a:pt x="26650" y="941"/>
                  </a:cubicBezTo>
                  <a:cubicBezTo>
                    <a:pt x="26650" y="1180"/>
                    <a:pt x="26846" y="1376"/>
                    <a:pt x="27085" y="1376"/>
                  </a:cubicBezTo>
                  <a:lnTo>
                    <a:pt x="28935" y="1376"/>
                  </a:lnTo>
                  <a:cubicBezTo>
                    <a:pt x="29174" y="1376"/>
                    <a:pt x="29371" y="1180"/>
                    <a:pt x="29371" y="941"/>
                  </a:cubicBezTo>
                  <a:cubicBezTo>
                    <a:pt x="29371" y="702"/>
                    <a:pt x="29174" y="506"/>
                    <a:pt x="28935" y="506"/>
                  </a:cubicBezTo>
                  <a:close/>
                  <a:moveTo>
                    <a:pt x="40116" y="506"/>
                  </a:moveTo>
                  <a:cubicBezTo>
                    <a:pt x="39877" y="506"/>
                    <a:pt x="39680" y="702"/>
                    <a:pt x="39680" y="941"/>
                  </a:cubicBezTo>
                  <a:cubicBezTo>
                    <a:pt x="39680" y="1180"/>
                    <a:pt x="39877" y="1376"/>
                    <a:pt x="40116" y="1376"/>
                  </a:cubicBezTo>
                  <a:lnTo>
                    <a:pt x="41965" y="1376"/>
                  </a:lnTo>
                  <a:cubicBezTo>
                    <a:pt x="42205" y="1376"/>
                    <a:pt x="42400" y="1180"/>
                    <a:pt x="42400" y="941"/>
                  </a:cubicBezTo>
                  <a:cubicBezTo>
                    <a:pt x="42400" y="702"/>
                    <a:pt x="42205" y="506"/>
                    <a:pt x="41965" y="506"/>
                  </a:cubicBezTo>
                  <a:close/>
                  <a:moveTo>
                    <a:pt x="6738" y="1"/>
                  </a:moveTo>
                  <a:cubicBezTo>
                    <a:pt x="6174" y="1"/>
                    <a:pt x="5485" y="98"/>
                    <a:pt x="4954" y="191"/>
                  </a:cubicBezTo>
                  <a:cubicBezTo>
                    <a:pt x="4184" y="326"/>
                    <a:pt x="3477" y="721"/>
                    <a:pt x="2984" y="1328"/>
                  </a:cubicBezTo>
                  <a:cubicBezTo>
                    <a:pt x="2669" y="1717"/>
                    <a:pt x="2433" y="2193"/>
                    <a:pt x="2519" y="2702"/>
                  </a:cubicBezTo>
                  <a:cubicBezTo>
                    <a:pt x="2561" y="2947"/>
                    <a:pt x="2779" y="3051"/>
                    <a:pt x="3104" y="3051"/>
                  </a:cubicBezTo>
                  <a:cubicBezTo>
                    <a:pt x="4466" y="3051"/>
                    <a:pt x="7705" y="1243"/>
                    <a:pt x="7773" y="459"/>
                  </a:cubicBezTo>
                  <a:cubicBezTo>
                    <a:pt x="7803" y="112"/>
                    <a:pt x="7342" y="1"/>
                    <a:pt x="6738" y="1"/>
                  </a:cubicBezTo>
                  <a:close/>
                  <a:moveTo>
                    <a:pt x="10368" y="5487"/>
                  </a:moveTo>
                  <a:cubicBezTo>
                    <a:pt x="10461" y="5487"/>
                    <a:pt x="10530" y="5866"/>
                    <a:pt x="10509" y="6263"/>
                  </a:cubicBezTo>
                  <a:lnTo>
                    <a:pt x="10487" y="6670"/>
                  </a:lnTo>
                  <a:cubicBezTo>
                    <a:pt x="10406" y="6660"/>
                    <a:pt x="10323" y="6654"/>
                    <a:pt x="10239" y="6654"/>
                  </a:cubicBezTo>
                  <a:cubicBezTo>
                    <a:pt x="10171" y="6654"/>
                    <a:pt x="10106" y="6659"/>
                    <a:pt x="10041" y="6664"/>
                  </a:cubicBezTo>
                  <a:lnTo>
                    <a:pt x="10019" y="6271"/>
                  </a:lnTo>
                  <a:cubicBezTo>
                    <a:pt x="9995" y="5873"/>
                    <a:pt x="10064" y="5487"/>
                    <a:pt x="10159" y="5487"/>
                  </a:cubicBezTo>
                  <a:close/>
                  <a:moveTo>
                    <a:pt x="43379" y="5625"/>
                  </a:moveTo>
                  <a:cubicBezTo>
                    <a:pt x="43473" y="5625"/>
                    <a:pt x="43542" y="6006"/>
                    <a:pt x="43521" y="6401"/>
                  </a:cubicBezTo>
                  <a:lnTo>
                    <a:pt x="43498" y="6810"/>
                  </a:lnTo>
                  <a:cubicBezTo>
                    <a:pt x="43418" y="6800"/>
                    <a:pt x="43334" y="6794"/>
                    <a:pt x="43251" y="6794"/>
                  </a:cubicBezTo>
                  <a:cubicBezTo>
                    <a:pt x="43184" y="6794"/>
                    <a:pt x="43118" y="6798"/>
                    <a:pt x="43053" y="6804"/>
                  </a:cubicBezTo>
                  <a:lnTo>
                    <a:pt x="43030" y="6411"/>
                  </a:lnTo>
                  <a:cubicBezTo>
                    <a:pt x="43006" y="6013"/>
                    <a:pt x="43076" y="5625"/>
                    <a:pt x="43170" y="5625"/>
                  </a:cubicBezTo>
                  <a:close/>
                  <a:moveTo>
                    <a:pt x="11176" y="5620"/>
                  </a:moveTo>
                  <a:cubicBezTo>
                    <a:pt x="11180" y="5620"/>
                    <a:pt x="11184" y="5621"/>
                    <a:pt x="11188" y="5622"/>
                  </a:cubicBezTo>
                  <a:lnTo>
                    <a:pt x="11386" y="5689"/>
                  </a:lnTo>
                  <a:cubicBezTo>
                    <a:pt x="11473" y="5720"/>
                    <a:pt x="11417" y="6102"/>
                    <a:pt x="11268" y="6469"/>
                  </a:cubicBezTo>
                  <a:lnTo>
                    <a:pt x="11114" y="6855"/>
                  </a:lnTo>
                  <a:cubicBezTo>
                    <a:pt x="10981" y="6791"/>
                    <a:pt x="10841" y="6741"/>
                    <a:pt x="10694" y="6707"/>
                  </a:cubicBezTo>
                  <a:lnTo>
                    <a:pt x="10800" y="6319"/>
                  </a:lnTo>
                  <a:cubicBezTo>
                    <a:pt x="10903" y="5951"/>
                    <a:pt x="11081" y="5620"/>
                    <a:pt x="11176" y="5620"/>
                  </a:cubicBezTo>
                  <a:close/>
                  <a:moveTo>
                    <a:pt x="9204" y="5669"/>
                  </a:moveTo>
                  <a:cubicBezTo>
                    <a:pt x="9297" y="5669"/>
                    <a:pt x="9488" y="5983"/>
                    <a:pt x="9607" y="6340"/>
                  </a:cubicBezTo>
                  <a:lnTo>
                    <a:pt x="9735" y="6719"/>
                  </a:lnTo>
                  <a:cubicBezTo>
                    <a:pt x="9588" y="6757"/>
                    <a:pt x="9448" y="6811"/>
                    <a:pt x="9316" y="6879"/>
                  </a:cubicBezTo>
                  <a:lnTo>
                    <a:pt x="9155" y="6530"/>
                  </a:lnTo>
                  <a:cubicBezTo>
                    <a:pt x="8987" y="6168"/>
                    <a:pt x="8908" y="5784"/>
                    <a:pt x="8995" y="5748"/>
                  </a:cubicBezTo>
                  <a:lnTo>
                    <a:pt x="9190" y="5672"/>
                  </a:lnTo>
                  <a:cubicBezTo>
                    <a:pt x="9195" y="5670"/>
                    <a:pt x="9199" y="5669"/>
                    <a:pt x="9204" y="5669"/>
                  </a:cubicBezTo>
                  <a:close/>
                  <a:moveTo>
                    <a:pt x="44188" y="5759"/>
                  </a:moveTo>
                  <a:cubicBezTo>
                    <a:pt x="44192" y="5759"/>
                    <a:pt x="44196" y="5760"/>
                    <a:pt x="44199" y="5761"/>
                  </a:cubicBezTo>
                  <a:lnTo>
                    <a:pt x="44397" y="5829"/>
                  </a:lnTo>
                  <a:cubicBezTo>
                    <a:pt x="44485" y="5859"/>
                    <a:pt x="44428" y="6240"/>
                    <a:pt x="44280" y="6609"/>
                  </a:cubicBezTo>
                  <a:lnTo>
                    <a:pt x="44126" y="6995"/>
                  </a:lnTo>
                  <a:cubicBezTo>
                    <a:pt x="43993" y="6930"/>
                    <a:pt x="43853" y="6880"/>
                    <a:pt x="43706" y="6847"/>
                  </a:cubicBezTo>
                  <a:lnTo>
                    <a:pt x="43813" y="6459"/>
                  </a:lnTo>
                  <a:cubicBezTo>
                    <a:pt x="43915" y="6090"/>
                    <a:pt x="44094" y="5759"/>
                    <a:pt x="44188" y="5759"/>
                  </a:cubicBezTo>
                  <a:close/>
                  <a:moveTo>
                    <a:pt x="42215" y="5808"/>
                  </a:moveTo>
                  <a:cubicBezTo>
                    <a:pt x="42309" y="5808"/>
                    <a:pt x="42499" y="6122"/>
                    <a:pt x="42619" y="6480"/>
                  </a:cubicBezTo>
                  <a:lnTo>
                    <a:pt x="42746" y="6858"/>
                  </a:lnTo>
                  <a:cubicBezTo>
                    <a:pt x="42600" y="6896"/>
                    <a:pt x="42460" y="6951"/>
                    <a:pt x="42329" y="7018"/>
                  </a:cubicBezTo>
                  <a:lnTo>
                    <a:pt x="42329" y="7018"/>
                  </a:lnTo>
                  <a:lnTo>
                    <a:pt x="42167" y="6670"/>
                  </a:lnTo>
                  <a:cubicBezTo>
                    <a:pt x="41998" y="6308"/>
                    <a:pt x="41919" y="5922"/>
                    <a:pt x="42008" y="5888"/>
                  </a:cubicBezTo>
                  <a:lnTo>
                    <a:pt x="42202" y="5810"/>
                  </a:lnTo>
                  <a:cubicBezTo>
                    <a:pt x="42206" y="5809"/>
                    <a:pt x="42211" y="5808"/>
                    <a:pt x="42215" y="5808"/>
                  </a:cubicBezTo>
                  <a:close/>
                  <a:moveTo>
                    <a:pt x="12091" y="6074"/>
                  </a:moveTo>
                  <a:cubicBezTo>
                    <a:pt x="12102" y="6074"/>
                    <a:pt x="12111" y="6076"/>
                    <a:pt x="12118" y="6082"/>
                  </a:cubicBezTo>
                  <a:lnTo>
                    <a:pt x="12283" y="6209"/>
                  </a:lnTo>
                  <a:cubicBezTo>
                    <a:pt x="12357" y="6267"/>
                    <a:pt x="12180" y="6609"/>
                    <a:pt x="11921" y="6910"/>
                  </a:cubicBezTo>
                  <a:lnTo>
                    <a:pt x="11646" y="7231"/>
                  </a:lnTo>
                  <a:cubicBezTo>
                    <a:pt x="11541" y="7126"/>
                    <a:pt x="11424" y="7035"/>
                    <a:pt x="11297" y="6957"/>
                  </a:cubicBezTo>
                  <a:lnTo>
                    <a:pt x="11527" y="6619"/>
                  </a:lnTo>
                  <a:cubicBezTo>
                    <a:pt x="11731" y="6319"/>
                    <a:pt x="11989" y="6074"/>
                    <a:pt x="12091" y="6074"/>
                  </a:cubicBezTo>
                  <a:close/>
                  <a:moveTo>
                    <a:pt x="8313" y="6167"/>
                  </a:moveTo>
                  <a:cubicBezTo>
                    <a:pt x="8417" y="6167"/>
                    <a:pt x="8680" y="6393"/>
                    <a:pt x="8895" y="6675"/>
                  </a:cubicBezTo>
                  <a:lnTo>
                    <a:pt x="9132" y="6988"/>
                  </a:lnTo>
                  <a:cubicBezTo>
                    <a:pt x="9007" y="7070"/>
                    <a:pt x="8892" y="7167"/>
                    <a:pt x="8789" y="7275"/>
                  </a:cubicBezTo>
                  <a:lnTo>
                    <a:pt x="8528" y="7001"/>
                  </a:lnTo>
                  <a:cubicBezTo>
                    <a:pt x="8250" y="6712"/>
                    <a:pt x="8053" y="6373"/>
                    <a:pt x="8125" y="6312"/>
                  </a:cubicBezTo>
                  <a:lnTo>
                    <a:pt x="8284" y="6177"/>
                  </a:lnTo>
                  <a:cubicBezTo>
                    <a:pt x="8292" y="6170"/>
                    <a:pt x="8302" y="6167"/>
                    <a:pt x="8313" y="6167"/>
                  </a:cubicBezTo>
                  <a:close/>
                  <a:moveTo>
                    <a:pt x="45103" y="6214"/>
                  </a:moveTo>
                  <a:cubicBezTo>
                    <a:pt x="45113" y="6214"/>
                    <a:pt x="45122" y="6216"/>
                    <a:pt x="45129" y="6222"/>
                  </a:cubicBezTo>
                  <a:lnTo>
                    <a:pt x="45295" y="6349"/>
                  </a:lnTo>
                  <a:cubicBezTo>
                    <a:pt x="45368" y="6406"/>
                    <a:pt x="45192" y="6749"/>
                    <a:pt x="44933" y="7050"/>
                  </a:cubicBezTo>
                  <a:lnTo>
                    <a:pt x="44657" y="7371"/>
                  </a:lnTo>
                  <a:cubicBezTo>
                    <a:pt x="44553" y="7266"/>
                    <a:pt x="44435" y="7174"/>
                    <a:pt x="44308" y="7095"/>
                  </a:cubicBezTo>
                  <a:lnTo>
                    <a:pt x="44538" y="6757"/>
                  </a:lnTo>
                  <a:cubicBezTo>
                    <a:pt x="44742" y="6459"/>
                    <a:pt x="45001" y="6214"/>
                    <a:pt x="45103" y="6214"/>
                  </a:cubicBezTo>
                  <a:close/>
                  <a:moveTo>
                    <a:pt x="41325" y="6307"/>
                  </a:moveTo>
                  <a:cubicBezTo>
                    <a:pt x="41428" y="6307"/>
                    <a:pt x="41691" y="6533"/>
                    <a:pt x="41907" y="6815"/>
                  </a:cubicBezTo>
                  <a:lnTo>
                    <a:pt x="42144" y="7128"/>
                  </a:lnTo>
                  <a:cubicBezTo>
                    <a:pt x="42020" y="7210"/>
                    <a:pt x="41904" y="7306"/>
                    <a:pt x="41801" y="7415"/>
                  </a:cubicBezTo>
                  <a:lnTo>
                    <a:pt x="41539" y="7141"/>
                  </a:lnTo>
                  <a:cubicBezTo>
                    <a:pt x="41262" y="6852"/>
                    <a:pt x="41064" y="6513"/>
                    <a:pt x="41136" y="6452"/>
                  </a:cubicBezTo>
                  <a:lnTo>
                    <a:pt x="41296" y="6316"/>
                  </a:lnTo>
                  <a:cubicBezTo>
                    <a:pt x="41303" y="6310"/>
                    <a:pt x="41313" y="6307"/>
                    <a:pt x="41325" y="6307"/>
                  </a:cubicBezTo>
                  <a:close/>
                  <a:moveTo>
                    <a:pt x="12795" y="6796"/>
                  </a:moveTo>
                  <a:cubicBezTo>
                    <a:pt x="12822" y="6796"/>
                    <a:pt x="12841" y="6803"/>
                    <a:pt x="12850" y="6817"/>
                  </a:cubicBezTo>
                  <a:lnTo>
                    <a:pt x="12966" y="6991"/>
                  </a:lnTo>
                  <a:cubicBezTo>
                    <a:pt x="13017" y="7068"/>
                    <a:pt x="12740" y="7337"/>
                    <a:pt x="12398" y="7538"/>
                  </a:cubicBezTo>
                  <a:lnTo>
                    <a:pt x="12030" y="7755"/>
                  </a:lnTo>
                  <a:cubicBezTo>
                    <a:pt x="11962" y="7621"/>
                    <a:pt x="11880" y="7497"/>
                    <a:pt x="11786" y="7384"/>
                  </a:cubicBezTo>
                  <a:lnTo>
                    <a:pt x="11787" y="7384"/>
                  </a:lnTo>
                  <a:lnTo>
                    <a:pt x="12118" y="7135"/>
                  </a:lnTo>
                  <a:cubicBezTo>
                    <a:pt x="12380" y="6937"/>
                    <a:pt x="12671" y="6796"/>
                    <a:pt x="12795" y="6796"/>
                  </a:cubicBezTo>
                  <a:close/>
                  <a:moveTo>
                    <a:pt x="7652" y="6923"/>
                  </a:moveTo>
                  <a:cubicBezTo>
                    <a:pt x="7779" y="6923"/>
                    <a:pt x="8064" y="7046"/>
                    <a:pt x="8327" y="7222"/>
                  </a:cubicBezTo>
                  <a:lnTo>
                    <a:pt x="8649" y="7437"/>
                  </a:lnTo>
                  <a:cubicBezTo>
                    <a:pt x="8557" y="7556"/>
                    <a:pt x="8479" y="7685"/>
                    <a:pt x="8416" y="7822"/>
                  </a:cubicBezTo>
                  <a:lnTo>
                    <a:pt x="8085" y="7649"/>
                  </a:lnTo>
                  <a:cubicBezTo>
                    <a:pt x="7730" y="7466"/>
                    <a:pt x="7433" y="7208"/>
                    <a:pt x="7482" y="7126"/>
                  </a:cubicBezTo>
                  <a:lnTo>
                    <a:pt x="7589" y="6947"/>
                  </a:lnTo>
                  <a:cubicBezTo>
                    <a:pt x="7598" y="6931"/>
                    <a:pt x="7620" y="6923"/>
                    <a:pt x="7652" y="6923"/>
                  </a:cubicBezTo>
                  <a:close/>
                  <a:moveTo>
                    <a:pt x="45806" y="6936"/>
                  </a:moveTo>
                  <a:cubicBezTo>
                    <a:pt x="45833" y="6936"/>
                    <a:pt x="45852" y="6943"/>
                    <a:pt x="45862" y="6957"/>
                  </a:cubicBezTo>
                  <a:lnTo>
                    <a:pt x="45977" y="7131"/>
                  </a:lnTo>
                  <a:cubicBezTo>
                    <a:pt x="46028" y="7208"/>
                    <a:pt x="45751" y="7476"/>
                    <a:pt x="45409" y="7678"/>
                  </a:cubicBezTo>
                  <a:lnTo>
                    <a:pt x="45042" y="7894"/>
                  </a:lnTo>
                  <a:cubicBezTo>
                    <a:pt x="44974" y="7761"/>
                    <a:pt x="44892" y="7637"/>
                    <a:pt x="44797" y="7524"/>
                  </a:cubicBezTo>
                  <a:lnTo>
                    <a:pt x="44799" y="7524"/>
                  </a:lnTo>
                  <a:lnTo>
                    <a:pt x="45129" y="7275"/>
                  </a:lnTo>
                  <a:cubicBezTo>
                    <a:pt x="45392" y="7077"/>
                    <a:pt x="45682" y="6936"/>
                    <a:pt x="45806" y="6936"/>
                  </a:cubicBezTo>
                  <a:close/>
                  <a:moveTo>
                    <a:pt x="40664" y="7063"/>
                  </a:moveTo>
                  <a:cubicBezTo>
                    <a:pt x="40792" y="7063"/>
                    <a:pt x="41076" y="7185"/>
                    <a:pt x="41340" y="7362"/>
                  </a:cubicBezTo>
                  <a:lnTo>
                    <a:pt x="41661" y="7577"/>
                  </a:lnTo>
                  <a:cubicBezTo>
                    <a:pt x="41569" y="7696"/>
                    <a:pt x="41491" y="7824"/>
                    <a:pt x="41428" y="7961"/>
                  </a:cubicBezTo>
                  <a:lnTo>
                    <a:pt x="41428" y="7961"/>
                  </a:lnTo>
                  <a:lnTo>
                    <a:pt x="41097" y="7789"/>
                  </a:lnTo>
                  <a:cubicBezTo>
                    <a:pt x="40742" y="7604"/>
                    <a:pt x="40445" y="7347"/>
                    <a:pt x="40493" y="7266"/>
                  </a:cubicBezTo>
                  <a:lnTo>
                    <a:pt x="40601" y="7087"/>
                  </a:lnTo>
                  <a:cubicBezTo>
                    <a:pt x="40610" y="7071"/>
                    <a:pt x="40632" y="7063"/>
                    <a:pt x="40664" y="7063"/>
                  </a:cubicBezTo>
                  <a:close/>
                  <a:moveTo>
                    <a:pt x="10239" y="7611"/>
                  </a:moveTo>
                  <a:cubicBezTo>
                    <a:pt x="10364" y="7611"/>
                    <a:pt x="10465" y="7713"/>
                    <a:pt x="10465" y="7837"/>
                  </a:cubicBezTo>
                  <a:cubicBezTo>
                    <a:pt x="10465" y="7963"/>
                    <a:pt x="10365" y="8065"/>
                    <a:pt x="10239" y="8065"/>
                  </a:cubicBezTo>
                  <a:cubicBezTo>
                    <a:pt x="10113" y="8065"/>
                    <a:pt x="10013" y="7963"/>
                    <a:pt x="10013" y="7837"/>
                  </a:cubicBezTo>
                  <a:cubicBezTo>
                    <a:pt x="10013" y="7713"/>
                    <a:pt x="10113" y="7611"/>
                    <a:pt x="10239" y="7611"/>
                  </a:cubicBezTo>
                  <a:close/>
                  <a:moveTo>
                    <a:pt x="43251" y="7751"/>
                  </a:moveTo>
                  <a:cubicBezTo>
                    <a:pt x="43375" y="7751"/>
                    <a:pt x="43477" y="7853"/>
                    <a:pt x="43477" y="7977"/>
                  </a:cubicBezTo>
                  <a:cubicBezTo>
                    <a:pt x="43477" y="8103"/>
                    <a:pt x="43377" y="8205"/>
                    <a:pt x="43251" y="8205"/>
                  </a:cubicBezTo>
                  <a:cubicBezTo>
                    <a:pt x="43125" y="8205"/>
                    <a:pt x="43025" y="8103"/>
                    <a:pt x="43025" y="7977"/>
                  </a:cubicBezTo>
                  <a:cubicBezTo>
                    <a:pt x="43025" y="7853"/>
                    <a:pt x="43126" y="7751"/>
                    <a:pt x="43251" y="7751"/>
                  </a:cubicBezTo>
                  <a:close/>
                  <a:moveTo>
                    <a:pt x="1238" y="5313"/>
                  </a:moveTo>
                  <a:cubicBezTo>
                    <a:pt x="1385" y="5313"/>
                    <a:pt x="1505" y="5446"/>
                    <a:pt x="1505" y="5608"/>
                  </a:cubicBezTo>
                  <a:lnTo>
                    <a:pt x="1505" y="8032"/>
                  </a:lnTo>
                  <a:cubicBezTo>
                    <a:pt x="1505" y="8196"/>
                    <a:pt x="1385" y="8328"/>
                    <a:pt x="1238" y="8328"/>
                  </a:cubicBezTo>
                  <a:lnTo>
                    <a:pt x="100" y="8328"/>
                  </a:lnTo>
                  <a:lnTo>
                    <a:pt x="100" y="5583"/>
                  </a:lnTo>
                  <a:cubicBezTo>
                    <a:pt x="100" y="5583"/>
                    <a:pt x="119" y="5492"/>
                    <a:pt x="143" y="5410"/>
                  </a:cubicBezTo>
                  <a:cubicBezTo>
                    <a:pt x="160" y="5352"/>
                    <a:pt x="209" y="5313"/>
                    <a:pt x="264" y="5313"/>
                  </a:cubicBezTo>
                  <a:close/>
                  <a:moveTo>
                    <a:pt x="13133" y="7696"/>
                  </a:moveTo>
                  <a:cubicBezTo>
                    <a:pt x="13232" y="7696"/>
                    <a:pt x="13297" y="7713"/>
                    <a:pt x="13306" y="7748"/>
                  </a:cubicBezTo>
                  <a:lnTo>
                    <a:pt x="13359" y="7950"/>
                  </a:lnTo>
                  <a:cubicBezTo>
                    <a:pt x="13383" y="8041"/>
                    <a:pt x="13034" y="8205"/>
                    <a:pt x="12645" y="8285"/>
                  </a:cubicBezTo>
                  <a:lnTo>
                    <a:pt x="12225" y="8373"/>
                  </a:lnTo>
                  <a:cubicBezTo>
                    <a:pt x="12203" y="8223"/>
                    <a:pt x="12166" y="8080"/>
                    <a:pt x="12113" y="7943"/>
                  </a:cubicBezTo>
                  <a:lnTo>
                    <a:pt x="12511" y="7813"/>
                  </a:lnTo>
                  <a:cubicBezTo>
                    <a:pt x="12743" y="7737"/>
                    <a:pt x="12979" y="7696"/>
                    <a:pt x="13133" y="7696"/>
                  </a:cubicBezTo>
                  <a:close/>
                  <a:moveTo>
                    <a:pt x="7398" y="7838"/>
                  </a:moveTo>
                  <a:cubicBezTo>
                    <a:pt x="7549" y="7838"/>
                    <a:pt x="7759" y="7867"/>
                    <a:pt x="7968" y="7924"/>
                  </a:cubicBezTo>
                  <a:lnTo>
                    <a:pt x="8337" y="8023"/>
                  </a:lnTo>
                  <a:cubicBezTo>
                    <a:pt x="8290" y="8162"/>
                    <a:pt x="8258" y="8309"/>
                    <a:pt x="8242" y="8461"/>
                  </a:cubicBezTo>
                  <a:lnTo>
                    <a:pt x="7874" y="8406"/>
                  </a:lnTo>
                  <a:cubicBezTo>
                    <a:pt x="7480" y="8345"/>
                    <a:pt x="7117" y="8196"/>
                    <a:pt x="7135" y="8104"/>
                  </a:cubicBezTo>
                  <a:lnTo>
                    <a:pt x="7179" y="7900"/>
                  </a:lnTo>
                  <a:cubicBezTo>
                    <a:pt x="7188" y="7858"/>
                    <a:pt x="7273" y="7838"/>
                    <a:pt x="7398" y="7838"/>
                  </a:cubicBezTo>
                  <a:close/>
                  <a:moveTo>
                    <a:pt x="46145" y="7836"/>
                  </a:moveTo>
                  <a:cubicBezTo>
                    <a:pt x="46243" y="7836"/>
                    <a:pt x="46309" y="7853"/>
                    <a:pt x="46318" y="7888"/>
                  </a:cubicBezTo>
                  <a:lnTo>
                    <a:pt x="46372" y="8090"/>
                  </a:lnTo>
                  <a:cubicBezTo>
                    <a:pt x="46396" y="8181"/>
                    <a:pt x="46045" y="8345"/>
                    <a:pt x="45658" y="8425"/>
                  </a:cubicBezTo>
                  <a:lnTo>
                    <a:pt x="45237" y="8513"/>
                  </a:lnTo>
                  <a:cubicBezTo>
                    <a:pt x="45216" y="8363"/>
                    <a:pt x="45177" y="8219"/>
                    <a:pt x="45125" y="8083"/>
                  </a:cubicBezTo>
                  <a:lnTo>
                    <a:pt x="45522" y="7953"/>
                  </a:lnTo>
                  <a:cubicBezTo>
                    <a:pt x="45754" y="7877"/>
                    <a:pt x="45991" y="7836"/>
                    <a:pt x="46145" y="7836"/>
                  </a:cubicBezTo>
                  <a:close/>
                  <a:moveTo>
                    <a:pt x="40412" y="7977"/>
                  </a:moveTo>
                  <a:cubicBezTo>
                    <a:pt x="40562" y="7977"/>
                    <a:pt x="40771" y="8006"/>
                    <a:pt x="40979" y="8062"/>
                  </a:cubicBezTo>
                  <a:lnTo>
                    <a:pt x="41348" y="8162"/>
                  </a:lnTo>
                  <a:cubicBezTo>
                    <a:pt x="41302" y="8302"/>
                    <a:pt x="41269" y="8449"/>
                    <a:pt x="41254" y="8601"/>
                  </a:cubicBezTo>
                  <a:lnTo>
                    <a:pt x="40886" y="8544"/>
                  </a:lnTo>
                  <a:cubicBezTo>
                    <a:pt x="40492" y="8485"/>
                    <a:pt x="40128" y="8336"/>
                    <a:pt x="40148" y="8244"/>
                  </a:cubicBezTo>
                  <a:lnTo>
                    <a:pt x="40191" y="8039"/>
                  </a:lnTo>
                  <a:cubicBezTo>
                    <a:pt x="40200" y="7998"/>
                    <a:pt x="40285" y="7977"/>
                    <a:pt x="40412" y="7977"/>
                  </a:cubicBezTo>
                  <a:close/>
                  <a:moveTo>
                    <a:pt x="221" y="4694"/>
                  </a:moveTo>
                  <a:cubicBezTo>
                    <a:pt x="146" y="4694"/>
                    <a:pt x="79" y="4746"/>
                    <a:pt x="57" y="4825"/>
                  </a:cubicBezTo>
                  <a:cubicBezTo>
                    <a:pt x="24" y="4936"/>
                    <a:pt x="0" y="5058"/>
                    <a:pt x="0" y="5058"/>
                  </a:cubicBezTo>
                  <a:lnTo>
                    <a:pt x="0" y="8759"/>
                  </a:lnTo>
                  <a:lnTo>
                    <a:pt x="1534" y="8759"/>
                  </a:lnTo>
                  <a:cubicBezTo>
                    <a:pt x="1733" y="8759"/>
                    <a:pt x="1894" y="8581"/>
                    <a:pt x="1894" y="8360"/>
                  </a:cubicBezTo>
                  <a:lnTo>
                    <a:pt x="1894" y="5092"/>
                  </a:lnTo>
                  <a:cubicBezTo>
                    <a:pt x="1894" y="4872"/>
                    <a:pt x="1733" y="4694"/>
                    <a:pt x="1534" y="4694"/>
                  </a:cubicBezTo>
                  <a:close/>
                  <a:moveTo>
                    <a:pt x="9482" y="8434"/>
                  </a:moveTo>
                  <a:cubicBezTo>
                    <a:pt x="9606" y="8434"/>
                    <a:pt x="9708" y="8536"/>
                    <a:pt x="9708" y="8661"/>
                  </a:cubicBezTo>
                  <a:cubicBezTo>
                    <a:pt x="9708" y="8786"/>
                    <a:pt x="9606" y="8888"/>
                    <a:pt x="9482" y="8888"/>
                  </a:cubicBezTo>
                  <a:cubicBezTo>
                    <a:pt x="9356" y="8888"/>
                    <a:pt x="9254" y="8786"/>
                    <a:pt x="9254" y="8661"/>
                  </a:cubicBezTo>
                  <a:cubicBezTo>
                    <a:pt x="9254" y="8536"/>
                    <a:pt x="9356" y="8434"/>
                    <a:pt x="9482" y="8434"/>
                  </a:cubicBezTo>
                  <a:close/>
                  <a:moveTo>
                    <a:pt x="11046" y="8434"/>
                  </a:moveTo>
                  <a:cubicBezTo>
                    <a:pt x="11171" y="8434"/>
                    <a:pt x="11272" y="8536"/>
                    <a:pt x="11272" y="8661"/>
                  </a:cubicBezTo>
                  <a:cubicBezTo>
                    <a:pt x="11272" y="8786"/>
                    <a:pt x="11171" y="8888"/>
                    <a:pt x="11046" y="8888"/>
                  </a:cubicBezTo>
                  <a:cubicBezTo>
                    <a:pt x="10921" y="8888"/>
                    <a:pt x="10819" y="8786"/>
                    <a:pt x="10819" y="8661"/>
                  </a:cubicBezTo>
                  <a:cubicBezTo>
                    <a:pt x="10819" y="8536"/>
                    <a:pt x="10921" y="8434"/>
                    <a:pt x="11046" y="8434"/>
                  </a:cubicBezTo>
                  <a:close/>
                  <a:moveTo>
                    <a:pt x="42493" y="8574"/>
                  </a:moveTo>
                  <a:cubicBezTo>
                    <a:pt x="42618" y="8574"/>
                    <a:pt x="42719" y="8676"/>
                    <a:pt x="42719" y="8801"/>
                  </a:cubicBezTo>
                  <a:cubicBezTo>
                    <a:pt x="42719" y="8926"/>
                    <a:pt x="42618" y="9027"/>
                    <a:pt x="42493" y="9027"/>
                  </a:cubicBezTo>
                  <a:cubicBezTo>
                    <a:pt x="42367" y="9027"/>
                    <a:pt x="42266" y="8926"/>
                    <a:pt x="42266" y="8801"/>
                  </a:cubicBezTo>
                  <a:cubicBezTo>
                    <a:pt x="42266" y="8676"/>
                    <a:pt x="42367" y="8574"/>
                    <a:pt x="42493" y="8574"/>
                  </a:cubicBezTo>
                  <a:close/>
                  <a:moveTo>
                    <a:pt x="44058" y="8574"/>
                  </a:moveTo>
                  <a:cubicBezTo>
                    <a:pt x="44182" y="8574"/>
                    <a:pt x="44284" y="8676"/>
                    <a:pt x="44284" y="8801"/>
                  </a:cubicBezTo>
                  <a:cubicBezTo>
                    <a:pt x="44284" y="8926"/>
                    <a:pt x="44182" y="9027"/>
                    <a:pt x="44058" y="9027"/>
                  </a:cubicBezTo>
                  <a:cubicBezTo>
                    <a:pt x="43932" y="9027"/>
                    <a:pt x="43830" y="8926"/>
                    <a:pt x="43830" y="8801"/>
                  </a:cubicBezTo>
                  <a:cubicBezTo>
                    <a:pt x="43830" y="8676"/>
                    <a:pt x="43932" y="8574"/>
                    <a:pt x="44058" y="8574"/>
                  </a:cubicBezTo>
                  <a:close/>
                  <a:moveTo>
                    <a:pt x="12244" y="8578"/>
                  </a:moveTo>
                  <a:lnTo>
                    <a:pt x="12665" y="8582"/>
                  </a:lnTo>
                  <a:cubicBezTo>
                    <a:pt x="13063" y="8588"/>
                    <a:pt x="13445" y="8684"/>
                    <a:pt x="13438" y="8777"/>
                  </a:cubicBezTo>
                  <a:lnTo>
                    <a:pt x="13424" y="8986"/>
                  </a:lnTo>
                  <a:cubicBezTo>
                    <a:pt x="13419" y="9053"/>
                    <a:pt x="13223" y="9094"/>
                    <a:pt x="12968" y="9094"/>
                  </a:cubicBezTo>
                  <a:cubicBezTo>
                    <a:pt x="12865" y="9094"/>
                    <a:pt x="12753" y="9087"/>
                    <a:pt x="12639" y="9073"/>
                  </a:cubicBezTo>
                  <a:lnTo>
                    <a:pt x="12214" y="9020"/>
                  </a:lnTo>
                  <a:lnTo>
                    <a:pt x="12212" y="9020"/>
                  </a:lnTo>
                  <a:cubicBezTo>
                    <a:pt x="12234" y="8905"/>
                    <a:pt x="12245" y="8784"/>
                    <a:pt x="12245" y="8661"/>
                  </a:cubicBezTo>
                  <a:cubicBezTo>
                    <a:pt x="12245" y="8633"/>
                    <a:pt x="12245" y="8605"/>
                    <a:pt x="12244" y="8578"/>
                  </a:cubicBezTo>
                  <a:close/>
                  <a:moveTo>
                    <a:pt x="8234" y="8677"/>
                  </a:moveTo>
                  <a:cubicBezTo>
                    <a:pt x="8234" y="8831"/>
                    <a:pt x="8252" y="8979"/>
                    <a:pt x="8286" y="9124"/>
                  </a:cubicBezTo>
                  <a:lnTo>
                    <a:pt x="7920" y="9189"/>
                  </a:lnTo>
                  <a:cubicBezTo>
                    <a:pt x="7765" y="9216"/>
                    <a:pt x="7609" y="9229"/>
                    <a:pt x="7478" y="9229"/>
                  </a:cubicBezTo>
                  <a:cubicBezTo>
                    <a:pt x="7276" y="9229"/>
                    <a:pt x="7130" y="9198"/>
                    <a:pt x="7124" y="9142"/>
                  </a:cubicBezTo>
                  <a:lnTo>
                    <a:pt x="7098" y="8934"/>
                  </a:lnTo>
                  <a:cubicBezTo>
                    <a:pt x="7087" y="8842"/>
                    <a:pt x="7456" y="8728"/>
                    <a:pt x="7852" y="8702"/>
                  </a:cubicBezTo>
                  <a:lnTo>
                    <a:pt x="8234" y="8677"/>
                  </a:lnTo>
                  <a:close/>
                  <a:moveTo>
                    <a:pt x="45255" y="8718"/>
                  </a:moveTo>
                  <a:lnTo>
                    <a:pt x="45676" y="8722"/>
                  </a:lnTo>
                  <a:cubicBezTo>
                    <a:pt x="46075" y="8728"/>
                    <a:pt x="46457" y="8824"/>
                    <a:pt x="46450" y="8917"/>
                  </a:cubicBezTo>
                  <a:lnTo>
                    <a:pt x="46435" y="9126"/>
                  </a:lnTo>
                  <a:cubicBezTo>
                    <a:pt x="46430" y="9193"/>
                    <a:pt x="46235" y="9234"/>
                    <a:pt x="45980" y="9234"/>
                  </a:cubicBezTo>
                  <a:cubicBezTo>
                    <a:pt x="45877" y="9234"/>
                    <a:pt x="45764" y="9227"/>
                    <a:pt x="45651" y="9213"/>
                  </a:cubicBezTo>
                  <a:lnTo>
                    <a:pt x="45225" y="9160"/>
                  </a:lnTo>
                  <a:cubicBezTo>
                    <a:pt x="45247" y="9043"/>
                    <a:pt x="45257" y="8923"/>
                    <a:pt x="45257" y="8801"/>
                  </a:cubicBezTo>
                  <a:cubicBezTo>
                    <a:pt x="45257" y="8773"/>
                    <a:pt x="45257" y="8745"/>
                    <a:pt x="45255" y="8718"/>
                  </a:cubicBezTo>
                  <a:close/>
                  <a:moveTo>
                    <a:pt x="41245" y="8817"/>
                  </a:moveTo>
                  <a:cubicBezTo>
                    <a:pt x="41247" y="8970"/>
                    <a:pt x="41265" y="9119"/>
                    <a:pt x="41297" y="9262"/>
                  </a:cubicBezTo>
                  <a:lnTo>
                    <a:pt x="40931" y="9329"/>
                  </a:lnTo>
                  <a:cubicBezTo>
                    <a:pt x="40776" y="9356"/>
                    <a:pt x="40621" y="9369"/>
                    <a:pt x="40490" y="9369"/>
                  </a:cubicBezTo>
                  <a:cubicBezTo>
                    <a:pt x="40288" y="9369"/>
                    <a:pt x="40142" y="9338"/>
                    <a:pt x="40136" y="9282"/>
                  </a:cubicBezTo>
                  <a:lnTo>
                    <a:pt x="40110" y="9074"/>
                  </a:lnTo>
                  <a:cubicBezTo>
                    <a:pt x="40099" y="8981"/>
                    <a:pt x="40468" y="8868"/>
                    <a:pt x="40863" y="8842"/>
                  </a:cubicBezTo>
                  <a:lnTo>
                    <a:pt x="41245" y="8817"/>
                  </a:lnTo>
                  <a:close/>
                  <a:moveTo>
                    <a:pt x="10239" y="9176"/>
                  </a:moveTo>
                  <a:cubicBezTo>
                    <a:pt x="10364" y="9176"/>
                    <a:pt x="10465" y="9278"/>
                    <a:pt x="10465" y="9402"/>
                  </a:cubicBezTo>
                  <a:cubicBezTo>
                    <a:pt x="10465" y="9528"/>
                    <a:pt x="10365" y="9630"/>
                    <a:pt x="10239" y="9630"/>
                  </a:cubicBezTo>
                  <a:cubicBezTo>
                    <a:pt x="10113" y="9630"/>
                    <a:pt x="10013" y="9528"/>
                    <a:pt x="10013" y="9402"/>
                  </a:cubicBezTo>
                  <a:cubicBezTo>
                    <a:pt x="10013" y="9278"/>
                    <a:pt x="10113" y="9176"/>
                    <a:pt x="10239" y="9176"/>
                  </a:cubicBezTo>
                  <a:close/>
                  <a:moveTo>
                    <a:pt x="43251" y="9316"/>
                  </a:moveTo>
                  <a:cubicBezTo>
                    <a:pt x="43375" y="9316"/>
                    <a:pt x="43477" y="9418"/>
                    <a:pt x="43477" y="9542"/>
                  </a:cubicBezTo>
                  <a:cubicBezTo>
                    <a:pt x="43477" y="9668"/>
                    <a:pt x="43377" y="9770"/>
                    <a:pt x="43251" y="9770"/>
                  </a:cubicBezTo>
                  <a:cubicBezTo>
                    <a:pt x="43125" y="9770"/>
                    <a:pt x="43025" y="9668"/>
                    <a:pt x="43025" y="9542"/>
                  </a:cubicBezTo>
                  <a:cubicBezTo>
                    <a:pt x="43025" y="9418"/>
                    <a:pt x="43126" y="9316"/>
                    <a:pt x="43251" y="9316"/>
                  </a:cubicBezTo>
                  <a:close/>
                  <a:moveTo>
                    <a:pt x="10239" y="7401"/>
                  </a:moveTo>
                  <a:cubicBezTo>
                    <a:pt x="9542" y="7401"/>
                    <a:pt x="8978" y="7965"/>
                    <a:pt x="8978" y="8661"/>
                  </a:cubicBezTo>
                  <a:cubicBezTo>
                    <a:pt x="8978" y="9357"/>
                    <a:pt x="9542" y="9922"/>
                    <a:pt x="10239" y="9922"/>
                  </a:cubicBezTo>
                  <a:cubicBezTo>
                    <a:pt x="10935" y="9922"/>
                    <a:pt x="11500" y="9357"/>
                    <a:pt x="11500" y="8661"/>
                  </a:cubicBezTo>
                  <a:cubicBezTo>
                    <a:pt x="11500" y="7965"/>
                    <a:pt x="10936" y="7401"/>
                    <a:pt x="10239" y="7401"/>
                  </a:cubicBezTo>
                  <a:close/>
                  <a:moveTo>
                    <a:pt x="12166" y="9221"/>
                  </a:moveTo>
                  <a:lnTo>
                    <a:pt x="12562" y="9361"/>
                  </a:lnTo>
                  <a:cubicBezTo>
                    <a:pt x="12938" y="9494"/>
                    <a:pt x="13267" y="9707"/>
                    <a:pt x="13230" y="9795"/>
                  </a:cubicBezTo>
                  <a:lnTo>
                    <a:pt x="13150" y="9987"/>
                  </a:lnTo>
                  <a:cubicBezTo>
                    <a:pt x="13140" y="10011"/>
                    <a:pt x="13105" y="10022"/>
                    <a:pt x="13052" y="10022"/>
                  </a:cubicBezTo>
                  <a:cubicBezTo>
                    <a:pt x="12911" y="10022"/>
                    <a:pt x="12640" y="9943"/>
                    <a:pt x="12379" y="9816"/>
                  </a:cubicBezTo>
                  <a:lnTo>
                    <a:pt x="11996" y="9631"/>
                  </a:lnTo>
                  <a:cubicBezTo>
                    <a:pt x="12067" y="9502"/>
                    <a:pt x="12125" y="9365"/>
                    <a:pt x="12166" y="9221"/>
                  </a:cubicBezTo>
                  <a:close/>
                  <a:moveTo>
                    <a:pt x="43251" y="7541"/>
                  </a:moveTo>
                  <a:cubicBezTo>
                    <a:pt x="42554" y="7541"/>
                    <a:pt x="41990" y="8104"/>
                    <a:pt x="41990" y="8801"/>
                  </a:cubicBezTo>
                  <a:cubicBezTo>
                    <a:pt x="41990" y="9497"/>
                    <a:pt x="42554" y="10061"/>
                    <a:pt x="43251" y="10061"/>
                  </a:cubicBezTo>
                  <a:cubicBezTo>
                    <a:pt x="43948" y="10061"/>
                    <a:pt x="44512" y="9497"/>
                    <a:pt x="44512" y="8801"/>
                  </a:cubicBezTo>
                  <a:cubicBezTo>
                    <a:pt x="44512" y="8104"/>
                    <a:pt x="43948" y="7541"/>
                    <a:pt x="43251" y="7541"/>
                  </a:cubicBezTo>
                  <a:close/>
                  <a:moveTo>
                    <a:pt x="8347" y="9330"/>
                  </a:moveTo>
                  <a:cubicBezTo>
                    <a:pt x="8397" y="9473"/>
                    <a:pt x="8464" y="9608"/>
                    <a:pt x="8543" y="9734"/>
                  </a:cubicBezTo>
                  <a:lnTo>
                    <a:pt x="8214" y="9915"/>
                  </a:lnTo>
                  <a:cubicBezTo>
                    <a:pt x="7948" y="10062"/>
                    <a:pt x="7666" y="10158"/>
                    <a:pt x="7528" y="10158"/>
                  </a:cubicBezTo>
                  <a:cubicBezTo>
                    <a:pt x="7485" y="10158"/>
                    <a:pt x="7456" y="10149"/>
                    <a:pt x="7446" y="10129"/>
                  </a:cubicBezTo>
                  <a:lnTo>
                    <a:pt x="7356" y="9939"/>
                  </a:lnTo>
                  <a:cubicBezTo>
                    <a:pt x="7315" y="9856"/>
                    <a:pt x="7627" y="9628"/>
                    <a:pt x="7993" y="9477"/>
                  </a:cubicBezTo>
                  <a:lnTo>
                    <a:pt x="8347" y="9330"/>
                  </a:lnTo>
                  <a:close/>
                  <a:moveTo>
                    <a:pt x="45177" y="9361"/>
                  </a:moveTo>
                  <a:lnTo>
                    <a:pt x="45573" y="9501"/>
                  </a:lnTo>
                  <a:cubicBezTo>
                    <a:pt x="45949" y="9634"/>
                    <a:pt x="46278" y="9847"/>
                    <a:pt x="46243" y="9935"/>
                  </a:cubicBezTo>
                  <a:lnTo>
                    <a:pt x="46161" y="10127"/>
                  </a:lnTo>
                  <a:cubicBezTo>
                    <a:pt x="46152" y="10151"/>
                    <a:pt x="46117" y="10161"/>
                    <a:pt x="46064" y="10161"/>
                  </a:cubicBezTo>
                  <a:cubicBezTo>
                    <a:pt x="45923" y="10161"/>
                    <a:pt x="45652" y="10083"/>
                    <a:pt x="45392" y="9956"/>
                  </a:cubicBezTo>
                  <a:lnTo>
                    <a:pt x="45008" y="9771"/>
                  </a:lnTo>
                  <a:cubicBezTo>
                    <a:pt x="45078" y="9642"/>
                    <a:pt x="45136" y="9505"/>
                    <a:pt x="45177" y="9361"/>
                  </a:cubicBezTo>
                  <a:close/>
                  <a:moveTo>
                    <a:pt x="10239" y="7010"/>
                  </a:moveTo>
                  <a:cubicBezTo>
                    <a:pt x="11145" y="7010"/>
                    <a:pt x="11879" y="7745"/>
                    <a:pt x="11879" y="8652"/>
                  </a:cubicBezTo>
                  <a:cubicBezTo>
                    <a:pt x="11879" y="9558"/>
                    <a:pt x="11145" y="10291"/>
                    <a:pt x="10239" y="10291"/>
                  </a:cubicBezTo>
                  <a:cubicBezTo>
                    <a:pt x="9333" y="10291"/>
                    <a:pt x="8598" y="9558"/>
                    <a:pt x="8598" y="8652"/>
                  </a:cubicBezTo>
                  <a:cubicBezTo>
                    <a:pt x="8598" y="7745"/>
                    <a:pt x="9333" y="7010"/>
                    <a:pt x="10239" y="7010"/>
                  </a:cubicBezTo>
                  <a:close/>
                  <a:moveTo>
                    <a:pt x="41360" y="9470"/>
                  </a:moveTo>
                  <a:cubicBezTo>
                    <a:pt x="41409" y="9613"/>
                    <a:pt x="41476" y="9748"/>
                    <a:pt x="41555" y="9874"/>
                  </a:cubicBezTo>
                  <a:lnTo>
                    <a:pt x="41227" y="10055"/>
                  </a:lnTo>
                  <a:cubicBezTo>
                    <a:pt x="40960" y="10202"/>
                    <a:pt x="40678" y="10298"/>
                    <a:pt x="40540" y="10298"/>
                  </a:cubicBezTo>
                  <a:cubicBezTo>
                    <a:pt x="40497" y="10298"/>
                    <a:pt x="40468" y="10289"/>
                    <a:pt x="40458" y="10269"/>
                  </a:cubicBezTo>
                  <a:lnTo>
                    <a:pt x="40367" y="10079"/>
                  </a:lnTo>
                  <a:cubicBezTo>
                    <a:pt x="40326" y="9994"/>
                    <a:pt x="40639" y="9768"/>
                    <a:pt x="41006" y="9617"/>
                  </a:cubicBezTo>
                  <a:lnTo>
                    <a:pt x="41360" y="9470"/>
                  </a:lnTo>
                  <a:close/>
                  <a:moveTo>
                    <a:pt x="43251" y="7150"/>
                  </a:moveTo>
                  <a:cubicBezTo>
                    <a:pt x="44157" y="7150"/>
                    <a:pt x="44892" y="7885"/>
                    <a:pt x="44892" y="8791"/>
                  </a:cubicBezTo>
                  <a:cubicBezTo>
                    <a:pt x="44890" y="9697"/>
                    <a:pt x="44157" y="10431"/>
                    <a:pt x="43251" y="10431"/>
                  </a:cubicBezTo>
                  <a:cubicBezTo>
                    <a:pt x="42345" y="10431"/>
                    <a:pt x="41610" y="9697"/>
                    <a:pt x="41610" y="8791"/>
                  </a:cubicBezTo>
                  <a:cubicBezTo>
                    <a:pt x="41610" y="7885"/>
                    <a:pt x="42345" y="7150"/>
                    <a:pt x="43251" y="7150"/>
                  </a:cubicBezTo>
                  <a:close/>
                  <a:moveTo>
                    <a:pt x="9559" y="10550"/>
                  </a:moveTo>
                  <a:lnTo>
                    <a:pt x="9559" y="10550"/>
                  </a:lnTo>
                  <a:cubicBezTo>
                    <a:pt x="9576" y="10555"/>
                    <a:pt x="9593" y="10561"/>
                    <a:pt x="9609" y="10567"/>
                  </a:cubicBezTo>
                  <a:cubicBezTo>
                    <a:pt x="9592" y="10561"/>
                    <a:pt x="9576" y="10555"/>
                    <a:pt x="9559" y="10550"/>
                  </a:cubicBezTo>
                  <a:close/>
                  <a:moveTo>
                    <a:pt x="11887" y="9806"/>
                  </a:moveTo>
                  <a:lnTo>
                    <a:pt x="12214" y="10064"/>
                  </a:lnTo>
                  <a:cubicBezTo>
                    <a:pt x="12526" y="10311"/>
                    <a:pt x="12769" y="10620"/>
                    <a:pt x="12707" y="10690"/>
                  </a:cubicBezTo>
                  <a:lnTo>
                    <a:pt x="12569" y="10847"/>
                  </a:lnTo>
                  <a:cubicBezTo>
                    <a:pt x="12560" y="10856"/>
                    <a:pt x="12547" y="10861"/>
                    <a:pt x="12529" y="10861"/>
                  </a:cubicBezTo>
                  <a:cubicBezTo>
                    <a:pt x="12417" y="10861"/>
                    <a:pt x="12138" y="10678"/>
                    <a:pt x="11894" y="10437"/>
                  </a:cubicBezTo>
                  <a:lnTo>
                    <a:pt x="11595" y="10140"/>
                  </a:lnTo>
                  <a:cubicBezTo>
                    <a:pt x="11704" y="10041"/>
                    <a:pt x="11803" y="9928"/>
                    <a:pt x="11887" y="9806"/>
                  </a:cubicBezTo>
                  <a:close/>
                  <a:moveTo>
                    <a:pt x="8669" y="9909"/>
                  </a:moveTo>
                  <a:cubicBezTo>
                    <a:pt x="8762" y="10027"/>
                    <a:pt x="8868" y="10133"/>
                    <a:pt x="8984" y="10226"/>
                  </a:cubicBezTo>
                  <a:lnTo>
                    <a:pt x="8728" y="10509"/>
                  </a:lnTo>
                  <a:cubicBezTo>
                    <a:pt x="8492" y="10768"/>
                    <a:pt x="8213" y="10970"/>
                    <a:pt x="8103" y="10970"/>
                  </a:cubicBezTo>
                  <a:cubicBezTo>
                    <a:pt x="8088" y="10970"/>
                    <a:pt x="8076" y="10966"/>
                    <a:pt x="8068" y="10958"/>
                  </a:cubicBezTo>
                  <a:lnTo>
                    <a:pt x="7923" y="10808"/>
                  </a:lnTo>
                  <a:cubicBezTo>
                    <a:pt x="7858" y="10742"/>
                    <a:pt x="8079" y="10427"/>
                    <a:pt x="8378" y="10165"/>
                  </a:cubicBezTo>
                  <a:lnTo>
                    <a:pt x="8669" y="9909"/>
                  </a:lnTo>
                  <a:close/>
                  <a:moveTo>
                    <a:pt x="44899" y="9946"/>
                  </a:moveTo>
                  <a:lnTo>
                    <a:pt x="45225" y="10203"/>
                  </a:lnTo>
                  <a:cubicBezTo>
                    <a:pt x="45538" y="10451"/>
                    <a:pt x="45781" y="10759"/>
                    <a:pt x="45719" y="10830"/>
                  </a:cubicBezTo>
                  <a:lnTo>
                    <a:pt x="45580" y="10987"/>
                  </a:lnTo>
                  <a:cubicBezTo>
                    <a:pt x="45572" y="10996"/>
                    <a:pt x="45558" y="11000"/>
                    <a:pt x="45541" y="11000"/>
                  </a:cubicBezTo>
                  <a:cubicBezTo>
                    <a:pt x="45430" y="11000"/>
                    <a:pt x="45150" y="10819"/>
                    <a:pt x="44906" y="10577"/>
                  </a:cubicBezTo>
                  <a:lnTo>
                    <a:pt x="44606" y="10280"/>
                  </a:lnTo>
                  <a:cubicBezTo>
                    <a:pt x="44715" y="10179"/>
                    <a:pt x="44814" y="10068"/>
                    <a:pt x="44899" y="9946"/>
                  </a:cubicBezTo>
                  <a:close/>
                  <a:moveTo>
                    <a:pt x="41680" y="10049"/>
                  </a:moveTo>
                  <a:cubicBezTo>
                    <a:pt x="41774" y="10165"/>
                    <a:pt x="41880" y="10273"/>
                    <a:pt x="41996" y="10366"/>
                  </a:cubicBezTo>
                  <a:lnTo>
                    <a:pt x="41740" y="10649"/>
                  </a:lnTo>
                  <a:cubicBezTo>
                    <a:pt x="41504" y="10908"/>
                    <a:pt x="41225" y="11109"/>
                    <a:pt x="41116" y="11109"/>
                  </a:cubicBezTo>
                  <a:cubicBezTo>
                    <a:pt x="41100" y="11109"/>
                    <a:pt x="41088" y="11105"/>
                    <a:pt x="41080" y="11097"/>
                  </a:cubicBezTo>
                  <a:lnTo>
                    <a:pt x="40934" y="10948"/>
                  </a:lnTo>
                  <a:cubicBezTo>
                    <a:pt x="40869" y="10882"/>
                    <a:pt x="41091" y="10567"/>
                    <a:pt x="41389" y="10304"/>
                  </a:cubicBezTo>
                  <a:lnTo>
                    <a:pt x="41680" y="10049"/>
                  </a:lnTo>
                  <a:close/>
                  <a:moveTo>
                    <a:pt x="11434" y="10273"/>
                  </a:moveTo>
                  <a:lnTo>
                    <a:pt x="11657" y="10618"/>
                  </a:lnTo>
                  <a:cubicBezTo>
                    <a:pt x="11875" y="10953"/>
                    <a:pt x="12005" y="11323"/>
                    <a:pt x="11923" y="11370"/>
                  </a:cubicBezTo>
                  <a:lnTo>
                    <a:pt x="11742" y="11473"/>
                  </a:lnTo>
                  <a:cubicBezTo>
                    <a:pt x="11736" y="11476"/>
                    <a:pt x="11729" y="11478"/>
                    <a:pt x="11722" y="11478"/>
                  </a:cubicBezTo>
                  <a:cubicBezTo>
                    <a:pt x="11625" y="11478"/>
                    <a:pt x="11400" y="11199"/>
                    <a:pt x="11236" y="10868"/>
                  </a:cubicBezTo>
                  <a:lnTo>
                    <a:pt x="11049" y="10497"/>
                  </a:lnTo>
                  <a:cubicBezTo>
                    <a:pt x="11186" y="10437"/>
                    <a:pt x="11315" y="10360"/>
                    <a:pt x="11434" y="10273"/>
                  </a:cubicBezTo>
                  <a:close/>
                  <a:moveTo>
                    <a:pt x="9158" y="10352"/>
                  </a:moveTo>
                  <a:cubicBezTo>
                    <a:pt x="9284" y="10432"/>
                    <a:pt x="9418" y="10499"/>
                    <a:pt x="9559" y="10550"/>
                  </a:cubicBezTo>
                  <a:lnTo>
                    <a:pt x="9405" y="10905"/>
                  </a:lnTo>
                  <a:cubicBezTo>
                    <a:pt x="9257" y="11248"/>
                    <a:pt x="9039" y="11546"/>
                    <a:pt x="8943" y="11546"/>
                  </a:cubicBezTo>
                  <a:cubicBezTo>
                    <a:pt x="8937" y="11546"/>
                    <a:pt x="8931" y="11545"/>
                    <a:pt x="8926" y="11542"/>
                  </a:cubicBezTo>
                  <a:lnTo>
                    <a:pt x="8740" y="11449"/>
                  </a:lnTo>
                  <a:cubicBezTo>
                    <a:pt x="8656" y="11406"/>
                    <a:pt x="8765" y="11036"/>
                    <a:pt x="8963" y="10693"/>
                  </a:cubicBezTo>
                  <a:lnTo>
                    <a:pt x="9158" y="10352"/>
                  </a:lnTo>
                  <a:close/>
                  <a:moveTo>
                    <a:pt x="44445" y="10413"/>
                  </a:moveTo>
                  <a:lnTo>
                    <a:pt x="44669" y="10758"/>
                  </a:lnTo>
                  <a:cubicBezTo>
                    <a:pt x="44886" y="11093"/>
                    <a:pt x="45016" y="11463"/>
                    <a:pt x="44934" y="11510"/>
                  </a:cubicBezTo>
                  <a:lnTo>
                    <a:pt x="44753" y="11613"/>
                  </a:lnTo>
                  <a:cubicBezTo>
                    <a:pt x="44748" y="11616"/>
                    <a:pt x="44741" y="11618"/>
                    <a:pt x="44734" y="11618"/>
                  </a:cubicBezTo>
                  <a:cubicBezTo>
                    <a:pt x="44637" y="11618"/>
                    <a:pt x="44412" y="11338"/>
                    <a:pt x="44247" y="11008"/>
                  </a:cubicBezTo>
                  <a:lnTo>
                    <a:pt x="44062" y="10636"/>
                  </a:lnTo>
                  <a:cubicBezTo>
                    <a:pt x="44198" y="10577"/>
                    <a:pt x="44326" y="10500"/>
                    <a:pt x="44445" y="10413"/>
                  </a:cubicBezTo>
                  <a:close/>
                  <a:moveTo>
                    <a:pt x="42170" y="10492"/>
                  </a:moveTo>
                  <a:cubicBezTo>
                    <a:pt x="42295" y="10571"/>
                    <a:pt x="42430" y="10637"/>
                    <a:pt x="42571" y="10690"/>
                  </a:cubicBezTo>
                  <a:lnTo>
                    <a:pt x="42417" y="11044"/>
                  </a:lnTo>
                  <a:cubicBezTo>
                    <a:pt x="42268" y="11388"/>
                    <a:pt x="42051" y="11686"/>
                    <a:pt x="41955" y="11686"/>
                  </a:cubicBezTo>
                  <a:cubicBezTo>
                    <a:pt x="41949" y="11686"/>
                    <a:pt x="41943" y="11685"/>
                    <a:pt x="41938" y="11682"/>
                  </a:cubicBezTo>
                  <a:lnTo>
                    <a:pt x="41751" y="11587"/>
                  </a:lnTo>
                  <a:cubicBezTo>
                    <a:pt x="41668" y="11546"/>
                    <a:pt x="41777" y="11176"/>
                    <a:pt x="41974" y="10831"/>
                  </a:cubicBezTo>
                  <a:lnTo>
                    <a:pt x="42170" y="10492"/>
                  </a:lnTo>
                  <a:close/>
                  <a:moveTo>
                    <a:pt x="10854" y="10571"/>
                  </a:moveTo>
                  <a:lnTo>
                    <a:pt x="10953" y="10963"/>
                  </a:lnTo>
                  <a:cubicBezTo>
                    <a:pt x="11049" y="11350"/>
                    <a:pt x="11055" y="11743"/>
                    <a:pt x="10962" y="11760"/>
                  </a:cubicBezTo>
                  <a:lnTo>
                    <a:pt x="10757" y="11799"/>
                  </a:lnTo>
                  <a:cubicBezTo>
                    <a:pt x="10754" y="11800"/>
                    <a:pt x="10752" y="11800"/>
                    <a:pt x="10750" y="11800"/>
                  </a:cubicBezTo>
                  <a:cubicBezTo>
                    <a:pt x="10658" y="11800"/>
                    <a:pt x="10524" y="11448"/>
                    <a:pt x="10472" y="11064"/>
                  </a:cubicBezTo>
                  <a:lnTo>
                    <a:pt x="10417" y="10660"/>
                  </a:lnTo>
                  <a:cubicBezTo>
                    <a:pt x="10569" y="10646"/>
                    <a:pt x="10714" y="10616"/>
                    <a:pt x="10854" y="10571"/>
                  </a:cubicBezTo>
                  <a:close/>
                  <a:moveTo>
                    <a:pt x="9763" y="10611"/>
                  </a:moveTo>
                  <a:cubicBezTo>
                    <a:pt x="9916" y="10647"/>
                    <a:pt x="10075" y="10667"/>
                    <a:pt x="10239" y="10667"/>
                  </a:cubicBezTo>
                  <a:lnTo>
                    <a:pt x="10207" y="10667"/>
                  </a:lnTo>
                  <a:lnTo>
                    <a:pt x="10174" y="11061"/>
                  </a:lnTo>
                  <a:cubicBezTo>
                    <a:pt x="10142" y="11453"/>
                    <a:pt x="10023" y="11819"/>
                    <a:pt x="9931" y="11819"/>
                  </a:cubicBezTo>
                  <a:cubicBezTo>
                    <a:pt x="9929" y="11819"/>
                    <a:pt x="9927" y="11819"/>
                    <a:pt x="9925" y="11819"/>
                  </a:cubicBezTo>
                  <a:lnTo>
                    <a:pt x="9719" y="11791"/>
                  </a:lnTo>
                  <a:cubicBezTo>
                    <a:pt x="9626" y="11778"/>
                    <a:pt x="9610" y="11392"/>
                    <a:pt x="9687" y="11002"/>
                  </a:cubicBezTo>
                  <a:lnTo>
                    <a:pt x="9763" y="10611"/>
                  </a:lnTo>
                  <a:close/>
                  <a:moveTo>
                    <a:pt x="43866" y="10711"/>
                  </a:moveTo>
                  <a:lnTo>
                    <a:pt x="43965" y="11102"/>
                  </a:lnTo>
                  <a:cubicBezTo>
                    <a:pt x="44062" y="11490"/>
                    <a:pt x="44066" y="11881"/>
                    <a:pt x="43973" y="11900"/>
                  </a:cubicBezTo>
                  <a:lnTo>
                    <a:pt x="43768" y="11939"/>
                  </a:lnTo>
                  <a:cubicBezTo>
                    <a:pt x="43766" y="11940"/>
                    <a:pt x="43764" y="11940"/>
                    <a:pt x="43762" y="11940"/>
                  </a:cubicBezTo>
                  <a:cubicBezTo>
                    <a:pt x="43670" y="11940"/>
                    <a:pt x="43537" y="11588"/>
                    <a:pt x="43484" y="11203"/>
                  </a:cubicBezTo>
                  <a:lnTo>
                    <a:pt x="43429" y="10800"/>
                  </a:lnTo>
                  <a:cubicBezTo>
                    <a:pt x="43580" y="10786"/>
                    <a:pt x="43726" y="10756"/>
                    <a:pt x="43866" y="10711"/>
                  </a:cubicBezTo>
                  <a:close/>
                  <a:moveTo>
                    <a:pt x="42774" y="10750"/>
                  </a:moveTo>
                  <a:cubicBezTo>
                    <a:pt x="42927" y="10787"/>
                    <a:pt x="43087" y="10807"/>
                    <a:pt x="43251" y="10807"/>
                  </a:cubicBezTo>
                  <a:lnTo>
                    <a:pt x="43218" y="10807"/>
                  </a:lnTo>
                  <a:lnTo>
                    <a:pt x="43186" y="11201"/>
                  </a:lnTo>
                  <a:cubicBezTo>
                    <a:pt x="43154" y="11592"/>
                    <a:pt x="43034" y="11959"/>
                    <a:pt x="42942" y="11959"/>
                  </a:cubicBezTo>
                  <a:cubicBezTo>
                    <a:pt x="42940" y="11959"/>
                    <a:pt x="42939" y="11959"/>
                    <a:pt x="42937" y="11959"/>
                  </a:cubicBezTo>
                  <a:lnTo>
                    <a:pt x="42731" y="11931"/>
                  </a:lnTo>
                  <a:cubicBezTo>
                    <a:pt x="42637" y="11917"/>
                    <a:pt x="42622" y="11532"/>
                    <a:pt x="42698" y="11142"/>
                  </a:cubicBezTo>
                  <a:lnTo>
                    <a:pt x="42774" y="10750"/>
                  </a:lnTo>
                  <a:close/>
                  <a:moveTo>
                    <a:pt x="10263" y="5143"/>
                  </a:moveTo>
                  <a:cubicBezTo>
                    <a:pt x="8320" y="5143"/>
                    <a:pt x="6745" y="6718"/>
                    <a:pt x="6745" y="8661"/>
                  </a:cubicBezTo>
                  <a:cubicBezTo>
                    <a:pt x="6745" y="10603"/>
                    <a:pt x="8320" y="12180"/>
                    <a:pt x="10263" y="12180"/>
                  </a:cubicBezTo>
                  <a:cubicBezTo>
                    <a:pt x="12207" y="12180"/>
                    <a:pt x="13781" y="10603"/>
                    <a:pt x="13781" y="8661"/>
                  </a:cubicBezTo>
                  <a:cubicBezTo>
                    <a:pt x="13781" y="6718"/>
                    <a:pt x="12207" y="5143"/>
                    <a:pt x="10263" y="5143"/>
                  </a:cubicBezTo>
                  <a:close/>
                  <a:moveTo>
                    <a:pt x="43275" y="5283"/>
                  </a:moveTo>
                  <a:cubicBezTo>
                    <a:pt x="41331" y="5283"/>
                    <a:pt x="39757" y="6858"/>
                    <a:pt x="39757" y="8801"/>
                  </a:cubicBezTo>
                  <a:cubicBezTo>
                    <a:pt x="39757" y="10743"/>
                    <a:pt x="41333" y="12318"/>
                    <a:pt x="43275" y="12318"/>
                  </a:cubicBezTo>
                  <a:cubicBezTo>
                    <a:pt x="45218" y="12318"/>
                    <a:pt x="46793" y="10743"/>
                    <a:pt x="46793" y="8801"/>
                  </a:cubicBezTo>
                  <a:cubicBezTo>
                    <a:pt x="46793" y="6858"/>
                    <a:pt x="45218" y="5283"/>
                    <a:pt x="43275" y="5283"/>
                  </a:cubicBezTo>
                  <a:close/>
                </a:path>
              </a:pathLst>
            </a:custGeom>
            <a:gradFill>
              <a:gsLst>
                <a:gs pos="0">
                  <a:schemeClr val="accent2"/>
                </a:gs>
                <a:gs pos="100000">
                  <a:schemeClr val="accent6"/>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141" name="Google Shape;5141;p68"/>
            <p:cNvSpPr/>
            <p:nvPr/>
          </p:nvSpPr>
          <p:spPr>
            <a:xfrm>
              <a:off x="5045121" y="2014492"/>
              <a:ext cx="1645988" cy="38993"/>
            </a:xfrm>
            <a:custGeom>
              <a:avLst/>
              <a:gdLst/>
              <a:ahLst/>
              <a:cxnLst/>
              <a:rect l="l" t="t" r="r" b="b"/>
              <a:pathLst>
                <a:path w="28198" h="668" extrusionOk="0">
                  <a:moveTo>
                    <a:pt x="334" y="0"/>
                  </a:moveTo>
                  <a:cubicBezTo>
                    <a:pt x="150" y="0"/>
                    <a:pt x="0" y="150"/>
                    <a:pt x="0" y="334"/>
                  </a:cubicBezTo>
                  <a:cubicBezTo>
                    <a:pt x="0" y="517"/>
                    <a:pt x="150" y="667"/>
                    <a:pt x="334" y="667"/>
                  </a:cubicBezTo>
                  <a:lnTo>
                    <a:pt x="27865" y="667"/>
                  </a:lnTo>
                  <a:cubicBezTo>
                    <a:pt x="28048" y="667"/>
                    <a:pt x="28198" y="517"/>
                    <a:pt x="28198" y="334"/>
                  </a:cubicBezTo>
                  <a:cubicBezTo>
                    <a:pt x="28198" y="150"/>
                    <a:pt x="28048" y="0"/>
                    <a:pt x="27865" y="0"/>
                  </a:cubicBezTo>
                  <a:close/>
                </a:path>
              </a:pathLst>
            </a:custGeom>
            <a:solidFill>
              <a:srgbClr val="8A8A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142" name="Google Shape;5142;p68"/>
            <p:cNvSpPr/>
            <p:nvPr/>
          </p:nvSpPr>
          <p:spPr>
            <a:xfrm>
              <a:off x="5016402" y="1629759"/>
              <a:ext cx="1656787" cy="401428"/>
            </a:xfrm>
            <a:custGeom>
              <a:avLst/>
              <a:gdLst/>
              <a:ahLst/>
              <a:cxnLst/>
              <a:rect l="l" t="t" r="r" b="b"/>
              <a:pathLst>
                <a:path w="28383" h="6877" extrusionOk="0">
                  <a:moveTo>
                    <a:pt x="13720" y="1"/>
                  </a:moveTo>
                  <a:cubicBezTo>
                    <a:pt x="11166" y="1"/>
                    <a:pt x="8907" y="60"/>
                    <a:pt x="7879" y="238"/>
                  </a:cubicBezTo>
                  <a:cubicBezTo>
                    <a:pt x="4795" y="772"/>
                    <a:pt x="672" y="5483"/>
                    <a:pt x="672" y="5483"/>
                  </a:cubicBezTo>
                  <a:cubicBezTo>
                    <a:pt x="0" y="6342"/>
                    <a:pt x="225" y="6717"/>
                    <a:pt x="495" y="6877"/>
                  </a:cubicBezTo>
                  <a:cubicBezTo>
                    <a:pt x="519" y="6717"/>
                    <a:pt x="658" y="6591"/>
                    <a:pt x="826" y="6591"/>
                  </a:cubicBezTo>
                  <a:lnTo>
                    <a:pt x="1405" y="6591"/>
                  </a:lnTo>
                  <a:cubicBezTo>
                    <a:pt x="1391" y="6519"/>
                    <a:pt x="1397" y="6433"/>
                    <a:pt x="1434" y="6332"/>
                  </a:cubicBezTo>
                  <a:cubicBezTo>
                    <a:pt x="1631" y="5792"/>
                    <a:pt x="6224" y="1606"/>
                    <a:pt x="7654" y="919"/>
                  </a:cubicBezTo>
                  <a:cubicBezTo>
                    <a:pt x="7779" y="858"/>
                    <a:pt x="7916" y="827"/>
                    <a:pt x="8053" y="827"/>
                  </a:cubicBezTo>
                  <a:lnTo>
                    <a:pt x="13931" y="827"/>
                  </a:lnTo>
                  <a:cubicBezTo>
                    <a:pt x="14279" y="827"/>
                    <a:pt x="14582" y="1021"/>
                    <a:pt x="14740" y="1309"/>
                  </a:cubicBezTo>
                  <a:cubicBezTo>
                    <a:pt x="14805" y="1426"/>
                    <a:pt x="14845" y="1561"/>
                    <a:pt x="14853" y="1703"/>
                  </a:cubicBezTo>
                  <a:cubicBezTo>
                    <a:pt x="14860" y="1821"/>
                    <a:pt x="14864" y="1955"/>
                    <a:pt x="14864" y="2106"/>
                  </a:cubicBezTo>
                  <a:lnTo>
                    <a:pt x="14864" y="6067"/>
                  </a:lnTo>
                  <a:cubicBezTo>
                    <a:pt x="14864" y="6262"/>
                    <a:pt x="14804" y="6441"/>
                    <a:pt x="14702" y="6591"/>
                  </a:cubicBezTo>
                  <a:lnTo>
                    <a:pt x="16415" y="6591"/>
                  </a:lnTo>
                  <a:cubicBezTo>
                    <a:pt x="16373" y="6505"/>
                    <a:pt x="16347" y="6409"/>
                    <a:pt x="16343" y="6307"/>
                  </a:cubicBezTo>
                  <a:cubicBezTo>
                    <a:pt x="16341" y="6297"/>
                    <a:pt x="16341" y="6286"/>
                    <a:pt x="16341" y="6274"/>
                  </a:cubicBezTo>
                  <a:lnTo>
                    <a:pt x="16341" y="1546"/>
                  </a:lnTo>
                  <a:cubicBezTo>
                    <a:pt x="16341" y="1149"/>
                    <a:pt x="16661" y="827"/>
                    <a:pt x="17057" y="827"/>
                  </a:cubicBezTo>
                  <a:lnTo>
                    <a:pt x="23747" y="827"/>
                  </a:lnTo>
                  <a:lnTo>
                    <a:pt x="23747" y="6591"/>
                  </a:lnTo>
                  <a:lnTo>
                    <a:pt x="24501" y="6591"/>
                  </a:lnTo>
                  <a:lnTo>
                    <a:pt x="24501" y="1186"/>
                  </a:lnTo>
                  <a:lnTo>
                    <a:pt x="25293" y="2423"/>
                  </a:lnTo>
                  <a:lnTo>
                    <a:pt x="26952" y="5012"/>
                  </a:lnTo>
                  <a:cubicBezTo>
                    <a:pt x="27027" y="5128"/>
                    <a:pt x="27067" y="5264"/>
                    <a:pt x="27067" y="5402"/>
                  </a:cubicBezTo>
                  <a:lnTo>
                    <a:pt x="27067" y="6274"/>
                  </a:lnTo>
                  <a:cubicBezTo>
                    <a:pt x="27067" y="6389"/>
                    <a:pt x="27040" y="6496"/>
                    <a:pt x="26993" y="6591"/>
                  </a:cubicBezTo>
                  <a:lnTo>
                    <a:pt x="28356" y="6591"/>
                  </a:lnTo>
                  <a:cubicBezTo>
                    <a:pt x="28366" y="6591"/>
                    <a:pt x="28374" y="6593"/>
                    <a:pt x="28383" y="6593"/>
                  </a:cubicBezTo>
                  <a:cubicBezTo>
                    <a:pt x="28237" y="4037"/>
                    <a:pt x="27219" y="2344"/>
                    <a:pt x="26359" y="1353"/>
                  </a:cubicBezTo>
                  <a:cubicBezTo>
                    <a:pt x="25748" y="649"/>
                    <a:pt x="24829" y="226"/>
                    <a:pt x="23847" y="194"/>
                  </a:cubicBezTo>
                  <a:cubicBezTo>
                    <a:pt x="21748" y="125"/>
                    <a:pt x="17423" y="1"/>
                    <a:pt x="13720" y="1"/>
                  </a:cubicBezTo>
                  <a:close/>
                </a:path>
              </a:pathLst>
            </a:custGeom>
            <a:gradFill>
              <a:gsLst>
                <a:gs pos="0">
                  <a:schemeClr val="accent1"/>
                </a:gs>
                <a:gs pos="100000">
                  <a:schemeClr val="lt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143" name="Google Shape;5143;p68"/>
            <p:cNvSpPr/>
            <p:nvPr/>
          </p:nvSpPr>
          <p:spPr>
            <a:xfrm>
              <a:off x="4957971" y="1598238"/>
              <a:ext cx="2063643" cy="1155776"/>
            </a:xfrm>
            <a:custGeom>
              <a:avLst/>
              <a:gdLst/>
              <a:ahLst/>
              <a:cxnLst/>
              <a:rect l="l" t="t" r="r" b="b"/>
              <a:pathLst>
                <a:path w="35353" h="19800" extrusionOk="0">
                  <a:moveTo>
                    <a:pt x="31111" y="1083"/>
                  </a:moveTo>
                  <a:cubicBezTo>
                    <a:pt x="31100" y="1091"/>
                    <a:pt x="30823" y="1303"/>
                    <a:pt x="30594" y="1777"/>
                  </a:cubicBezTo>
                  <a:cubicBezTo>
                    <a:pt x="30385" y="2211"/>
                    <a:pt x="30180" y="2957"/>
                    <a:pt x="30397" y="4043"/>
                  </a:cubicBezTo>
                  <a:cubicBezTo>
                    <a:pt x="30591" y="5015"/>
                    <a:pt x="31170" y="6002"/>
                    <a:pt x="31983" y="6751"/>
                  </a:cubicBezTo>
                  <a:cubicBezTo>
                    <a:pt x="32722" y="7429"/>
                    <a:pt x="33565" y="7827"/>
                    <a:pt x="34259" y="7827"/>
                  </a:cubicBezTo>
                  <a:cubicBezTo>
                    <a:pt x="34291" y="7827"/>
                    <a:pt x="34325" y="7825"/>
                    <a:pt x="34358" y="7824"/>
                  </a:cubicBezTo>
                  <a:lnTo>
                    <a:pt x="34355" y="7773"/>
                  </a:lnTo>
                  <a:cubicBezTo>
                    <a:pt x="34317" y="7776"/>
                    <a:pt x="34280" y="7777"/>
                    <a:pt x="34242" y="7777"/>
                  </a:cubicBezTo>
                  <a:cubicBezTo>
                    <a:pt x="32590" y="7776"/>
                    <a:pt x="30792" y="5757"/>
                    <a:pt x="30447" y="4033"/>
                  </a:cubicBezTo>
                  <a:cubicBezTo>
                    <a:pt x="30035" y="1986"/>
                    <a:pt x="31131" y="1131"/>
                    <a:pt x="31142" y="1122"/>
                  </a:cubicBezTo>
                  <a:lnTo>
                    <a:pt x="31111" y="1083"/>
                  </a:lnTo>
                  <a:close/>
                  <a:moveTo>
                    <a:pt x="3845" y="5365"/>
                  </a:moveTo>
                  <a:cubicBezTo>
                    <a:pt x="3811" y="5365"/>
                    <a:pt x="3776" y="5368"/>
                    <a:pt x="3741" y="5373"/>
                  </a:cubicBezTo>
                  <a:cubicBezTo>
                    <a:pt x="2016" y="5629"/>
                    <a:pt x="1845" y="6677"/>
                    <a:pt x="1835" y="7014"/>
                  </a:cubicBezTo>
                  <a:cubicBezTo>
                    <a:pt x="1832" y="7070"/>
                    <a:pt x="1838" y="7128"/>
                    <a:pt x="1851" y="7185"/>
                  </a:cubicBezTo>
                  <a:cubicBezTo>
                    <a:pt x="2121" y="8391"/>
                    <a:pt x="3040" y="8774"/>
                    <a:pt x="3734" y="8888"/>
                  </a:cubicBezTo>
                  <a:cubicBezTo>
                    <a:pt x="3772" y="8894"/>
                    <a:pt x="3811" y="8897"/>
                    <a:pt x="3848" y="8897"/>
                  </a:cubicBezTo>
                  <a:cubicBezTo>
                    <a:pt x="4240" y="8897"/>
                    <a:pt x="4569" y="8575"/>
                    <a:pt x="4569" y="8169"/>
                  </a:cubicBezTo>
                  <a:lnTo>
                    <a:pt x="4569" y="6094"/>
                  </a:lnTo>
                  <a:cubicBezTo>
                    <a:pt x="4569" y="5687"/>
                    <a:pt x="4238" y="5365"/>
                    <a:pt x="3845" y="5365"/>
                  </a:cubicBezTo>
                  <a:close/>
                  <a:moveTo>
                    <a:pt x="33457" y="7947"/>
                  </a:moveTo>
                  <a:cubicBezTo>
                    <a:pt x="33154" y="7947"/>
                    <a:pt x="32891" y="8163"/>
                    <a:pt x="32837" y="8463"/>
                  </a:cubicBezTo>
                  <a:cubicBezTo>
                    <a:pt x="32725" y="9086"/>
                    <a:pt x="32669" y="10084"/>
                    <a:pt x="33366" y="10376"/>
                  </a:cubicBezTo>
                  <a:cubicBezTo>
                    <a:pt x="34403" y="10812"/>
                    <a:pt x="35353" y="11210"/>
                    <a:pt x="35353" y="11210"/>
                  </a:cubicBezTo>
                  <a:cubicBezTo>
                    <a:pt x="35353" y="11210"/>
                    <a:pt x="35138" y="8929"/>
                    <a:pt x="34420" y="7947"/>
                  </a:cubicBezTo>
                  <a:close/>
                  <a:moveTo>
                    <a:pt x="16366" y="102"/>
                  </a:moveTo>
                  <a:lnTo>
                    <a:pt x="16366" y="19700"/>
                  </a:lnTo>
                  <a:lnTo>
                    <a:pt x="1741" y="19700"/>
                  </a:lnTo>
                  <a:cubicBezTo>
                    <a:pt x="1879" y="19164"/>
                    <a:pt x="2737" y="15417"/>
                    <a:pt x="336" y="13229"/>
                  </a:cubicBezTo>
                  <a:cubicBezTo>
                    <a:pt x="187" y="13093"/>
                    <a:pt x="101" y="12904"/>
                    <a:pt x="101" y="12707"/>
                  </a:cubicBezTo>
                  <a:lnTo>
                    <a:pt x="101" y="7753"/>
                  </a:lnTo>
                  <a:cubicBezTo>
                    <a:pt x="101" y="7359"/>
                    <a:pt x="248" y="6980"/>
                    <a:pt x="514" y="6689"/>
                  </a:cubicBezTo>
                  <a:cubicBezTo>
                    <a:pt x="1797" y="5281"/>
                    <a:pt x="6209" y="646"/>
                    <a:pt x="9086" y="102"/>
                  </a:cubicBezTo>
                  <a:close/>
                  <a:moveTo>
                    <a:pt x="24574" y="102"/>
                  </a:moveTo>
                  <a:cubicBezTo>
                    <a:pt x="24735" y="102"/>
                    <a:pt x="25698" y="131"/>
                    <a:pt x="26748" y="845"/>
                  </a:cubicBezTo>
                  <a:cubicBezTo>
                    <a:pt x="28666" y="2151"/>
                    <a:pt x="29395" y="4696"/>
                    <a:pt x="29669" y="6601"/>
                  </a:cubicBezTo>
                  <a:lnTo>
                    <a:pt x="29969" y="8735"/>
                  </a:lnTo>
                  <a:lnTo>
                    <a:pt x="29969" y="10419"/>
                  </a:lnTo>
                  <a:cubicBezTo>
                    <a:pt x="29969" y="11031"/>
                    <a:pt x="29534" y="11558"/>
                    <a:pt x="28933" y="11671"/>
                  </a:cubicBezTo>
                  <a:cubicBezTo>
                    <a:pt x="27678" y="11907"/>
                    <a:pt x="25959" y="12522"/>
                    <a:pt x="24890" y="14109"/>
                  </a:cubicBezTo>
                  <a:cubicBezTo>
                    <a:pt x="23953" y="15502"/>
                    <a:pt x="23710" y="17382"/>
                    <a:pt x="24169" y="19700"/>
                  </a:cubicBezTo>
                  <a:lnTo>
                    <a:pt x="16466" y="19700"/>
                  </a:lnTo>
                  <a:lnTo>
                    <a:pt x="16466" y="102"/>
                  </a:lnTo>
                  <a:lnTo>
                    <a:pt x="24551" y="102"/>
                  </a:lnTo>
                  <a:cubicBezTo>
                    <a:pt x="24552" y="102"/>
                    <a:pt x="24560" y="102"/>
                    <a:pt x="24574" y="102"/>
                  </a:cubicBezTo>
                  <a:close/>
                  <a:moveTo>
                    <a:pt x="24592" y="1"/>
                  </a:moveTo>
                  <a:cubicBezTo>
                    <a:pt x="24568" y="1"/>
                    <a:pt x="24553" y="1"/>
                    <a:pt x="24548" y="2"/>
                  </a:cubicBezTo>
                  <a:lnTo>
                    <a:pt x="16366" y="2"/>
                  </a:lnTo>
                  <a:lnTo>
                    <a:pt x="9078" y="3"/>
                  </a:lnTo>
                  <a:cubicBezTo>
                    <a:pt x="6159" y="553"/>
                    <a:pt x="1728" y="5207"/>
                    <a:pt x="439" y="6621"/>
                  </a:cubicBezTo>
                  <a:cubicBezTo>
                    <a:pt x="157" y="6932"/>
                    <a:pt x="1" y="7333"/>
                    <a:pt x="1" y="7753"/>
                  </a:cubicBezTo>
                  <a:lnTo>
                    <a:pt x="1" y="12707"/>
                  </a:lnTo>
                  <a:cubicBezTo>
                    <a:pt x="1" y="12932"/>
                    <a:pt x="98" y="13150"/>
                    <a:pt x="268" y="13304"/>
                  </a:cubicBezTo>
                  <a:cubicBezTo>
                    <a:pt x="2799" y="15610"/>
                    <a:pt x="1637" y="19695"/>
                    <a:pt x="1626" y="19736"/>
                  </a:cubicBezTo>
                  <a:lnTo>
                    <a:pt x="1608" y="19800"/>
                  </a:lnTo>
                  <a:lnTo>
                    <a:pt x="24291" y="19800"/>
                  </a:lnTo>
                  <a:lnTo>
                    <a:pt x="24280" y="19741"/>
                  </a:lnTo>
                  <a:cubicBezTo>
                    <a:pt x="23810" y="17423"/>
                    <a:pt x="24044" y="15547"/>
                    <a:pt x="24974" y="14164"/>
                  </a:cubicBezTo>
                  <a:cubicBezTo>
                    <a:pt x="26023" y="12607"/>
                    <a:pt x="27714" y="12003"/>
                    <a:pt x="28951" y="11770"/>
                  </a:cubicBezTo>
                  <a:cubicBezTo>
                    <a:pt x="29599" y="11649"/>
                    <a:pt x="30069" y="11080"/>
                    <a:pt x="30069" y="10419"/>
                  </a:cubicBezTo>
                  <a:lnTo>
                    <a:pt x="30069" y="8730"/>
                  </a:lnTo>
                  <a:lnTo>
                    <a:pt x="29770" y="6587"/>
                  </a:lnTo>
                  <a:cubicBezTo>
                    <a:pt x="29491" y="4660"/>
                    <a:pt x="28751" y="2084"/>
                    <a:pt x="26799" y="759"/>
                  </a:cubicBezTo>
                  <a:cubicBezTo>
                    <a:pt x="25749" y="47"/>
                    <a:pt x="24807" y="1"/>
                    <a:pt x="24592" y="1"/>
                  </a:cubicBezTo>
                  <a:close/>
                </a:path>
              </a:pathLst>
            </a:custGeom>
            <a:gradFill>
              <a:gsLst>
                <a:gs pos="0">
                  <a:schemeClr val="accent2"/>
                </a:gs>
                <a:gs pos="100000">
                  <a:schemeClr val="accent6"/>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5144" name="Google Shape;5144;p68"/>
            <p:cNvGrpSpPr/>
            <p:nvPr/>
          </p:nvGrpSpPr>
          <p:grpSpPr>
            <a:xfrm>
              <a:off x="3155185" y="379546"/>
              <a:ext cx="1447830" cy="2432453"/>
              <a:chOff x="6484504" y="1911584"/>
              <a:chExt cx="1935860" cy="3252377"/>
            </a:xfrm>
          </p:grpSpPr>
          <p:sp>
            <p:nvSpPr>
              <p:cNvPr id="5145" name="Google Shape;5145;p68"/>
              <p:cNvSpPr/>
              <p:nvPr/>
            </p:nvSpPr>
            <p:spPr>
              <a:xfrm>
                <a:off x="6836521" y="4915155"/>
                <a:ext cx="1052" cy="789"/>
              </a:xfrm>
              <a:custGeom>
                <a:avLst/>
                <a:gdLst/>
                <a:ahLst/>
                <a:cxnLst/>
                <a:rect l="l" t="t" r="r" b="b"/>
                <a:pathLst>
                  <a:path w="16" h="12" extrusionOk="0">
                    <a:moveTo>
                      <a:pt x="16" y="0"/>
                    </a:moveTo>
                    <a:cubicBezTo>
                      <a:pt x="13" y="2"/>
                      <a:pt x="9" y="4"/>
                      <a:pt x="6" y="7"/>
                    </a:cubicBezTo>
                    <a:lnTo>
                      <a:pt x="6" y="7"/>
                    </a:lnTo>
                    <a:cubicBezTo>
                      <a:pt x="10" y="4"/>
                      <a:pt x="13" y="2"/>
                      <a:pt x="16" y="0"/>
                    </a:cubicBezTo>
                    <a:close/>
                    <a:moveTo>
                      <a:pt x="6" y="7"/>
                    </a:moveTo>
                    <a:cubicBezTo>
                      <a:pt x="5" y="8"/>
                      <a:pt x="4" y="9"/>
                      <a:pt x="2" y="10"/>
                    </a:cubicBezTo>
                    <a:lnTo>
                      <a:pt x="2" y="10"/>
                    </a:lnTo>
                    <a:cubicBezTo>
                      <a:pt x="3" y="9"/>
                      <a:pt x="5" y="8"/>
                      <a:pt x="6" y="8"/>
                    </a:cubicBezTo>
                    <a:cubicBezTo>
                      <a:pt x="6" y="7"/>
                      <a:pt x="6" y="7"/>
                      <a:pt x="6" y="7"/>
                    </a:cubicBezTo>
                    <a:close/>
                    <a:moveTo>
                      <a:pt x="2" y="10"/>
                    </a:moveTo>
                    <a:cubicBezTo>
                      <a:pt x="1" y="11"/>
                      <a:pt x="1" y="11"/>
                      <a:pt x="0" y="12"/>
                    </a:cubicBezTo>
                    <a:cubicBezTo>
                      <a:pt x="1" y="11"/>
                      <a:pt x="1" y="11"/>
                      <a:pt x="2" y="10"/>
                    </a:cubicBezTo>
                    <a:close/>
                  </a:path>
                </a:pathLst>
              </a:custGeom>
              <a:solidFill>
                <a:srgbClr val="3838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146" name="Google Shape;5146;p68"/>
              <p:cNvSpPr/>
              <p:nvPr/>
            </p:nvSpPr>
            <p:spPr>
              <a:xfrm>
                <a:off x="6509150" y="2123411"/>
                <a:ext cx="1031685" cy="1838723"/>
              </a:xfrm>
              <a:custGeom>
                <a:avLst/>
                <a:gdLst/>
                <a:ahLst/>
                <a:cxnLst/>
                <a:rect l="l" t="t" r="r" b="b"/>
                <a:pathLst>
                  <a:path w="15697" h="27976" extrusionOk="0">
                    <a:moveTo>
                      <a:pt x="1131" y="0"/>
                    </a:moveTo>
                    <a:cubicBezTo>
                      <a:pt x="506" y="0"/>
                      <a:pt x="0" y="508"/>
                      <a:pt x="0" y="1132"/>
                    </a:cubicBezTo>
                    <a:lnTo>
                      <a:pt x="0" y="16614"/>
                    </a:lnTo>
                    <a:lnTo>
                      <a:pt x="0" y="27975"/>
                    </a:lnTo>
                    <a:lnTo>
                      <a:pt x="15697" y="27975"/>
                    </a:lnTo>
                    <a:lnTo>
                      <a:pt x="15697" y="1132"/>
                    </a:lnTo>
                    <a:cubicBezTo>
                      <a:pt x="15697" y="508"/>
                      <a:pt x="15189" y="0"/>
                      <a:pt x="14565" y="0"/>
                    </a:cubicBezTo>
                    <a:close/>
                  </a:path>
                </a:pathLst>
              </a:custGeom>
              <a:gradFill>
                <a:gsLst>
                  <a:gs pos="0">
                    <a:schemeClr val="accent2"/>
                  </a:gs>
                  <a:gs pos="100000">
                    <a:schemeClr val="accent6"/>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147" name="Google Shape;5147;p68"/>
              <p:cNvSpPr/>
              <p:nvPr/>
            </p:nvSpPr>
            <p:spPr>
              <a:xfrm>
                <a:off x="6509150" y="3962031"/>
                <a:ext cx="1031685" cy="657447"/>
              </a:xfrm>
              <a:custGeom>
                <a:avLst/>
                <a:gdLst/>
                <a:ahLst/>
                <a:cxnLst/>
                <a:rect l="l" t="t" r="r" b="b"/>
                <a:pathLst>
                  <a:path w="15697" h="10003" extrusionOk="0">
                    <a:moveTo>
                      <a:pt x="0" y="0"/>
                    </a:moveTo>
                    <a:lnTo>
                      <a:pt x="0" y="8870"/>
                    </a:lnTo>
                    <a:cubicBezTo>
                      <a:pt x="0" y="9495"/>
                      <a:pt x="506" y="10002"/>
                      <a:pt x="1131" y="10002"/>
                    </a:cubicBezTo>
                    <a:lnTo>
                      <a:pt x="14565" y="10002"/>
                    </a:lnTo>
                    <a:cubicBezTo>
                      <a:pt x="15189" y="10002"/>
                      <a:pt x="15697" y="9495"/>
                      <a:pt x="15697" y="8870"/>
                    </a:cubicBezTo>
                    <a:lnTo>
                      <a:pt x="1569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148" name="Google Shape;5148;p68"/>
              <p:cNvSpPr/>
              <p:nvPr/>
            </p:nvSpPr>
            <p:spPr>
              <a:xfrm>
                <a:off x="6620421" y="2278782"/>
                <a:ext cx="796390" cy="1368592"/>
              </a:xfrm>
              <a:custGeom>
                <a:avLst/>
                <a:gdLst/>
                <a:ahLst/>
                <a:cxnLst/>
                <a:rect l="l" t="t" r="r" b="b"/>
                <a:pathLst>
                  <a:path w="12117" h="20823" extrusionOk="0">
                    <a:moveTo>
                      <a:pt x="88" y="1"/>
                    </a:moveTo>
                    <a:cubicBezTo>
                      <a:pt x="40" y="1"/>
                      <a:pt x="0" y="40"/>
                      <a:pt x="0" y="88"/>
                    </a:cubicBezTo>
                    <a:lnTo>
                      <a:pt x="0" y="12755"/>
                    </a:lnTo>
                    <a:cubicBezTo>
                      <a:pt x="0" y="12803"/>
                      <a:pt x="40" y="12842"/>
                      <a:pt x="88" y="12842"/>
                    </a:cubicBezTo>
                    <a:lnTo>
                      <a:pt x="12028" y="12842"/>
                    </a:lnTo>
                    <a:cubicBezTo>
                      <a:pt x="12077" y="12842"/>
                      <a:pt x="12117" y="12803"/>
                      <a:pt x="12117" y="12755"/>
                    </a:cubicBezTo>
                    <a:lnTo>
                      <a:pt x="12117" y="88"/>
                    </a:lnTo>
                    <a:cubicBezTo>
                      <a:pt x="12117" y="40"/>
                      <a:pt x="12077" y="1"/>
                      <a:pt x="12028" y="1"/>
                    </a:cubicBezTo>
                    <a:close/>
                    <a:moveTo>
                      <a:pt x="29" y="13955"/>
                    </a:moveTo>
                    <a:cubicBezTo>
                      <a:pt x="13" y="13955"/>
                      <a:pt x="0" y="13967"/>
                      <a:pt x="0" y="13983"/>
                    </a:cubicBezTo>
                    <a:lnTo>
                      <a:pt x="0" y="15316"/>
                    </a:lnTo>
                    <a:cubicBezTo>
                      <a:pt x="0" y="15333"/>
                      <a:pt x="13" y="15345"/>
                      <a:pt x="29" y="15345"/>
                    </a:cubicBezTo>
                    <a:lnTo>
                      <a:pt x="12087" y="15345"/>
                    </a:lnTo>
                    <a:cubicBezTo>
                      <a:pt x="12104" y="15345"/>
                      <a:pt x="12117" y="15333"/>
                      <a:pt x="12117" y="15316"/>
                    </a:cubicBezTo>
                    <a:lnTo>
                      <a:pt x="12117" y="13983"/>
                    </a:lnTo>
                    <a:cubicBezTo>
                      <a:pt x="12117" y="13967"/>
                      <a:pt x="12104" y="13955"/>
                      <a:pt x="12087" y="13955"/>
                    </a:cubicBezTo>
                    <a:close/>
                    <a:moveTo>
                      <a:pt x="10" y="16625"/>
                    </a:moveTo>
                    <a:cubicBezTo>
                      <a:pt x="5" y="16625"/>
                      <a:pt x="0" y="16629"/>
                      <a:pt x="0" y="16636"/>
                    </a:cubicBezTo>
                    <a:lnTo>
                      <a:pt x="0" y="19883"/>
                    </a:lnTo>
                    <a:cubicBezTo>
                      <a:pt x="0" y="19888"/>
                      <a:pt x="5" y="19893"/>
                      <a:pt x="10" y="19893"/>
                    </a:cubicBezTo>
                    <a:lnTo>
                      <a:pt x="1041" y="19893"/>
                    </a:lnTo>
                    <a:cubicBezTo>
                      <a:pt x="1046" y="19893"/>
                      <a:pt x="1052" y="19888"/>
                      <a:pt x="1052" y="19883"/>
                    </a:cubicBezTo>
                    <a:lnTo>
                      <a:pt x="1052" y="16636"/>
                    </a:lnTo>
                    <a:cubicBezTo>
                      <a:pt x="1052" y="16629"/>
                      <a:pt x="1046" y="16625"/>
                      <a:pt x="1041" y="16625"/>
                    </a:cubicBezTo>
                    <a:close/>
                    <a:moveTo>
                      <a:pt x="1340" y="16625"/>
                    </a:moveTo>
                    <a:cubicBezTo>
                      <a:pt x="1335" y="16625"/>
                      <a:pt x="1331" y="16629"/>
                      <a:pt x="1331" y="16636"/>
                    </a:cubicBezTo>
                    <a:lnTo>
                      <a:pt x="1331" y="19883"/>
                    </a:lnTo>
                    <a:cubicBezTo>
                      <a:pt x="1331" y="19888"/>
                      <a:pt x="1335" y="19893"/>
                      <a:pt x="1340" y="19893"/>
                    </a:cubicBezTo>
                    <a:lnTo>
                      <a:pt x="2371" y="19893"/>
                    </a:lnTo>
                    <a:cubicBezTo>
                      <a:pt x="2376" y="19893"/>
                      <a:pt x="2382" y="19888"/>
                      <a:pt x="2382" y="19883"/>
                    </a:cubicBezTo>
                    <a:lnTo>
                      <a:pt x="2382" y="16636"/>
                    </a:lnTo>
                    <a:cubicBezTo>
                      <a:pt x="2382" y="16629"/>
                      <a:pt x="2376" y="16625"/>
                      <a:pt x="2371" y="16625"/>
                    </a:cubicBezTo>
                    <a:close/>
                    <a:moveTo>
                      <a:pt x="9745" y="16625"/>
                    </a:moveTo>
                    <a:cubicBezTo>
                      <a:pt x="9739" y="16625"/>
                      <a:pt x="9735" y="16629"/>
                      <a:pt x="9735" y="16636"/>
                    </a:cubicBezTo>
                    <a:lnTo>
                      <a:pt x="9735" y="19883"/>
                    </a:lnTo>
                    <a:cubicBezTo>
                      <a:pt x="9735" y="19888"/>
                      <a:pt x="9739" y="19893"/>
                      <a:pt x="9745" y="19893"/>
                    </a:cubicBezTo>
                    <a:lnTo>
                      <a:pt x="10775" y="19893"/>
                    </a:lnTo>
                    <a:cubicBezTo>
                      <a:pt x="10782" y="19893"/>
                      <a:pt x="10787" y="19888"/>
                      <a:pt x="10787" y="19883"/>
                    </a:cubicBezTo>
                    <a:lnTo>
                      <a:pt x="10787" y="16636"/>
                    </a:lnTo>
                    <a:cubicBezTo>
                      <a:pt x="10787" y="16629"/>
                      <a:pt x="10782" y="16625"/>
                      <a:pt x="10775" y="16625"/>
                    </a:cubicBezTo>
                    <a:close/>
                    <a:moveTo>
                      <a:pt x="11076" y="16625"/>
                    </a:moveTo>
                    <a:cubicBezTo>
                      <a:pt x="11069" y="16625"/>
                      <a:pt x="11065" y="16629"/>
                      <a:pt x="11065" y="16636"/>
                    </a:cubicBezTo>
                    <a:lnTo>
                      <a:pt x="11065" y="19883"/>
                    </a:lnTo>
                    <a:cubicBezTo>
                      <a:pt x="11065" y="19888"/>
                      <a:pt x="11069" y="19893"/>
                      <a:pt x="11076" y="19893"/>
                    </a:cubicBezTo>
                    <a:lnTo>
                      <a:pt x="12107" y="19893"/>
                    </a:lnTo>
                    <a:cubicBezTo>
                      <a:pt x="12112" y="19893"/>
                      <a:pt x="12117" y="19888"/>
                      <a:pt x="12117" y="19883"/>
                    </a:cubicBezTo>
                    <a:lnTo>
                      <a:pt x="12117" y="16636"/>
                    </a:lnTo>
                    <a:cubicBezTo>
                      <a:pt x="12117" y="16629"/>
                      <a:pt x="12112" y="16625"/>
                      <a:pt x="12107" y="16625"/>
                    </a:cubicBezTo>
                    <a:close/>
                    <a:moveTo>
                      <a:pt x="6162" y="16965"/>
                    </a:moveTo>
                    <a:cubicBezTo>
                      <a:pt x="6986" y="16965"/>
                      <a:pt x="7654" y="17634"/>
                      <a:pt x="7654" y="18459"/>
                    </a:cubicBezTo>
                    <a:cubicBezTo>
                      <a:pt x="7654" y="19283"/>
                      <a:pt x="6986" y="19952"/>
                      <a:pt x="6162" y="19952"/>
                    </a:cubicBezTo>
                    <a:cubicBezTo>
                      <a:pt x="5336" y="19952"/>
                      <a:pt x="4668" y="19283"/>
                      <a:pt x="4668" y="18459"/>
                    </a:cubicBezTo>
                    <a:cubicBezTo>
                      <a:pt x="4668" y="17634"/>
                      <a:pt x="5336" y="16965"/>
                      <a:pt x="6162" y="16965"/>
                    </a:cubicBezTo>
                    <a:close/>
                    <a:moveTo>
                      <a:pt x="6162" y="16095"/>
                    </a:moveTo>
                    <a:cubicBezTo>
                      <a:pt x="4856" y="16095"/>
                      <a:pt x="3797" y="17153"/>
                      <a:pt x="3797" y="18459"/>
                    </a:cubicBezTo>
                    <a:cubicBezTo>
                      <a:pt x="3797" y="19765"/>
                      <a:pt x="4856" y="20823"/>
                      <a:pt x="6162" y="20823"/>
                    </a:cubicBezTo>
                    <a:cubicBezTo>
                      <a:pt x="7466" y="20823"/>
                      <a:pt x="8525" y="19765"/>
                      <a:pt x="8525" y="18459"/>
                    </a:cubicBezTo>
                    <a:cubicBezTo>
                      <a:pt x="8525" y="17153"/>
                      <a:pt x="7466" y="16095"/>
                      <a:pt x="6162" y="16095"/>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149" name="Google Shape;5149;p68"/>
              <p:cNvSpPr/>
              <p:nvPr/>
            </p:nvSpPr>
            <p:spPr>
              <a:xfrm>
                <a:off x="6620421" y="3707549"/>
                <a:ext cx="796390" cy="753866"/>
              </a:xfrm>
              <a:custGeom>
                <a:avLst/>
                <a:gdLst/>
                <a:ahLst/>
                <a:cxnLst/>
                <a:rect l="l" t="t" r="r" b="b"/>
                <a:pathLst>
                  <a:path w="12117" h="11470" extrusionOk="0">
                    <a:moveTo>
                      <a:pt x="68" y="1"/>
                    </a:moveTo>
                    <a:cubicBezTo>
                      <a:pt x="30" y="1"/>
                      <a:pt x="0" y="32"/>
                      <a:pt x="0" y="69"/>
                    </a:cubicBezTo>
                    <a:lnTo>
                      <a:pt x="0" y="11402"/>
                    </a:lnTo>
                    <a:cubicBezTo>
                      <a:pt x="0" y="11439"/>
                      <a:pt x="30" y="11470"/>
                      <a:pt x="68" y="11470"/>
                    </a:cubicBezTo>
                    <a:lnTo>
                      <a:pt x="6088" y="11470"/>
                    </a:lnTo>
                    <a:lnTo>
                      <a:pt x="6088" y="1"/>
                    </a:lnTo>
                    <a:close/>
                    <a:moveTo>
                      <a:pt x="6234" y="1"/>
                    </a:moveTo>
                    <a:lnTo>
                      <a:pt x="6234" y="11470"/>
                    </a:lnTo>
                    <a:lnTo>
                      <a:pt x="12049" y="11470"/>
                    </a:lnTo>
                    <a:cubicBezTo>
                      <a:pt x="12087" y="11470"/>
                      <a:pt x="12117" y="11439"/>
                      <a:pt x="12117" y="11402"/>
                    </a:cubicBezTo>
                    <a:lnTo>
                      <a:pt x="12117" y="69"/>
                    </a:lnTo>
                    <a:cubicBezTo>
                      <a:pt x="12117" y="32"/>
                      <a:pt x="12086" y="1"/>
                      <a:pt x="12049" y="1"/>
                    </a:cubicBezTo>
                    <a:close/>
                  </a:path>
                </a:pathLst>
              </a:custGeom>
              <a:gradFill>
                <a:gsLst>
                  <a:gs pos="0">
                    <a:schemeClr val="accent1"/>
                  </a:gs>
                  <a:gs pos="100000">
                    <a:schemeClr val="lt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150" name="Google Shape;5150;p68"/>
              <p:cNvSpPr/>
              <p:nvPr/>
            </p:nvSpPr>
            <p:spPr>
              <a:xfrm>
                <a:off x="6863139" y="2393469"/>
                <a:ext cx="310814" cy="614726"/>
              </a:xfrm>
              <a:custGeom>
                <a:avLst/>
                <a:gdLst/>
                <a:ahLst/>
                <a:cxnLst/>
                <a:rect l="l" t="t" r="r" b="b"/>
                <a:pathLst>
                  <a:path w="4729" h="9353" extrusionOk="0">
                    <a:moveTo>
                      <a:pt x="3884" y="1151"/>
                    </a:moveTo>
                    <a:cubicBezTo>
                      <a:pt x="4189" y="1151"/>
                      <a:pt x="4438" y="1490"/>
                      <a:pt x="4438" y="1905"/>
                    </a:cubicBezTo>
                    <a:lnTo>
                      <a:pt x="4438" y="8202"/>
                    </a:lnTo>
                    <a:cubicBezTo>
                      <a:pt x="4438" y="8618"/>
                      <a:pt x="4189" y="8956"/>
                      <a:pt x="3884" y="8956"/>
                    </a:cubicBezTo>
                    <a:lnTo>
                      <a:pt x="848" y="8956"/>
                    </a:lnTo>
                    <a:cubicBezTo>
                      <a:pt x="542" y="8956"/>
                      <a:pt x="293" y="8618"/>
                      <a:pt x="293" y="8202"/>
                    </a:cubicBezTo>
                    <a:lnTo>
                      <a:pt x="293" y="1905"/>
                    </a:lnTo>
                    <a:cubicBezTo>
                      <a:pt x="293" y="1490"/>
                      <a:pt x="542" y="1151"/>
                      <a:pt x="848" y="1151"/>
                    </a:cubicBezTo>
                    <a:close/>
                    <a:moveTo>
                      <a:pt x="1964" y="0"/>
                    </a:moveTo>
                    <a:cubicBezTo>
                      <a:pt x="1768" y="0"/>
                      <a:pt x="1607" y="219"/>
                      <a:pt x="1607" y="488"/>
                    </a:cubicBezTo>
                    <a:lnTo>
                      <a:pt x="1607" y="755"/>
                    </a:lnTo>
                    <a:lnTo>
                      <a:pt x="848" y="755"/>
                    </a:lnTo>
                    <a:cubicBezTo>
                      <a:pt x="381" y="755"/>
                      <a:pt x="1" y="1271"/>
                      <a:pt x="1" y="1905"/>
                    </a:cubicBezTo>
                    <a:lnTo>
                      <a:pt x="1" y="8202"/>
                    </a:lnTo>
                    <a:cubicBezTo>
                      <a:pt x="1" y="8837"/>
                      <a:pt x="381" y="9353"/>
                      <a:pt x="848" y="9353"/>
                    </a:cubicBezTo>
                    <a:lnTo>
                      <a:pt x="3884" y="9353"/>
                    </a:lnTo>
                    <a:cubicBezTo>
                      <a:pt x="4350" y="9353"/>
                      <a:pt x="4729" y="8837"/>
                      <a:pt x="4729" y="8202"/>
                    </a:cubicBezTo>
                    <a:lnTo>
                      <a:pt x="4729" y="1905"/>
                    </a:lnTo>
                    <a:cubicBezTo>
                      <a:pt x="4729" y="1271"/>
                      <a:pt x="4350" y="755"/>
                      <a:pt x="3884" y="755"/>
                    </a:cubicBezTo>
                    <a:lnTo>
                      <a:pt x="3065" y="755"/>
                    </a:lnTo>
                    <a:lnTo>
                      <a:pt x="3065" y="488"/>
                    </a:lnTo>
                    <a:cubicBezTo>
                      <a:pt x="3065" y="219"/>
                      <a:pt x="2906" y="0"/>
                      <a:pt x="270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151" name="Google Shape;5151;p68"/>
              <p:cNvSpPr/>
              <p:nvPr/>
            </p:nvSpPr>
            <p:spPr>
              <a:xfrm>
                <a:off x="6900865" y="2609043"/>
                <a:ext cx="234178" cy="346108"/>
              </a:xfrm>
              <a:custGeom>
                <a:avLst/>
                <a:gdLst/>
                <a:ahLst/>
                <a:cxnLst/>
                <a:rect l="l" t="t" r="r" b="b"/>
                <a:pathLst>
                  <a:path w="3563" h="5266" extrusionOk="0">
                    <a:moveTo>
                      <a:pt x="60" y="1"/>
                    </a:moveTo>
                    <a:cubicBezTo>
                      <a:pt x="28" y="1"/>
                      <a:pt x="1" y="28"/>
                      <a:pt x="1" y="59"/>
                    </a:cubicBezTo>
                    <a:lnTo>
                      <a:pt x="1" y="5208"/>
                    </a:lnTo>
                    <a:cubicBezTo>
                      <a:pt x="1" y="5239"/>
                      <a:pt x="28" y="5266"/>
                      <a:pt x="60" y="5266"/>
                    </a:cubicBezTo>
                    <a:lnTo>
                      <a:pt x="3503" y="5266"/>
                    </a:lnTo>
                    <a:cubicBezTo>
                      <a:pt x="3536" y="5266"/>
                      <a:pt x="3561" y="5239"/>
                      <a:pt x="3563" y="5208"/>
                    </a:cubicBezTo>
                    <a:lnTo>
                      <a:pt x="3563" y="59"/>
                    </a:lnTo>
                    <a:cubicBezTo>
                      <a:pt x="3563" y="28"/>
                      <a:pt x="3536" y="1"/>
                      <a:pt x="3503" y="1"/>
                    </a:cubicBezTo>
                    <a:close/>
                  </a:path>
                </a:pathLst>
              </a:custGeom>
              <a:gradFill>
                <a:gsLst>
                  <a:gs pos="0">
                    <a:schemeClr val="dk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152" name="Google Shape;5152;p68"/>
              <p:cNvSpPr/>
              <p:nvPr/>
            </p:nvSpPr>
            <p:spPr>
              <a:xfrm>
                <a:off x="6558443" y="2159625"/>
                <a:ext cx="858368" cy="47716"/>
              </a:xfrm>
              <a:custGeom>
                <a:avLst/>
                <a:gdLst/>
                <a:ahLst/>
                <a:cxnLst/>
                <a:rect l="l" t="t" r="r" b="b"/>
                <a:pathLst>
                  <a:path w="13060" h="726" extrusionOk="0">
                    <a:moveTo>
                      <a:pt x="44" y="0"/>
                    </a:moveTo>
                    <a:cubicBezTo>
                      <a:pt x="20" y="0"/>
                      <a:pt x="1" y="20"/>
                      <a:pt x="1" y="44"/>
                    </a:cubicBezTo>
                    <a:lnTo>
                      <a:pt x="1" y="682"/>
                    </a:lnTo>
                    <a:cubicBezTo>
                      <a:pt x="1" y="706"/>
                      <a:pt x="20" y="725"/>
                      <a:pt x="44" y="725"/>
                    </a:cubicBezTo>
                    <a:lnTo>
                      <a:pt x="13016" y="725"/>
                    </a:lnTo>
                    <a:cubicBezTo>
                      <a:pt x="13040" y="725"/>
                      <a:pt x="13060" y="706"/>
                      <a:pt x="13060" y="682"/>
                    </a:cubicBezTo>
                    <a:lnTo>
                      <a:pt x="13060" y="44"/>
                    </a:lnTo>
                    <a:cubicBezTo>
                      <a:pt x="13060" y="20"/>
                      <a:pt x="13040" y="0"/>
                      <a:pt x="1301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153" name="Google Shape;5153;p68"/>
              <p:cNvSpPr/>
              <p:nvPr/>
            </p:nvSpPr>
            <p:spPr>
              <a:xfrm>
                <a:off x="7450120" y="2159625"/>
                <a:ext cx="63688" cy="63622"/>
              </a:xfrm>
              <a:custGeom>
                <a:avLst/>
                <a:gdLst/>
                <a:ahLst/>
                <a:cxnLst/>
                <a:rect l="l" t="t" r="r" b="b"/>
                <a:pathLst>
                  <a:path w="969" h="968" extrusionOk="0">
                    <a:moveTo>
                      <a:pt x="484" y="0"/>
                    </a:moveTo>
                    <a:cubicBezTo>
                      <a:pt x="216" y="0"/>
                      <a:pt x="0" y="217"/>
                      <a:pt x="0" y="484"/>
                    </a:cubicBezTo>
                    <a:cubicBezTo>
                      <a:pt x="0" y="751"/>
                      <a:pt x="216" y="967"/>
                      <a:pt x="484" y="967"/>
                    </a:cubicBezTo>
                    <a:cubicBezTo>
                      <a:pt x="751" y="967"/>
                      <a:pt x="968" y="751"/>
                      <a:pt x="968" y="484"/>
                    </a:cubicBezTo>
                    <a:cubicBezTo>
                      <a:pt x="968" y="217"/>
                      <a:pt x="751" y="0"/>
                      <a:pt x="48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154" name="Google Shape;5154;p68"/>
              <p:cNvSpPr/>
              <p:nvPr/>
            </p:nvSpPr>
            <p:spPr>
              <a:xfrm>
                <a:off x="6961068" y="2649069"/>
                <a:ext cx="129938" cy="226291"/>
              </a:xfrm>
              <a:custGeom>
                <a:avLst/>
                <a:gdLst/>
                <a:ahLst/>
                <a:cxnLst/>
                <a:rect l="l" t="t" r="r" b="b"/>
                <a:pathLst>
                  <a:path w="1977" h="3443" extrusionOk="0">
                    <a:moveTo>
                      <a:pt x="323" y="1"/>
                    </a:moveTo>
                    <a:cubicBezTo>
                      <a:pt x="259" y="1"/>
                      <a:pt x="207" y="49"/>
                      <a:pt x="200" y="111"/>
                    </a:cubicBezTo>
                    <a:lnTo>
                      <a:pt x="9" y="1922"/>
                    </a:lnTo>
                    <a:cubicBezTo>
                      <a:pt x="1" y="1994"/>
                      <a:pt x="57" y="2058"/>
                      <a:pt x="131" y="2058"/>
                    </a:cubicBezTo>
                    <a:lnTo>
                      <a:pt x="761" y="2058"/>
                    </a:lnTo>
                    <a:cubicBezTo>
                      <a:pt x="837" y="2058"/>
                      <a:pt x="895" y="2125"/>
                      <a:pt x="883" y="2202"/>
                    </a:cubicBezTo>
                    <a:lnTo>
                      <a:pt x="692" y="3299"/>
                    </a:lnTo>
                    <a:cubicBezTo>
                      <a:pt x="677" y="3385"/>
                      <a:pt x="746" y="3443"/>
                      <a:pt x="815" y="3443"/>
                    </a:cubicBezTo>
                    <a:cubicBezTo>
                      <a:pt x="857" y="3443"/>
                      <a:pt x="898" y="3422"/>
                      <a:pt x="922" y="3375"/>
                    </a:cubicBezTo>
                    <a:lnTo>
                      <a:pt x="1936" y="1365"/>
                    </a:lnTo>
                    <a:cubicBezTo>
                      <a:pt x="1977" y="1283"/>
                      <a:pt x="1917" y="1187"/>
                      <a:pt x="1825" y="1187"/>
                    </a:cubicBezTo>
                    <a:lnTo>
                      <a:pt x="1107" y="1187"/>
                    </a:lnTo>
                    <a:cubicBezTo>
                      <a:pt x="1014" y="1187"/>
                      <a:pt x="955" y="1086"/>
                      <a:pt x="999" y="1006"/>
                    </a:cubicBezTo>
                    <a:lnTo>
                      <a:pt x="1444" y="183"/>
                    </a:lnTo>
                    <a:cubicBezTo>
                      <a:pt x="1488" y="101"/>
                      <a:pt x="1428" y="1"/>
                      <a:pt x="13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155" name="Google Shape;5155;p68"/>
              <p:cNvSpPr/>
              <p:nvPr/>
            </p:nvSpPr>
            <p:spPr>
              <a:xfrm>
                <a:off x="6484504" y="1911584"/>
                <a:ext cx="1068228" cy="211897"/>
              </a:xfrm>
              <a:custGeom>
                <a:avLst/>
                <a:gdLst/>
                <a:ahLst/>
                <a:cxnLst/>
                <a:rect l="l" t="t" r="r" b="b"/>
                <a:pathLst>
                  <a:path w="16253" h="3224" extrusionOk="0">
                    <a:moveTo>
                      <a:pt x="67" y="0"/>
                    </a:moveTo>
                    <a:cubicBezTo>
                      <a:pt x="30" y="0"/>
                      <a:pt x="1" y="32"/>
                      <a:pt x="1" y="67"/>
                    </a:cubicBezTo>
                    <a:lnTo>
                      <a:pt x="1" y="3157"/>
                    </a:lnTo>
                    <a:cubicBezTo>
                      <a:pt x="1" y="3193"/>
                      <a:pt x="30" y="3223"/>
                      <a:pt x="67" y="3223"/>
                    </a:cubicBezTo>
                    <a:lnTo>
                      <a:pt x="16186" y="3223"/>
                    </a:lnTo>
                    <a:cubicBezTo>
                      <a:pt x="16223" y="3223"/>
                      <a:pt x="16253" y="3193"/>
                      <a:pt x="16253" y="3157"/>
                    </a:cubicBezTo>
                    <a:lnTo>
                      <a:pt x="16253" y="67"/>
                    </a:lnTo>
                    <a:cubicBezTo>
                      <a:pt x="16253" y="32"/>
                      <a:pt x="16223" y="0"/>
                      <a:pt x="16186" y="0"/>
                    </a:cubicBezTo>
                    <a:close/>
                  </a:path>
                </a:pathLst>
              </a:custGeom>
              <a:gradFill>
                <a:gsLst>
                  <a:gs pos="0">
                    <a:schemeClr val="lt2"/>
                  </a:gs>
                  <a:gs pos="100000">
                    <a:schemeClr val="dk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156" name="Google Shape;5156;p68"/>
              <p:cNvSpPr/>
              <p:nvPr/>
            </p:nvSpPr>
            <p:spPr>
              <a:xfrm>
                <a:off x="6620421" y="1911584"/>
                <a:ext cx="746965" cy="211897"/>
              </a:xfrm>
              <a:custGeom>
                <a:avLst/>
                <a:gdLst/>
                <a:ahLst/>
                <a:cxnLst/>
                <a:rect l="l" t="t" r="r" b="b"/>
                <a:pathLst>
                  <a:path w="11365" h="3224" extrusionOk="0">
                    <a:moveTo>
                      <a:pt x="181" y="0"/>
                    </a:moveTo>
                    <a:cubicBezTo>
                      <a:pt x="81" y="0"/>
                      <a:pt x="0" y="82"/>
                      <a:pt x="0" y="183"/>
                    </a:cubicBezTo>
                    <a:lnTo>
                      <a:pt x="0" y="3042"/>
                    </a:lnTo>
                    <a:cubicBezTo>
                      <a:pt x="0" y="3141"/>
                      <a:pt x="82" y="3223"/>
                      <a:pt x="181" y="3223"/>
                    </a:cubicBezTo>
                    <a:cubicBezTo>
                      <a:pt x="282" y="3223"/>
                      <a:pt x="364" y="3141"/>
                      <a:pt x="364" y="3042"/>
                    </a:cubicBezTo>
                    <a:lnTo>
                      <a:pt x="364" y="183"/>
                    </a:lnTo>
                    <a:cubicBezTo>
                      <a:pt x="364" y="82"/>
                      <a:pt x="282" y="0"/>
                      <a:pt x="181" y="0"/>
                    </a:cubicBezTo>
                    <a:close/>
                    <a:moveTo>
                      <a:pt x="2382" y="0"/>
                    </a:moveTo>
                    <a:cubicBezTo>
                      <a:pt x="2282" y="0"/>
                      <a:pt x="2200" y="82"/>
                      <a:pt x="2200" y="183"/>
                    </a:cubicBezTo>
                    <a:lnTo>
                      <a:pt x="2200" y="3042"/>
                    </a:lnTo>
                    <a:cubicBezTo>
                      <a:pt x="2200" y="3141"/>
                      <a:pt x="2282" y="3223"/>
                      <a:pt x="2382" y="3223"/>
                    </a:cubicBezTo>
                    <a:cubicBezTo>
                      <a:pt x="2481" y="3223"/>
                      <a:pt x="2563" y="3141"/>
                      <a:pt x="2563" y="3042"/>
                    </a:cubicBezTo>
                    <a:lnTo>
                      <a:pt x="2563" y="183"/>
                    </a:lnTo>
                    <a:cubicBezTo>
                      <a:pt x="2563" y="82"/>
                      <a:pt x="2481" y="0"/>
                      <a:pt x="2382" y="0"/>
                    </a:cubicBezTo>
                    <a:close/>
                    <a:moveTo>
                      <a:pt x="4583" y="0"/>
                    </a:moveTo>
                    <a:cubicBezTo>
                      <a:pt x="4483" y="0"/>
                      <a:pt x="4401" y="82"/>
                      <a:pt x="4401" y="183"/>
                    </a:cubicBezTo>
                    <a:lnTo>
                      <a:pt x="4401" y="3042"/>
                    </a:lnTo>
                    <a:cubicBezTo>
                      <a:pt x="4401" y="3141"/>
                      <a:pt x="4483" y="3223"/>
                      <a:pt x="4583" y="3223"/>
                    </a:cubicBezTo>
                    <a:cubicBezTo>
                      <a:pt x="4682" y="3223"/>
                      <a:pt x="4764" y="3141"/>
                      <a:pt x="4764" y="3042"/>
                    </a:cubicBezTo>
                    <a:lnTo>
                      <a:pt x="4764" y="183"/>
                    </a:lnTo>
                    <a:cubicBezTo>
                      <a:pt x="4764" y="82"/>
                      <a:pt x="4682" y="0"/>
                      <a:pt x="4583" y="0"/>
                    </a:cubicBezTo>
                    <a:close/>
                    <a:moveTo>
                      <a:pt x="6782" y="0"/>
                    </a:moveTo>
                    <a:cubicBezTo>
                      <a:pt x="6683" y="0"/>
                      <a:pt x="6601" y="82"/>
                      <a:pt x="6601" y="183"/>
                    </a:cubicBezTo>
                    <a:lnTo>
                      <a:pt x="6601" y="3042"/>
                    </a:lnTo>
                    <a:cubicBezTo>
                      <a:pt x="6601" y="3141"/>
                      <a:pt x="6682" y="3223"/>
                      <a:pt x="6782" y="3223"/>
                    </a:cubicBezTo>
                    <a:cubicBezTo>
                      <a:pt x="6883" y="3223"/>
                      <a:pt x="6965" y="3141"/>
                      <a:pt x="6965" y="3042"/>
                    </a:cubicBezTo>
                    <a:lnTo>
                      <a:pt x="6965" y="183"/>
                    </a:lnTo>
                    <a:cubicBezTo>
                      <a:pt x="6965" y="82"/>
                      <a:pt x="6883" y="0"/>
                      <a:pt x="6782" y="0"/>
                    </a:cubicBezTo>
                    <a:close/>
                    <a:moveTo>
                      <a:pt x="8983" y="0"/>
                    </a:moveTo>
                    <a:cubicBezTo>
                      <a:pt x="8883" y="0"/>
                      <a:pt x="8801" y="82"/>
                      <a:pt x="8801" y="183"/>
                    </a:cubicBezTo>
                    <a:lnTo>
                      <a:pt x="8801" y="3042"/>
                    </a:lnTo>
                    <a:cubicBezTo>
                      <a:pt x="8801" y="3141"/>
                      <a:pt x="8883" y="3223"/>
                      <a:pt x="8983" y="3223"/>
                    </a:cubicBezTo>
                    <a:cubicBezTo>
                      <a:pt x="9083" y="3223"/>
                      <a:pt x="9164" y="3141"/>
                      <a:pt x="9164" y="3042"/>
                    </a:cubicBezTo>
                    <a:lnTo>
                      <a:pt x="9164" y="183"/>
                    </a:lnTo>
                    <a:cubicBezTo>
                      <a:pt x="9164" y="82"/>
                      <a:pt x="9083" y="0"/>
                      <a:pt x="8983" y="0"/>
                    </a:cubicBezTo>
                    <a:close/>
                    <a:moveTo>
                      <a:pt x="11184" y="0"/>
                    </a:moveTo>
                    <a:cubicBezTo>
                      <a:pt x="11083" y="0"/>
                      <a:pt x="11001" y="82"/>
                      <a:pt x="11001" y="183"/>
                    </a:cubicBezTo>
                    <a:lnTo>
                      <a:pt x="11001" y="3042"/>
                    </a:lnTo>
                    <a:cubicBezTo>
                      <a:pt x="11001" y="3141"/>
                      <a:pt x="11083" y="3223"/>
                      <a:pt x="11184" y="3223"/>
                    </a:cubicBezTo>
                    <a:cubicBezTo>
                      <a:pt x="11283" y="3223"/>
                      <a:pt x="11365" y="3141"/>
                      <a:pt x="11365" y="3042"/>
                    </a:cubicBezTo>
                    <a:lnTo>
                      <a:pt x="11365" y="183"/>
                    </a:lnTo>
                    <a:cubicBezTo>
                      <a:pt x="11365" y="82"/>
                      <a:pt x="11283" y="0"/>
                      <a:pt x="1118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157" name="Google Shape;5157;p68"/>
              <p:cNvSpPr/>
              <p:nvPr/>
            </p:nvSpPr>
            <p:spPr>
              <a:xfrm>
                <a:off x="8157507" y="4149277"/>
                <a:ext cx="3549" cy="394"/>
              </a:xfrm>
              <a:custGeom>
                <a:avLst/>
                <a:gdLst/>
                <a:ahLst/>
                <a:cxnLst/>
                <a:rect l="l" t="t" r="r" b="b"/>
                <a:pathLst>
                  <a:path w="54" h="6" extrusionOk="0">
                    <a:moveTo>
                      <a:pt x="3" y="0"/>
                    </a:moveTo>
                    <a:cubicBezTo>
                      <a:pt x="1" y="0"/>
                      <a:pt x="12" y="1"/>
                      <a:pt x="53" y="5"/>
                    </a:cubicBezTo>
                    <a:cubicBezTo>
                      <a:pt x="52" y="4"/>
                      <a:pt x="52" y="4"/>
                      <a:pt x="50" y="4"/>
                    </a:cubicBezTo>
                    <a:lnTo>
                      <a:pt x="49" y="4"/>
                    </a:lnTo>
                    <a:lnTo>
                      <a:pt x="15" y="1"/>
                    </a:lnTo>
                    <a:cubicBezTo>
                      <a:pt x="9" y="0"/>
                      <a:pt x="4" y="0"/>
                      <a:pt x="3" y="0"/>
                    </a:cubicBezTo>
                    <a:close/>
                  </a:path>
                </a:pathLst>
              </a:custGeom>
              <a:solidFill>
                <a:srgbClr val="3838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158" name="Google Shape;5158;p68"/>
              <p:cNvSpPr/>
              <p:nvPr/>
            </p:nvSpPr>
            <p:spPr>
              <a:xfrm>
                <a:off x="6754038" y="3146663"/>
                <a:ext cx="1666326" cy="2017297"/>
              </a:xfrm>
              <a:custGeom>
                <a:avLst/>
                <a:gdLst/>
                <a:ahLst/>
                <a:cxnLst/>
                <a:rect l="l" t="t" r="r" b="b"/>
                <a:pathLst>
                  <a:path w="25353" h="30693" extrusionOk="0">
                    <a:moveTo>
                      <a:pt x="12053" y="0"/>
                    </a:moveTo>
                    <a:cubicBezTo>
                      <a:pt x="12007" y="0"/>
                      <a:pt x="11971" y="36"/>
                      <a:pt x="11971" y="81"/>
                    </a:cubicBezTo>
                    <a:lnTo>
                      <a:pt x="11971" y="8453"/>
                    </a:lnTo>
                    <a:cubicBezTo>
                      <a:pt x="11971" y="8498"/>
                      <a:pt x="12007" y="8535"/>
                      <a:pt x="12053" y="8535"/>
                    </a:cubicBezTo>
                    <a:lnTo>
                      <a:pt x="12936" y="8535"/>
                    </a:lnTo>
                    <a:cubicBezTo>
                      <a:pt x="12959" y="8794"/>
                      <a:pt x="12981" y="9051"/>
                      <a:pt x="13003" y="9309"/>
                    </a:cubicBezTo>
                    <a:cubicBezTo>
                      <a:pt x="13195" y="11609"/>
                      <a:pt x="13319" y="13920"/>
                      <a:pt x="13292" y="16228"/>
                    </a:cubicBezTo>
                    <a:cubicBezTo>
                      <a:pt x="13280" y="17378"/>
                      <a:pt x="13230" y="18529"/>
                      <a:pt x="13092" y="19670"/>
                    </a:cubicBezTo>
                    <a:cubicBezTo>
                      <a:pt x="13083" y="19735"/>
                      <a:pt x="13076" y="19799"/>
                      <a:pt x="13068" y="19862"/>
                    </a:cubicBezTo>
                    <a:cubicBezTo>
                      <a:pt x="13066" y="19868"/>
                      <a:pt x="13066" y="19874"/>
                      <a:pt x="13065" y="19878"/>
                    </a:cubicBezTo>
                    <a:cubicBezTo>
                      <a:pt x="13065" y="19882"/>
                      <a:pt x="13063" y="19886"/>
                      <a:pt x="13063" y="19892"/>
                    </a:cubicBezTo>
                    <a:cubicBezTo>
                      <a:pt x="13059" y="19923"/>
                      <a:pt x="13055" y="19956"/>
                      <a:pt x="13049" y="19987"/>
                    </a:cubicBezTo>
                    <a:cubicBezTo>
                      <a:pt x="13031" y="20120"/>
                      <a:pt x="13010" y="20253"/>
                      <a:pt x="12988" y="20384"/>
                    </a:cubicBezTo>
                    <a:cubicBezTo>
                      <a:pt x="12949" y="20616"/>
                      <a:pt x="12905" y="20848"/>
                      <a:pt x="12853" y="21077"/>
                    </a:cubicBezTo>
                    <a:cubicBezTo>
                      <a:pt x="12761" y="21491"/>
                      <a:pt x="12641" y="21895"/>
                      <a:pt x="12487" y="22291"/>
                    </a:cubicBezTo>
                    <a:cubicBezTo>
                      <a:pt x="12485" y="22296"/>
                      <a:pt x="12481" y="22305"/>
                      <a:pt x="12478" y="22313"/>
                    </a:cubicBezTo>
                    <a:cubicBezTo>
                      <a:pt x="12472" y="22326"/>
                      <a:pt x="12467" y="22339"/>
                      <a:pt x="12461" y="22353"/>
                    </a:cubicBezTo>
                    <a:cubicBezTo>
                      <a:pt x="12443" y="22394"/>
                      <a:pt x="12424" y="22433"/>
                      <a:pt x="12405" y="22474"/>
                    </a:cubicBezTo>
                    <a:cubicBezTo>
                      <a:pt x="12365" y="22558"/>
                      <a:pt x="12321" y="22640"/>
                      <a:pt x="12276" y="22720"/>
                    </a:cubicBezTo>
                    <a:cubicBezTo>
                      <a:pt x="12235" y="22790"/>
                      <a:pt x="12193" y="22859"/>
                      <a:pt x="12147" y="22925"/>
                    </a:cubicBezTo>
                    <a:cubicBezTo>
                      <a:pt x="12129" y="22952"/>
                      <a:pt x="12108" y="22980"/>
                      <a:pt x="12088" y="23007"/>
                    </a:cubicBezTo>
                    <a:cubicBezTo>
                      <a:pt x="12077" y="23020"/>
                      <a:pt x="12067" y="23034"/>
                      <a:pt x="12055" y="23047"/>
                    </a:cubicBezTo>
                    <a:cubicBezTo>
                      <a:pt x="12010" y="23102"/>
                      <a:pt x="11961" y="23154"/>
                      <a:pt x="11908" y="23202"/>
                    </a:cubicBezTo>
                    <a:cubicBezTo>
                      <a:pt x="11884" y="23226"/>
                      <a:pt x="11858" y="23249"/>
                      <a:pt x="11832" y="23272"/>
                    </a:cubicBezTo>
                    <a:cubicBezTo>
                      <a:pt x="11827" y="23277"/>
                      <a:pt x="11821" y="23282"/>
                      <a:pt x="11817" y="23284"/>
                    </a:cubicBezTo>
                    <a:cubicBezTo>
                      <a:pt x="11812" y="23287"/>
                      <a:pt x="11807" y="23291"/>
                      <a:pt x="11800" y="23296"/>
                    </a:cubicBezTo>
                    <a:cubicBezTo>
                      <a:pt x="11745" y="23331"/>
                      <a:pt x="11691" y="23366"/>
                      <a:pt x="11631" y="23397"/>
                    </a:cubicBezTo>
                    <a:cubicBezTo>
                      <a:pt x="11589" y="23420"/>
                      <a:pt x="11544" y="23440"/>
                      <a:pt x="11500" y="23460"/>
                    </a:cubicBezTo>
                    <a:cubicBezTo>
                      <a:pt x="11479" y="23469"/>
                      <a:pt x="11385" y="23511"/>
                      <a:pt x="11386" y="23511"/>
                    </a:cubicBezTo>
                    <a:cubicBezTo>
                      <a:pt x="11387" y="23511"/>
                      <a:pt x="11387" y="23511"/>
                      <a:pt x="11387" y="23511"/>
                    </a:cubicBezTo>
                    <a:lnTo>
                      <a:pt x="11387" y="23511"/>
                    </a:lnTo>
                    <a:cubicBezTo>
                      <a:pt x="10364" y="23933"/>
                      <a:pt x="9251" y="24149"/>
                      <a:pt x="8170" y="24361"/>
                    </a:cubicBezTo>
                    <a:cubicBezTo>
                      <a:pt x="6902" y="24609"/>
                      <a:pt x="5627" y="24815"/>
                      <a:pt x="4365" y="25084"/>
                    </a:cubicBezTo>
                    <a:cubicBezTo>
                      <a:pt x="3323" y="25304"/>
                      <a:pt x="2235" y="25543"/>
                      <a:pt x="1288" y="26045"/>
                    </a:cubicBezTo>
                    <a:cubicBezTo>
                      <a:pt x="605" y="26407"/>
                      <a:pt x="0" y="27024"/>
                      <a:pt x="202" y="27857"/>
                    </a:cubicBezTo>
                    <a:cubicBezTo>
                      <a:pt x="396" y="28653"/>
                      <a:pt x="1141" y="29272"/>
                      <a:pt x="1815" y="29665"/>
                    </a:cubicBezTo>
                    <a:cubicBezTo>
                      <a:pt x="3051" y="30385"/>
                      <a:pt x="4528" y="30692"/>
                      <a:pt x="5984" y="30692"/>
                    </a:cubicBezTo>
                    <a:cubicBezTo>
                      <a:pt x="6630" y="30692"/>
                      <a:pt x="7272" y="30632"/>
                      <a:pt x="7887" y="30520"/>
                    </a:cubicBezTo>
                    <a:cubicBezTo>
                      <a:pt x="10171" y="30104"/>
                      <a:pt x="12284" y="28781"/>
                      <a:pt x="13311" y="26648"/>
                    </a:cubicBezTo>
                    <a:cubicBezTo>
                      <a:pt x="13602" y="26043"/>
                      <a:pt x="13811" y="25402"/>
                      <a:pt x="13934" y="24742"/>
                    </a:cubicBezTo>
                    <a:cubicBezTo>
                      <a:pt x="14013" y="24318"/>
                      <a:pt x="14056" y="23889"/>
                      <a:pt x="14130" y="23467"/>
                    </a:cubicBezTo>
                    <a:cubicBezTo>
                      <a:pt x="14208" y="23034"/>
                      <a:pt x="14303" y="22606"/>
                      <a:pt x="14417" y="22183"/>
                    </a:cubicBezTo>
                    <a:cubicBezTo>
                      <a:pt x="14810" y="20727"/>
                      <a:pt x="15441" y="19337"/>
                      <a:pt x="16350" y="18131"/>
                    </a:cubicBezTo>
                    <a:cubicBezTo>
                      <a:pt x="17032" y="17225"/>
                      <a:pt x="17892" y="16432"/>
                      <a:pt x="18884" y="15882"/>
                    </a:cubicBezTo>
                    <a:cubicBezTo>
                      <a:pt x="18991" y="15823"/>
                      <a:pt x="19100" y="15766"/>
                      <a:pt x="19210" y="15712"/>
                    </a:cubicBezTo>
                    <a:cubicBezTo>
                      <a:pt x="19264" y="15687"/>
                      <a:pt x="19319" y="15662"/>
                      <a:pt x="19373" y="15638"/>
                    </a:cubicBezTo>
                    <a:cubicBezTo>
                      <a:pt x="19400" y="15625"/>
                      <a:pt x="19427" y="15614"/>
                      <a:pt x="19454" y="15602"/>
                    </a:cubicBezTo>
                    <a:cubicBezTo>
                      <a:pt x="19463" y="15598"/>
                      <a:pt x="19468" y="15595"/>
                      <a:pt x="19471" y="15594"/>
                    </a:cubicBezTo>
                    <a:cubicBezTo>
                      <a:pt x="19476" y="15592"/>
                      <a:pt x="19486" y="15588"/>
                      <a:pt x="19502" y="15582"/>
                    </a:cubicBezTo>
                    <a:cubicBezTo>
                      <a:pt x="19707" y="15502"/>
                      <a:pt x="19916" y="15428"/>
                      <a:pt x="20129" y="15372"/>
                    </a:cubicBezTo>
                    <a:cubicBezTo>
                      <a:pt x="20230" y="15345"/>
                      <a:pt x="20330" y="15321"/>
                      <a:pt x="20432" y="15301"/>
                    </a:cubicBezTo>
                    <a:cubicBezTo>
                      <a:pt x="20481" y="15291"/>
                      <a:pt x="20531" y="15283"/>
                      <a:pt x="20580" y="15274"/>
                    </a:cubicBezTo>
                    <a:cubicBezTo>
                      <a:pt x="20599" y="15271"/>
                      <a:pt x="20619" y="15268"/>
                      <a:pt x="20639" y="15265"/>
                    </a:cubicBezTo>
                    <a:lnTo>
                      <a:pt x="20639" y="15265"/>
                    </a:lnTo>
                    <a:cubicBezTo>
                      <a:pt x="20613" y="15270"/>
                      <a:pt x="20604" y="15271"/>
                      <a:pt x="20605" y="15271"/>
                    </a:cubicBezTo>
                    <a:cubicBezTo>
                      <a:pt x="20606" y="15271"/>
                      <a:pt x="20662" y="15263"/>
                      <a:pt x="20678" y="15262"/>
                    </a:cubicBezTo>
                    <a:cubicBezTo>
                      <a:pt x="20807" y="15248"/>
                      <a:pt x="20938" y="15240"/>
                      <a:pt x="21068" y="15240"/>
                    </a:cubicBezTo>
                    <a:cubicBezTo>
                      <a:pt x="21121" y="15240"/>
                      <a:pt x="21174" y="15242"/>
                      <a:pt x="21226" y="15245"/>
                    </a:cubicBezTo>
                    <a:cubicBezTo>
                      <a:pt x="21270" y="15246"/>
                      <a:pt x="21312" y="15250"/>
                      <a:pt x="21356" y="15254"/>
                    </a:cubicBezTo>
                    <a:cubicBezTo>
                      <a:pt x="21360" y="15254"/>
                      <a:pt x="21365" y="15256"/>
                      <a:pt x="21370" y="15256"/>
                    </a:cubicBezTo>
                    <a:cubicBezTo>
                      <a:pt x="21380" y="15256"/>
                      <a:pt x="21393" y="15257"/>
                      <a:pt x="21403" y="15260"/>
                    </a:cubicBezTo>
                    <a:cubicBezTo>
                      <a:pt x="21405" y="15260"/>
                      <a:pt x="21408" y="15260"/>
                      <a:pt x="21410" y="15261"/>
                    </a:cubicBezTo>
                    <a:lnTo>
                      <a:pt x="21410" y="15261"/>
                    </a:lnTo>
                    <a:cubicBezTo>
                      <a:pt x="21488" y="15275"/>
                      <a:pt x="21566" y="15289"/>
                      <a:pt x="21643" y="15310"/>
                    </a:cubicBezTo>
                    <a:cubicBezTo>
                      <a:pt x="21654" y="15312"/>
                      <a:pt x="21666" y="15315"/>
                      <a:pt x="21677" y="15320"/>
                    </a:cubicBezTo>
                    <a:cubicBezTo>
                      <a:pt x="21599" y="15461"/>
                      <a:pt x="21547" y="15560"/>
                      <a:pt x="21547" y="15560"/>
                    </a:cubicBezTo>
                    <a:cubicBezTo>
                      <a:pt x="21503" y="15623"/>
                      <a:pt x="22555" y="16060"/>
                      <a:pt x="23057" y="16207"/>
                    </a:cubicBezTo>
                    <a:cubicBezTo>
                      <a:pt x="23081" y="16279"/>
                      <a:pt x="23137" y="16340"/>
                      <a:pt x="23219" y="16364"/>
                    </a:cubicBezTo>
                    <a:lnTo>
                      <a:pt x="23222" y="16364"/>
                    </a:lnTo>
                    <a:cubicBezTo>
                      <a:pt x="23244" y="16371"/>
                      <a:pt x="23266" y="16374"/>
                      <a:pt x="23289" y="16374"/>
                    </a:cubicBezTo>
                    <a:cubicBezTo>
                      <a:pt x="23315" y="16374"/>
                      <a:pt x="23341" y="16370"/>
                      <a:pt x="23366" y="16361"/>
                    </a:cubicBezTo>
                    <a:cubicBezTo>
                      <a:pt x="23629" y="16275"/>
                      <a:pt x="24556" y="15963"/>
                      <a:pt x="25174" y="15655"/>
                    </a:cubicBezTo>
                    <a:cubicBezTo>
                      <a:pt x="25348" y="15567"/>
                      <a:pt x="25352" y="15317"/>
                      <a:pt x="25180" y="15225"/>
                    </a:cubicBezTo>
                    <a:cubicBezTo>
                      <a:pt x="24915" y="15085"/>
                      <a:pt x="24495" y="14921"/>
                      <a:pt x="23909" y="14863"/>
                    </a:cubicBezTo>
                    <a:cubicBezTo>
                      <a:pt x="23900" y="14862"/>
                      <a:pt x="23891" y="14862"/>
                      <a:pt x="23882" y="14862"/>
                    </a:cubicBezTo>
                    <a:cubicBezTo>
                      <a:pt x="23803" y="14862"/>
                      <a:pt x="23727" y="14901"/>
                      <a:pt x="23681" y="14968"/>
                    </a:cubicBezTo>
                    <a:cubicBezTo>
                      <a:pt x="23212" y="14746"/>
                      <a:pt x="22327" y="14361"/>
                      <a:pt x="22272" y="14347"/>
                    </a:cubicBezTo>
                    <a:cubicBezTo>
                      <a:pt x="22272" y="14347"/>
                      <a:pt x="22271" y="14347"/>
                      <a:pt x="22271" y="14347"/>
                    </a:cubicBezTo>
                    <a:cubicBezTo>
                      <a:pt x="22244" y="14347"/>
                      <a:pt x="22150" y="14488"/>
                      <a:pt x="22039" y="14675"/>
                    </a:cubicBezTo>
                    <a:cubicBezTo>
                      <a:pt x="21727" y="14562"/>
                      <a:pt x="21396" y="14515"/>
                      <a:pt x="21062" y="14515"/>
                    </a:cubicBezTo>
                    <a:cubicBezTo>
                      <a:pt x="20725" y="14515"/>
                      <a:pt x="20385" y="14563"/>
                      <a:pt x="20063" y="14640"/>
                    </a:cubicBezTo>
                    <a:cubicBezTo>
                      <a:pt x="19049" y="14880"/>
                      <a:pt x="18124" y="15423"/>
                      <a:pt x="17322" y="16077"/>
                    </a:cubicBezTo>
                    <a:cubicBezTo>
                      <a:pt x="14981" y="17984"/>
                      <a:pt x="13740" y="20971"/>
                      <a:pt x="13332" y="23899"/>
                    </a:cubicBezTo>
                    <a:cubicBezTo>
                      <a:pt x="13239" y="24565"/>
                      <a:pt x="13103" y="25263"/>
                      <a:pt x="12846" y="25915"/>
                    </a:cubicBezTo>
                    <a:cubicBezTo>
                      <a:pt x="12668" y="26370"/>
                      <a:pt x="12306" y="27006"/>
                      <a:pt x="12015" y="27376"/>
                    </a:cubicBezTo>
                    <a:cubicBezTo>
                      <a:pt x="11318" y="28263"/>
                      <a:pt x="10484" y="28863"/>
                      <a:pt x="9445" y="29310"/>
                    </a:cubicBezTo>
                    <a:cubicBezTo>
                      <a:pt x="9439" y="29313"/>
                      <a:pt x="9435" y="29314"/>
                      <a:pt x="9431" y="29316"/>
                    </a:cubicBezTo>
                    <a:cubicBezTo>
                      <a:pt x="9425" y="29318"/>
                      <a:pt x="9418" y="29321"/>
                      <a:pt x="9407" y="29326"/>
                    </a:cubicBezTo>
                    <a:cubicBezTo>
                      <a:pt x="9376" y="29338"/>
                      <a:pt x="9344" y="29351"/>
                      <a:pt x="9313" y="29364"/>
                    </a:cubicBezTo>
                    <a:cubicBezTo>
                      <a:pt x="9251" y="29388"/>
                      <a:pt x="9188" y="29412"/>
                      <a:pt x="9124" y="29434"/>
                    </a:cubicBezTo>
                    <a:cubicBezTo>
                      <a:pt x="8987" y="29485"/>
                      <a:pt x="8848" y="29532"/>
                      <a:pt x="8708" y="29574"/>
                    </a:cubicBezTo>
                    <a:cubicBezTo>
                      <a:pt x="8451" y="29653"/>
                      <a:pt x="8190" y="29720"/>
                      <a:pt x="7925" y="29775"/>
                    </a:cubicBezTo>
                    <a:cubicBezTo>
                      <a:pt x="7374" y="29891"/>
                      <a:pt x="6953" y="29939"/>
                      <a:pt x="6363" y="29957"/>
                    </a:cubicBezTo>
                    <a:cubicBezTo>
                      <a:pt x="6262" y="29960"/>
                      <a:pt x="6161" y="29962"/>
                      <a:pt x="6059" y="29962"/>
                    </a:cubicBezTo>
                    <a:cubicBezTo>
                      <a:pt x="5639" y="29962"/>
                      <a:pt x="5218" y="29936"/>
                      <a:pt x="4800" y="29881"/>
                    </a:cubicBezTo>
                    <a:cubicBezTo>
                      <a:pt x="4803" y="29881"/>
                      <a:pt x="4704" y="29867"/>
                      <a:pt x="4686" y="29864"/>
                    </a:cubicBezTo>
                    <a:cubicBezTo>
                      <a:pt x="4623" y="29854"/>
                      <a:pt x="4561" y="29844"/>
                      <a:pt x="4500" y="29833"/>
                    </a:cubicBezTo>
                    <a:cubicBezTo>
                      <a:pt x="4368" y="29810"/>
                      <a:pt x="4236" y="29785"/>
                      <a:pt x="4106" y="29755"/>
                    </a:cubicBezTo>
                    <a:cubicBezTo>
                      <a:pt x="3872" y="29704"/>
                      <a:pt x="3640" y="29644"/>
                      <a:pt x="3411" y="29571"/>
                    </a:cubicBezTo>
                    <a:cubicBezTo>
                      <a:pt x="3300" y="29536"/>
                      <a:pt x="3192" y="29499"/>
                      <a:pt x="3083" y="29460"/>
                    </a:cubicBezTo>
                    <a:cubicBezTo>
                      <a:pt x="3029" y="29440"/>
                      <a:pt x="2975" y="29420"/>
                      <a:pt x="2923" y="29399"/>
                    </a:cubicBezTo>
                    <a:cubicBezTo>
                      <a:pt x="2896" y="29389"/>
                      <a:pt x="2871" y="29379"/>
                      <a:pt x="2845" y="29368"/>
                    </a:cubicBezTo>
                    <a:cubicBezTo>
                      <a:pt x="2833" y="29364"/>
                      <a:pt x="2824" y="29359"/>
                      <a:pt x="2817" y="29358"/>
                    </a:cubicBezTo>
                    <a:cubicBezTo>
                      <a:pt x="2816" y="29357"/>
                      <a:pt x="2811" y="29354"/>
                      <a:pt x="2803" y="29351"/>
                    </a:cubicBezTo>
                    <a:cubicBezTo>
                      <a:pt x="2606" y="29265"/>
                      <a:pt x="2413" y="29171"/>
                      <a:pt x="2226" y="29064"/>
                    </a:cubicBezTo>
                    <a:cubicBezTo>
                      <a:pt x="2055" y="28966"/>
                      <a:pt x="1891" y="28860"/>
                      <a:pt x="1733" y="28743"/>
                    </a:cubicBezTo>
                    <a:cubicBezTo>
                      <a:pt x="1729" y="28739"/>
                      <a:pt x="1675" y="28697"/>
                      <a:pt x="1662" y="28687"/>
                    </a:cubicBezTo>
                    <a:cubicBezTo>
                      <a:pt x="1625" y="28656"/>
                      <a:pt x="1590" y="28626"/>
                      <a:pt x="1555" y="28595"/>
                    </a:cubicBezTo>
                    <a:cubicBezTo>
                      <a:pt x="1480" y="28528"/>
                      <a:pt x="1408" y="28459"/>
                      <a:pt x="1340" y="28387"/>
                    </a:cubicBezTo>
                    <a:cubicBezTo>
                      <a:pt x="1289" y="28332"/>
                      <a:pt x="1241" y="28277"/>
                      <a:pt x="1194" y="28219"/>
                    </a:cubicBezTo>
                    <a:lnTo>
                      <a:pt x="1194" y="28219"/>
                    </a:lnTo>
                    <a:cubicBezTo>
                      <a:pt x="1195" y="28219"/>
                      <a:pt x="1195" y="28219"/>
                      <a:pt x="1195" y="28219"/>
                    </a:cubicBezTo>
                    <a:cubicBezTo>
                      <a:pt x="1196" y="28219"/>
                      <a:pt x="1146" y="28153"/>
                      <a:pt x="1134" y="28137"/>
                    </a:cubicBezTo>
                    <a:cubicBezTo>
                      <a:pt x="1107" y="28097"/>
                      <a:pt x="1081" y="28058"/>
                      <a:pt x="1056" y="28017"/>
                    </a:cubicBezTo>
                    <a:cubicBezTo>
                      <a:pt x="1030" y="27976"/>
                      <a:pt x="1008" y="27935"/>
                      <a:pt x="985" y="27892"/>
                    </a:cubicBezTo>
                    <a:cubicBezTo>
                      <a:pt x="975" y="27871"/>
                      <a:pt x="946" y="27795"/>
                      <a:pt x="944" y="27795"/>
                    </a:cubicBezTo>
                    <a:cubicBezTo>
                      <a:pt x="944" y="27795"/>
                      <a:pt x="944" y="27795"/>
                      <a:pt x="944" y="27795"/>
                    </a:cubicBezTo>
                    <a:cubicBezTo>
                      <a:pt x="926" y="27730"/>
                      <a:pt x="909" y="27665"/>
                      <a:pt x="889" y="27600"/>
                    </a:cubicBezTo>
                    <a:cubicBezTo>
                      <a:pt x="888" y="27586"/>
                      <a:pt x="885" y="27571"/>
                      <a:pt x="885" y="27559"/>
                    </a:cubicBezTo>
                    <a:cubicBezTo>
                      <a:pt x="885" y="27529"/>
                      <a:pt x="886" y="27499"/>
                      <a:pt x="886" y="27470"/>
                    </a:cubicBezTo>
                    <a:cubicBezTo>
                      <a:pt x="885" y="27464"/>
                      <a:pt x="885" y="27458"/>
                      <a:pt x="885" y="27453"/>
                    </a:cubicBezTo>
                    <a:cubicBezTo>
                      <a:pt x="886" y="27451"/>
                      <a:pt x="886" y="27448"/>
                      <a:pt x="888" y="27447"/>
                    </a:cubicBezTo>
                    <a:cubicBezTo>
                      <a:pt x="898" y="27409"/>
                      <a:pt x="907" y="27369"/>
                      <a:pt x="917" y="27331"/>
                    </a:cubicBezTo>
                    <a:cubicBezTo>
                      <a:pt x="919" y="27324"/>
                      <a:pt x="920" y="27317"/>
                      <a:pt x="922" y="27313"/>
                    </a:cubicBezTo>
                    <a:cubicBezTo>
                      <a:pt x="923" y="27311"/>
                      <a:pt x="924" y="27309"/>
                      <a:pt x="926" y="27306"/>
                    </a:cubicBezTo>
                    <a:cubicBezTo>
                      <a:pt x="944" y="27275"/>
                      <a:pt x="958" y="27242"/>
                      <a:pt x="977" y="27212"/>
                    </a:cubicBezTo>
                    <a:cubicBezTo>
                      <a:pt x="993" y="27186"/>
                      <a:pt x="1012" y="27162"/>
                      <a:pt x="1029" y="27137"/>
                    </a:cubicBezTo>
                    <a:lnTo>
                      <a:pt x="1029" y="27137"/>
                    </a:lnTo>
                    <a:cubicBezTo>
                      <a:pt x="1016" y="27156"/>
                      <a:pt x="1012" y="27164"/>
                      <a:pt x="1013" y="27164"/>
                    </a:cubicBezTo>
                    <a:cubicBezTo>
                      <a:pt x="1015" y="27164"/>
                      <a:pt x="1063" y="27099"/>
                      <a:pt x="1080" y="27081"/>
                    </a:cubicBezTo>
                    <a:cubicBezTo>
                      <a:pt x="1130" y="27026"/>
                      <a:pt x="1186" y="26979"/>
                      <a:pt x="1240" y="26930"/>
                    </a:cubicBezTo>
                    <a:lnTo>
                      <a:pt x="1240" y="26930"/>
                    </a:lnTo>
                    <a:cubicBezTo>
                      <a:pt x="1242" y="26929"/>
                      <a:pt x="1243" y="26928"/>
                      <a:pt x="1244" y="26928"/>
                    </a:cubicBezTo>
                    <a:lnTo>
                      <a:pt x="1244" y="26928"/>
                    </a:lnTo>
                    <a:cubicBezTo>
                      <a:pt x="1246" y="26927"/>
                      <a:pt x="1248" y="26925"/>
                      <a:pt x="1250" y="26923"/>
                    </a:cubicBezTo>
                    <a:lnTo>
                      <a:pt x="1250" y="26923"/>
                    </a:lnTo>
                    <a:cubicBezTo>
                      <a:pt x="1254" y="26921"/>
                      <a:pt x="1257" y="26918"/>
                      <a:pt x="1261" y="26914"/>
                    </a:cubicBezTo>
                    <a:cubicBezTo>
                      <a:pt x="1271" y="26907"/>
                      <a:pt x="1281" y="26899"/>
                      <a:pt x="1281" y="26899"/>
                    </a:cubicBezTo>
                    <a:lnTo>
                      <a:pt x="1281" y="26899"/>
                    </a:lnTo>
                    <a:cubicBezTo>
                      <a:pt x="1281" y="26899"/>
                      <a:pt x="1278" y="26902"/>
                      <a:pt x="1271" y="26907"/>
                    </a:cubicBezTo>
                    <a:cubicBezTo>
                      <a:pt x="1278" y="26903"/>
                      <a:pt x="1283" y="26899"/>
                      <a:pt x="1291" y="26894"/>
                    </a:cubicBezTo>
                    <a:cubicBezTo>
                      <a:pt x="1334" y="26863"/>
                      <a:pt x="1378" y="26834"/>
                      <a:pt x="1422" y="26805"/>
                    </a:cubicBezTo>
                    <a:cubicBezTo>
                      <a:pt x="1594" y="26696"/>
                      <a:pt x="1777" y="26605"/>
                      <a:pt x="1962" y="26523"/>
                    </a:cubicBezTo>
                    <a:cubicBezTo>
                      <a:pt x="1977" y="26516"/>
                      <a:pt x="1993" y="26510"/>
                      <a:pt x="2009" y="26503"/>
                    </a:cubicBezTo>
                    <a:cubicBezTo>
                      <a:pt x="2021" y="26497"/>
                      <a:pt x="2048" y="26486"/>
                      <a:pt x="2055" y="26483"/>
                    </a:cubicBezTo>
                    <a:cubicBezTo>
                      <a:pt x="2110" y="26462"/>
                      <a:pt x="2164" y="26441"/>
                      <a:pt x="2218" y="26419"/>
                    </a:cubicBezTo>
                    <a:cubicBezTo>
                      <a:pt x="2342" y="26373"/>
                      <a:pt x="2467" y="26330"/>
                      <a:pt x="2592" y="26289"/>
                    </a:cubicBezTo>
                    <a:cubicBezTo>
                      <a:pt x="2844" y="26206"/>
                      <a:pt x="3098" y="26133"/>
                      <a:pt x="3353" y="26066"/>
                    </a:cubicBezTo>
                    <a:cubicBezTo>
                      <a:pt x="4566" y="25745"/>
                      <a:pt x="5805" y="25535"/>
                      <a:pt x="7038" y="25308"/>
                    </a:cubicBezTo>
                    <a:cubicBezTo>
                      <a:pt x="8229" y="25091"/>
                      <a:pt x="9431" y="24882"/>
                      <a:pt x="10597" y="24545"/>
                    </a:cubicBezTo>
                    <a:cubicBezTo>
                      <a:pt x="11073" y="24408"/>
                      <a:pt x="11557" y="24251"/>
                      <a:pt x="11999" y="24024"/>
                    </a:cubicBezTo>
                    <a:cubicBezTo>
                      <a:pt x="12299" y="23868"/>
                      <a:pt x="12533" y="23624"/>
                      <a:pt x="12730" y="23354"/>
                    </a:cubicBezTo>
                    <a:cubicBezTo>
                      <a:pt x="13202" y="22708"/>
                      <a:pt x="13428" y="21875"/>
                      <a:pt x="13589" y="21102"/>
                    </a:cubicBezTo>
                    <a:cubicBezTo>
                      <a:pt x="13808" y="20050"/>
                      <a:pt x="13909" y="18973"/>
                      <a:pt x="13967" y="17902"/>
                    </a:cubicBezTo>
                    <a:cubicBezTo>
                      <a:pt x="14092" y="15539"/>
                      <a:pt x="14002" y="13163"/>
                      <a:pt x="13841" y="10804"/>
                    </a:cubicBezTo>
                    <a:cubicBezTo>
                      <a:pt x="13790" y="10046"/>
                      <a:pt x="13730" y="9290"/>
                      <a:pt x="13661" y="8535"/>
                    </a:cubicBezTo>
                    <a:lnTo>
                      <a:pt x="14015" y="8535"/>
                    </a:lnTo>
                    <a:cubicBezTo>
                      <a:pt x="14060" y="8535"/>
                      <a:pt x="14097" y="8498"/>
                      <a:pt x="14097" y="8453"/>
                    </a:cubicBezTo>
                    <a:lnTo>
                      <a:pt x="14097" y="81"/>
                    </a:lnTo>
                    <a:cubicBezTo>
                      <a:pt x="14097" y="36"/>
                      <a:pt x="14060" y="0"/>
                      <a:pt x="1401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5159" name="Google Shape;5159;p68"/>
            <p:cNvSpPr/>
            <p:nvPr/>
          </p:nvSpPr>
          <p:spPr>
            <a:xfrm>
              <a:off x="4796238" y="1352303"/>
              <a:ext cx="315309" cy="401430"/>
            </a:xfrm>
            <a:custGeom>
              <a:avLst/>
              <a:gdLst/>
              <a:ahLst/>
              <a:cxnLst/>
              <a:rect l="l" t="t" r="r" b="b"/>
              <a:pathLst>
                <a:path w="13635" h="17361" extrusionOk="0">
                  <a:moveTo>
                    <a:pt x="5674" y="7715"/>
                  </a:moveTo>
                  <a:cubicBezTo>
                    <a:pt x="5914" y="7856"/>
                    <a:pt x="6189" y="7933"/>
                    <a:pt x="6468" y="7933"/>
                  </a:cubicBezTo>
                  <a:cubicBezTo>
                    <a:pt x="6593" y="7933"/>
                    <a:pt x="6717" y="7917"/>
                    <a:pt x="6840" y="7887"/>
                  </a:cubicBezTo>
                  <a:lnTo>
                    <a:pt x="6840" y="7887"/>
                  </a:lnTo>
                  <a:lnTo>
                    <a:pt x="6570" y="10464"/>
                  </a:lnTo>
                  <a:lnTo>
                    <a:pt x="5083" y="9260"/>
                  </a:lnTo>
                  <a:cubicBezTo>
                    <a:pt x="5415" y="9058"/>
                    <a:pt x="5620" y="8695"/>
                    <a:pt x="5620" y="8309"/>
                  </a:cubicBezTo>
                  <a:cubicBezTo>
                    <a:pt x="5620" y="8176"/>
                    <a:pt x="5592" y="8043"/>
                    <a:pt x="5543" y="7910"/>
                  </a:cubicBezTo>
                  <a:lnTo>
                    <a:pt x="5548" y="7910"/>
                  </a:lnTo>
                  <a:cubicBezTo>
                    <a:pt x="5598" y="7848"/>
                    <a:pt x="5639" y="7783"/>
                    <a:pt x="5674" y="7715"/>
                  </a:cubicBezTo>
                  <a:close/>
                  <a:moveTo>
                    <a:pt x="6474" y="0"/>
                  </a:moveTo>
                  <a:cubicBezTo>
                    <a:pt x="5875" y="0"/>
                    <a:pt x="5304" y="345"/>
                    <a:pt x="5042" y="928"/>
                  </a:cubicBezTo>
                  <a:lnTo>
                    <a:pt x="5037" y="932"/>
                  </a:lnTo>
                  <a:cubicBezTo>
                    <a:pt x="4228" y="1015"/>
                    <a:pt x="3646" y="1698"/>
                    <a:pt x="3646" y="2474"/>
                  </a:cubicBezTo>
                  <a:cubicBezTo>
                    <a:pt x="3646" y="2586"/>
                    <a:pt x="3656" y="2696"/>
                    <a:pt x="3678" y="2808"/>
                  </a:cubicBezTo>
                  <a:lnTo>
                    <a:pt x="3673" y="2808"/>
                  </a:lnTo>
                  <a:cubicBezTo>
                    <a:pt x="3154" y="3275"/>
                    <a:pt x="3027" y="4005"/>
                    <a:pt x="3291" y="4600"/>
                  </a:cubicBezTo>
                  <a:cubicBezTo>
                    <a:pt x="3253" y="4596"/>
                    <a:pt x="3216" y="4593"/>
                    <a:pt x="3179" y="4593"/>
                  </a:cubicBezTo>
                  <a:cubicBezTo>
                    <a:pt x="2935" y="4593"/>
                    <a:pt x="2686" y="4676"/>
                    <a:pt x="2480" y="4843"/>
                  </a:cubicBezTo>
                  <a:cubicBezTo>
                    <a:pt x="2347" y="4792"/>
                    <a:pt x="2214" y="4771"/>
                    <a:pt x="2081" y="4771"/>
                  </a:cubicBezTo>
                  <a:cubicBezTo>
                    <a:pt x="1588" y="4771"/>
                    <a:pt x="1138" y="5092"/>
                    <a:pt x="1005" y="5596"/>
                  </a:cubicBezTo>
                  <a:cubicBezTo>
                    <a:pt x="501" y="5731"/>
                    <a:pt x="173" y="6184"/>
                    <a:pt x="173" y="6673"/>
                  </a:cubicBezTo>
                  <a:cubicBezTo>
                    <a:pt x="173" y="6806"/>
                    <a:pt x="201" y="6939"/>
                    <a:pt x="251" y="7072"/>
                  </a:cubicBezTo>
                  <a:cubicBezTo>
                    <a:pt x="84" y="7283"/>
                    <a:pt x="0" y="7527"/>
                    <a:pt x="0" y="7777"/>
                  </a:cubicBezTo>
                  <a:cubicBezTo>
                    <a:pt x="0" y="8138"/>
                    <a:pt x="178" y="8492"/>
                    <a:pt x="511" y="8709"/>
                  </a:cubicBezTo>
                  <a:cubicBezTo>
                    <a:pt x="472" y="9352"/>
                    <a:pt x="988" y="9879"/>
                    <a:pt x="1626" y="9879"/>
                  </a:cubicBezTo>
                  <a:lnTo>
                    <a:pt x="1681" y="9879"/>
                  </a:lnTo>
                  <a:cubicBezTo>
                    <a:pt x="1897" y="10211"/>
                    <a:pt x="2253" y="10389"/>
                    <a:pt x="2620" y="10389"/>
                  </a:cubicBezTo>
                  <a:cubicBezTo>
                    <a:pt x="2863" y="10389"/>
                    <a:pt x="3113" y="10306"/>
                    <a:pt x="3318" y="10139"/>
                  </a:cubicBezTo>
                  <a:cubicBezTo>
                    <a:pt x="3451" y="10189"/>
                    <a:pt x="3584" y="10211"/>
                    <a:pt x="3718" y="10211"/>
                  </a:cubicBezTo>
                  <a:cubicBezTo>
                    <a:pt x="4104" y="10211"/>
                    <a:pt x="4467" y="10011"/>
                    <a:pt x="4669" y="9677"/>
                  </a:cubicBezTo>
                  <a:lnTo>
                    <a:pt x="6423" y="11842"/>
                  </a:lnTo>
                  <a:lnTo>
                    <a:pt x="6426" y="11841"/>
                  </a:lnTo>
                  <a:lnTo>
                    <a:pt x="6426" y="11841"/>
                  </a:lnTo>
                  <a:lnTo>
                    <a:pt x="5846" y="17361"/>
                  </a:lnTo>
                  <a:lnTo>
                    <a:pt x="8654" y="17361"/>
                  </a:lnTo>
                  <a:lnTo>
                    <a:pt x="8207" y="13100"/>
                  </a:lnTo>
                  <a:lnTo>
                    <a:pt x="10015" y="10870"/>
                  </a:lnTo>
                  <a:cubicBezTo>
                    <a:pt x="10162" y="11120"/>
                    <a:pt x="10433" y="11271"/>
                    <a:pt x="10727" y="11271"/>
                  </a:cubicBezTo>
                  <a:cubicBezTo>
                    <a:pt x="10828" y="11271"/>
                    <a:pt x="10928" y="11254"/>
                    <a:pt x="11027" y="11215"/>
                  </a:cubicBezTo>
                  <a:cubicBezTo>
                    <a:pt x="11182" y="11343"/>
                    <a:pt x="11367" y="11403"/>
                    <a:pt x="11551" y="11403"/>
                  </a:cubicBezTo>
                  <a:cubicBezTo>
                    <a:pt x="11822" y="11403"/>
                    <a:pt x="12089" y="11271"/>
                    <a:pt x="12248" y="11027"/>
                  </a:cubicBezTo>
                  <a:lnTo>
                    <a:pt x="12248" y="11021"/>
                  </a:lnTo>
                  <a:lnTo>
                    <a:pt x="12252" y="11021"/>
                  </a:lnTo>
                  <a:cubicBezTo>
                    <a:pt x="12269" y="11022"/>
                    <a:pt x="12285" y="11023"/>
                    <a:pt x="12301" y="11023"/>
                  </a:cubicBezTo>
                  <a:cubicBezTo>
                    <a:pt x="12773" y="11023"/>
                    <a:pt x="13151" y="10627"/>
                    <a:pt x="13129" y="10150"/>
                  </a:cubicBezTo>
                  <a:lnTo>
                    <a:pt x="13129" y="10145"/>
                  </a:lnTo>
                  <a:cubicBezTo>
                    <a:pt x="13546" y="9879"/>
                    <a:pt x="13635" y="9308"/>
                    <a:pt x="13324" y="8925"/>
                  </a:cubicBezTo>
                  <a:lnTo>
                    <a:pt x="13318" y="8919"/>
                  </a:lnTo>
                  <a:cubicBezTo>
                    <a:pt x="13356" y="8819"/>
                    <a:pt x="13373" y="8720"/>
                    <a:pt x="13373" y="8620"/>
                  </a:cubicBezTo>
                  <a:cubicBezTo>
                    <a:pt x="13373" y="8254"/>
                    <a:pt x="13130" y="7916"/>
                    <a:pt x="12758" y="7815"/>
                  </a:cubicBezTo>
                  <a:cubicBezTo>
                    <a:pt x="12658" y="7438"/>
                    <a:pt x="12320" y="7201"/>
                    <a:pt x="11954" y="7201"/>
                  </a:cubicBezTo>
                  <a:cubicBezTo>
                    <a:pt x="11854" y="7201"/>
                    <a:pt x="11753" y="7216"/>
                    <a:pt x="11654" y="7256"/>
                  </a:cubicBezTo>
                  <a:cubicBezTo>
                    <a:pt x="11499" y="7128"/>
                    <a:pt x="11310" y="7066"/>
                    <a:pt x="11127" y="7066"/>
                  </a:cubicBezTo>
                  <a:cubicBezTo>
                    <a:pt x="10856" y="7066"/>
                    <a:pt x="10589" y="7201"/>
                    <a:pt x="10429" y="7449"/>
                  </a:cubicBezTo>
                  <a:cubicBezTo>
                    <a:pt x="10413" y="7448"/>
                    <a:pt x="10397" y="7448"/>
                    <a:pt x="10381" y="7448"/>
                  </a:cubicBezTo>
                  <a:cubicBezTo>
                    <a:pt x="9925" y="7448"/>
                    <a:pt x="9553" y="7820"/>
                    <a:pt x="9553" y="8276"/>
                  </a:cubicBezTo>
                  <a:lnTo>
                    <a:pt x="9553" y="8326"/>
                  </a:lnTo>
                  <a:cubicBezTo>
                    <a:pt x="9302" y="8487"/>
                    <a:pt x="9175" y="8753"/>
                    <a:pt x="9175" y="9025"/>
                  </a:cubicBezTo>
                  <a:cubicBezTo>
                    <a:pt x="9175" y="9208"/>
                    <a:pt x="9230" y="9396"/>
                    <a:pt x="9358" y="9551"/>
                  </a:cubicBezTo>
                  <a:cubicBezTo>
                    <a:pt x="9202" y="9954"/>
                    <a:pt x="9383" y="10399"/>
                    <a:pt x="9749" y="10590"/>
                  </a:cubicBezTo>
                  <a:lnTo>
                    <a:pt x="8092" y="12002"/>
                  </a:lnTo>
                  <a:lnTo>
                    <a:pt x="7661" y="7887"/>
                  </a:lnTo>
                  <a:lnTo>
                    <a:pt x="7661" y="7887"/>
                  </a:lnTo>
                  <a:cubicBezTo>
                    <a:pt x="7783" y="7917"/>
                    <a:pt x="7909" y="7931"/>
                    <a:pt x="8032" y="7931"/>
                  </a:cubicBezTo>
                  <a:cubicBezTo>
                    <a:pt x="8625" y="7931"/>
                    <a:pt x="9196" y="7593"/>
                    <a:pt x="9458" y="7005"/>
                  </a:cubicBezTo>
                  <a:cubicBezTo>
                    <a:pt x="10268" y="6922"/>
                    <a:pt x="10856" y="6235"/>
                    <a:pt x="10856" y="5458"/>
                  </a:cubicBezTo>
                  <a:cubicBezTo>
                    <a:pt x="10856" y="5353"/>
                    <a:pt x="10845" y="5241"/>
                    <a:pt x="10822" y="5131"/>
                  </a:cubicBezTo>
                  <a:lnTo>
                    <a:pt x="10822" y="5126"/>
                  </a:lnTo>
                  <a:cubicBezTo>
                    <a:pt x="11165" y="4815"/>
                    <a:pt x="11338" y="4393"/>
                    <a:pt x="11338" y="3967"/>
                  </a:cubicBezTo>
                  <a:cubicBezTo>
                    <a:pt x="11338" y="3545"/>
                    <a:pt x="11165" y="3117"/>
                    <a:pt x="10822" y="2808"/>
                  </a:cubicBezTo>
                  <a:cubicBezTo>
                    <a:pt x="10845" y="2696"/>
                    <a:pt x="10856" y="2586"/>
                    <a:pt x="10856" y="2480"/>
                  </a:cubicBezTo>
                  <a:cubicBezTo>
                    <a:pt x="10856" y="1698"/>
                    <a:pt x="10268" y="1015"/>
                    <a:pt x="9458" y="932"/>
                  </a:cubicBezTo>
                  <a:lnTo>
                    <a:pt x="9458" y="928"/>
                  </a:lnTo>
                  <a:cubicBezTo>
                    <a:pt x="9196" y="345"/>
                    <a:pt x="8620" y="0"/>
                    <a:pt x="8026" y="0"/>
                  </a:cubicBezTo>
                  <a:cubicBezTo>
                    <a:pt x="7760" y="0"/>
                    <a:pt x="7495" y="67"/>
                    <a:pt x="7250" y="211"/>
                  </a:cubicBezTo>
                  <a:cubicBezTo>
                    <a:pt x="7000" y="67"/>
                    <a:pt x="6734" y="0"/>
                    <a:pt x="647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160" name="Google Shape;5160;p68"/>
            <p:cNvSpPr/>
            <p:nvPr/>
          </p:nvSpPr>
          <p:spPr>
            <a:xfrm flipH="1">
              <a:off x="4286800" y="1169523"/>
              <a:ext cx="232579" cy="296092"/>
            </a:xfrm>
            <a:custGeom>
              <a:avLst/>
              <a:gdLst/>
              <a:ahLst/>
              <a:cxnLst/>
              <a:rect l="l" t="t" r="r" b="b"/>
              <a:pathLst>
                <a:path w="13635" h="17361" extrusionOk="0">
                  <a:moveTo>
                    <a:pt x="5674" y="7715"/>
                  </a:moveTo>
                  <a:cubicBezTo>
                    <a:pt x="5914" y="7856"/>
                    <a:pt x="6189" y="7933"/>
                    <a:pt x="6468" y="7933"/>
                  </a:cubicBezTo>
                  <a:cubicBezTo>
                    <a:pt x="6593" y="7933"/>
                    <a:pt x="6717" y="7917"/>
                    <a:pt x="6840" y="7887"/>
                  </a:cubicBezTo>
                  <a:lnTo>
                    <a:pt x="6840" y="7887"/>
                  </a:lnTo>
                  <a:lnTo>
                    <a:pt x="6570" y="10464"/>
                  </a:lnTo>
                  <a:lnTo>
                    <a:pt x="5083" y="9260"/>
                  </a:lnTo>
                  <a:cubicBezTo>
                    <a:pt x="5415" y="9058"/>
                    <a:pt x="5620" y="8695"/>
                    <a:pt x="5620" y="8309"/>
                  </a:cubicBezTo>
                  <a:cubicBezTo>
                    <a:pt x="5620" y="8176"/>
                    <a:pt x="5592" y="8043"/>
                    <a:pt x="5543" y="7910"/>
                  </a:cubicBezTo>
                  <a:lnTo>
                    <a:pt x="5548" y="7910"/>
                  </a:lnTo>
                  <a:cubicBezTo>
                    <a:pt x="5598" y="7848"/>
                    <a:pt x="5639" y="7783"/>
                    <a:pt x="5674" y="7715"/>
                  </a:cubicBezTo>
                  <a:close/>
                  <a:moveTo>
                    <a:pt x="6474" y="0"/>
                  </a:moveTo>
                  <a:cubicBezTo>
                    <a:pt x="5875" y="0"/>
                    <a:pt x="5304" y="345"/>
                    <a:pt x="5042" y="928"/>
                  </a:cubicBezTo>
                  <a:lnTo>
                    <a:pt x="5037" y="932"/>
                  </a:lnTo>
                  <a:cubicBezTo>
                    <a:pt x="4228" y="1015"/>
                    <a:pt x="3646" y="1698"/>
                    <a:pt x="3646" y="2474"/>
                  </a:cubicBezTo>
                  <a:cubicBezTo>
                    <a:pt x="3646" y="2586"/>
                    <a:pt x="3656" y="2696"/>
                    <a:pt x="3678" y="2808"/>
                  </a:cubicBezTo>
                  <a:lnTo>
                    <a:pt x="3673" y="2808"/>
                  </a:lnTo>
                  <a:cubicBezTo>
                    <a:pt x="3154" y="3275"/>
                    <a:pt x="3027" y="4005"/>
                    <a:pt x="3291" y="4600"/>
                  </a:cubicBezTo>
                  <a:cubicBezTo>
                    <a:pt x="3253" y="4596"/>
                    <a:pt x="3216" y="4593"/>
                    <a:pt x="3179" y="4593"/>
                  </a:cubicBezTo>
                  <a:cubicBezTo>
                    <a:pt x="2935" y="4593"/>
                    <a:pt x="2686" y="4676"/>
                    <a:pt x="2480" y="4843"/>
                  </a:cubicBezTo>
                  <a:cubicBezTo>
                    <a:pt x="2347" y="4792"/>
                    <a:pt x="2214" y="4771"/>
                    <a:pt x="2081" y="4771"/>
                  </a:cubicBezTo>
                  <a:cubicBezTo>
                    <a:pt x="1588" y="4771"/>
                    <a:pt x="1138" y="5092"/>
                    <a:pt x="1005" y="5596"/>
                  </a:cubicBezTo>
                  <a:cubicBezTo>
                    <a:pt x="501" y="5731"/>
                    <a:pt x="173" y="6184"/>
                    <a:pt x="173" y="6673"/>
                  </a:cubicBezTo>
                  <a:cubicBezTo>
                    <a:pt x="173" y="6806"/>
                    <a:pt x="201" y="6939"/>
                    <a:pt x="251" y="7072"/>
                  </a:cubicBezTo>
                  <a:cubicBezTo>
                    <a:pt x="84" y="7283"/>
                    <a:pt x="0" y="7527"/>
                    <a:pt x="0" y="7777"/>
                  </a:cubicBezTo>
                  <a:cubicBezTo>
                    <a:pt x="0" y="8138"/>
                    <a:pt x="178" y="8492"/>
                    <a:pt x="511" y="8709"/>
                  </a:cubicBezTo>
                  <a:cubicBezTo>
                    <a:pt x="472" y="9352"/>
                    <a:pt x="988" y="9879"/>
                    <a:pt x="1626" y="9879"/>
                  </a:cubicBezTo>
                  <a:lnTo>
                    <a:pt x="1681" y="9879"/>
                  </a:lnTo>
                  <a:cubicBezTo>
                    <a:pt x="1897" y="10211"/>
                    <a:pt x="2253" y="10389"/>
                    <a:pt x="2620" y="10389"/>
                  </a:cubicBezTo>
                  <a:cubicBezTo>
                    <a:pt x="2863" y="10389"/>
                    <a:pt x="3113" y="10306"/>
                    <a:pt x="3318" y="10139"/>
                  </a:cubicBezTo>
                  <a:cubicBezTo>
                    <a:pt x="3451" y="10189"/>
                    <a:pt x="3584" y="10211"/>
                    <a:pt x="3718" y="10211"/>
                  </a:cubicBezTo>
                  <a:cubicBezTo>
                    <a:pt x="4104" y="10211"/>
                    <a:pt x="4467" y="10011"/>
                    <a:pt x="4669" y="9677"/>
                  </a:cubicBezTo>
                  <a:lnTo>
                    <a:pt x="6423" y="11842"/>
                  </a:lnTo>
                  <a:lnTo>
                    <a:pt x="6426" y="11841"/>
                  </a:lnTo>
                  <a:lnTo>
                    <a:pt x="6426" y="11841"/>
                  </a:lnTo>
                  <a:lnTo>
                    <a:pt x="5846" y="17361"/>
                  </a:lnTo>
                  <a:lnTo>
                    <a:pt x="8654" y="17361"/>
                  </a:lnTo>
                  <a:lnTo>
                    <a:pt x="8207" y="13100"/>
                  </a:lnTo>
                  <a:lnTo>
                    <a:pt x="10015" y="10870"/>
                  </a:lnTo>
                  <a:cubicBezTo>
                    <a:pt x="10162" y="11120"/>
                    <a:pt x="10433" y="11271"/>
                    <a:pt x="10727" y="11271"/>
                  </a:cubicBezTo>
                  <a:cubicBezTo>
                    <a:pt x="10828" y="11271"/>
                    <a:pt x="10928" y="11254"/>
                    <a:pt x="11027" y="11215"/>
                  </a:cubicBezTo>
                  <a:cubicBezTo>
                    <a:pt x="11182" y="11343"/>
                    <a:pt x="11367" y="11403"/>
                    <a:pt x="11551" y="11403"/>
                  </a:cubicBezTo>
                  <a:cubicBezTo>
                    <a:pt x="11822" y="11403"/>
                    <a:pt x="12089" y="11271"/>
                    <a:pt x="12248" y="11027"/>
                  </a:cubicBezTo>
                  <a:lnTo>
                    <a:pt x="12248" y="11021"/>
                  </a:lnTo>
                  <a:lnTo>
                    <a:pt x="12252" y="11021"/>
                  </a:lnTo>
                  <a:cubicBezTo>
                    <a:pt x="12269" y="11022"/>
                    <a:pt x="12285" y="11023"/>
                    <a:pt x="12301" y="11023"/>
                  </a:cubicBezTo>
                  <a:cubicBezTo>
                    <a:pt x="12773" y="11023"/>
                    <a:pt x="13151" y="10627"/>
                    <a:pt x="13129" y="10150"/>
                  </a:cubicBezTo>
                  <a:lnTo>
                    <a:pt x="13129" y="10145"/>
                  </a:lnTo>
                  <a:cubicBezTo>
                    <a:pt x="13546" y="9879"/>
                    <a:pt x="13635" y="9308"/>
                    <a:pt x="13324" y="8925"/>
                  </a:cubicBezTo>
                  <a:lnTo>
                    <a:pt x="13318" y="8919"/>
                  </a:lnTo>
                  <a:cubicBezTo>
                    <a:pt x="13356" y="8819"/>
                    <a:pt x="13373" y="8720"/>
                    <a:pt x="13373" y="8620"/>
                  </a:cubicBezTo>
                  <a:cubicBezTo>
                    <a:pt x="13373" y="8254"/>
                    <a:pt x="13130" y="7916"/>
                    <a:pt x="12758" y="7815"/>
                  </a:cubicBezTo>
                  <a:cubicBezTo>
                    <a:pt x="12658" y="7438"/>
                    <a:pt x="12320" y="7201"/>
                    <a:pt x="11954" y="7201"/>
                  </a:cubicBezTo>
                  <a:cubicBezTo>
                    <a:pt x="11854" y="7201"/>
                    <a:pt x="11753" y="7216"/>
                    <a:pt x="11654" y="7256"/>
                  </a:cubicBezTo>
                  <a:cubicBezTo>
                    <a:pt x="11499" y="7128"/>
                    <a:pt x="11310" y="7066"/>
                    <a:pt x="11127" y="7066"/>
                  </a:cubicBezTo>
                  <a:cubicBezTo>
                    <a:pt x="10856" y="7066"/>
                    <a:pt x="10589" y="7201"/>
                    <a:pt x="10429" y="7449"/>
                  </a:cubicBezTo>
                  <a:cubicBezTo>
                    <a:pt x="10413" y="7448"/>
                    <a:pt x="10397" y="7448"/>
                    <a:pt x="10381" y="7448"/>
                  </a:cubicBezTo>
                  <a:cubicBezTo>
                    <a:pt x="9925" y="7448"/>
                    <a:pt x="9553" y="7820"/>
                    <a:pt x="9553" y="8276"/>
                  </a:cubicBezTo>
                  <a:lnTo>
                    <a:pt x="9553" y="8326"/>
                  </a:lnTo>
                  <a:cubicBezTo>
                    <a:pt x="9302" y="8487"/>
                    <a:pt x="9175" y="8753"/>
                    <a:pt x="9175" y="9025"/>
                  </a:cubicBezTo>
                  <a:cubicBezTo>
                    <a:pt x="9175" y="9208"/>
                    <a:pt x="9230" y="9396"/>
                    <a:pt x="9358" y="9551"/>
                  </a:cubicBezTo>
                  <a:cubicBezTo>
                    <a:pt x="9202" y="9954"/>
                    <a:pt x="9383" y="10399"/>
                    <a:pt x="9749" y="10590"/>
                  </a:cubicBezTo>
                  <a:lnTo>
                    <a:pt x="8092" y="12002"/>
                  </a:lnTo>
                  <a:lnTo>
                    <a:pt x="7661" y="7887"/>
                  </a:lnTo>
                  <a:lnTo>
                    <a:pt x="7661" y="7887"/>
                  </a:lnTo>
                  <a:cubicBezTo>
                    <a:pt x="7783" y="7917"/>
                    <a:pt x="7909" y="7931"/>
                    <a:pt x="8032" y="7931"/>
                  </a:cubicBezTo>
                  <a:cubicBezTo>
                    <a:pt x="8625" y="7931"/>
                    <a:pt x="9196" y="7593"/>
                    <a:pt x="9458" y="7005"/>
                  </a:cubicBezTo>
                  <a:cubicBezTo>
                    <a:pt x="10268" y="6922"/>
                    <a:pt x="10856" y="6235"/>
                    <a:pt x="10856" y="5458"/>
                  </a:cubicBezTo>
                  <a:cubicBezTo>
                    <a:pt x="10856" y="5353"/>
                    <a:pt x="10845" y="5241"/>
                    <a:pt x="10822" y="5131"/>
                  </a:cubicBezTo>
                  <a:lnTo>
                    <a:pt x="10822" y="5126"/>
                  </a:lnTo>
                  <a:cubicBezTo>
                    <a:pt x="11165" y="4815"/>
                    <a:pt x="11338" y="4393"/>
                    <a:pt x="11338" y="3967"/>
                  </a:cubicBezTo>
                  <a:cubicBezTo>
                    <a:pt x="11338" y="3545"/>
                    <a:pt x="11165" y="3117"/>
                    <a:pt x="10822" y="2808"/>
                  </a:cubicBezTo>
                  <a:cubicBezTo>
                    <a:pt x="10845" y="2696"/>
                    <a:pt x="10856" y="2586"/>
                    <a:pt x="10856" y="2480"/>
                  </a:cubicBezTo>
                  <a:cubicBezTo>
                    <a:pt x="10856" y="1698"/>
                    <a:pt x="10268" y="1015"/>
                    <a:pt x="9458" y="932"/>
                  </a:cubicBezTo>
                  <a:lnTo>
                    <a:pt x="9458" y="928"/>
                  </a:lnTo>
                  <a:cubicBezTo>
                    <a:pt x="9196" y="345"/>
                    <a:pt x="8620" y="0"/>
                    <a:pt x="8026" y="0"/>
                  </a:cubicBezTo>
                  <a:cubicBezTo>
                    <a:pt x="7760" y="0"/>
                    <a:pt x="7495" y="67"/>
                    <a:pt x="7250" y="211"/>
                  </a:cubicBezTo>
                  <a:cubicBezTo>
                    <a:pt x="7000" y="67"/>
                    <a:pt x="6734" y="0"/>
                    <a:pt x="647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161" name="Google Shape;5161;p68"/>
            <p:cNvSpPr/>
            <p:nvPr/>
          </p:nvSpPr>
          <p:spPr>
            <a:xfrm>
              <a:off x="4524715" y="698423"/>
              <a:ext cx="458114" cy="1021753"/>
            </a:xfrm>
            <a:custGeom>
              <a:avLst/>
              <a:gdLst/>
              <a:ahLst/>
              <a:cxnLst/>
              <a:rect l="l" t="t" r="r" b="b"/>
              <a:pathLst>
                <a:path w="11869" h="26472" extrusionOk="0">
                  <a:moveTo>
                    <a:pt x="3136" y="0"/>
                  </a:moveTo>
                  <a:cubicBezTo>
                    <a:pt x="3136" y="1"/>
                    <a:pt x="3529" y="4229"/>
                    <a:pt x="3824" y="4574"/>
                  </a:cubicBezTo>
                  <a:cubicBezTo>
                    <a:pt x="4120" y="4918"/>
                    <a:pt x="4610" y="5509"/>
                    <a:pt x="4610" y="5509"/>
                  </a:cubicBezTo>
                  <a:lnTo>
                    <a:pt x="4610" y="5985"/>
                  </a:lnTo>
                  <a:cubicBezTo>
                    <a:pt x="4333" y="6152"/>
                    <a:pt x="4161" y="6470"/>
                    <a:pt x="4196" y="6813"/>
                  </a:cubicBezTo>
                  <a:cubicBezTo>
                    <a:pt x="4210" y="6946"/>
                    <a:pt x="4254" y="7069"/>
                    <a:pt x="4319" y="7177"/>
                  </a:cubicBezTo>
                  <a:cubicBezTo>
                    <a:pt x="3857" y="7640"/>
                    <a:pt x="1" y="11513"/>
                    <a:pt x="185" y="11605"/>
                  </a:cubicBezTo>
                  <a:cubicBezTo>
                    <a:pt x="189" y="11607"/>
                    <a:pt x="195" y="11608"/>
                    <a:pt x="202" y="11608"/>
                  </a:cubicBezTo>
                  <a:cubicBezTo>
                    <a:pt x="514" y="11608"/>
                    <a:pt x="3433" y="9483"/>
                    <a:pt x="3578" y="9147"/>
                  </a:cubicBezTo>
                  <a:cubicBezTo>
                    <a:pt x="3725" y="8802"/>
                    <a:pt x="4267" y="8213"/>
                    <a:pt x="4364" y="7967"/>
                  </a:cubicBezTo>
                  <a:cubicBezTo>
                    <a:pt x="4412" y="7848"/>
                    <a:pt x="4527" y="7651"/>
                    <a:pt x="4634" y="7478"/>
                  </a:cubicBezTo>
                  <a:cubicBezTo>
                    <a:pt x="4689" y="7507"/>
                    <a:pt x="4746" y="7531"/>
                    <a:pt x="4807" y="7550"/>
                  </a:cubicBezTo>
                  <a:cubicBezTo>
                    <a:pt x="4623" y="10384"/>
                    <a:pt x="4558" y="26472"/>
                    <a:pt x="4558" y="26472"/>
                  </a:cubicBezTo>
                  <a:lnTo>
                    <a:pt x="6042" y="26472"/>
                  </a:lnTo>
                  <a:lnTo>
                    <a:pt x="5316" y="7545"/>
                  </a:lnTo>
                  <a:cubicBezTo>
                    <a:pt x="5556" y="7469"/>
                    <a:pt x="5745" y="7292"/>
                    <a:pt x="5843" y="7068"/>
                  </a:cubicBezTo>
                  <a:cubicBezTo>
                    <a:pt x="6909" y="7367"/>
                    <a:pt x="10825" y="8470"/>
                    <a:pt x="11309" y="8606"/>
                  </a:cubicBezTo>
                  <a:cubicBezTo>
                    <a:pt x="11485" y="8655"/>
                    <a:pt x="11593" y="8676"/>
                    <a:pt x="11659" y="8676"/>
                  </a:cubicBezTo>
                  <a:cubicBezTo>
                    <a:pt x="11804" y="8676"/>
                    <a:pt x="11755" y="8579"/>
                    <a:pt x="11801" y="8471"/>
                  </a:cubicBezTo>
                  <a:cubicBezTo>
                    <a:pt x="11868" y="8314"/>
                    <a:pt x="8533" y="7127"/>
                    <a:pt x="8196" y="6915"/>
                  </a:cubicBezTo>
                  <a:cubicBezTo>
                    <a:pt x="8060" y="6829"/>
                    <a:pt x="7832" y="6800"/>
                    <a:pt x="7590" y="6800"/>
                  </a:cubicBezTo>
                  <a:cubicBezTo>
                    <a:pt x="7234" y="6800"/>
                    <a:pt x="6847" y="6863"/>
                    <a:pt x="6674" y="6904"/>
                  </a:cubicBezTo>
                  <a:cubicBezTo>
                    <a:pt x="6639" y="6912"/>
                    <a:pt x="6600" y="6915"/>
                    <a:pt x="6557" y="6915"/>
                  </a:cubicBezTo>
                  <a:cubicBezTo>
                    <a:pt x="6355" y="6915"/>
                    <a:pt x="6083" y="6837"/>
                    <a:pt x="5913" y="6781"/>
                  </a:cubicBezTo>
                  <a:cubicBezTo>
                    <a:pt x="5916" y="6733"/>
                    <a:pt x="5915" y="6685"/>
                    <a:pt x="5911" y="6635"/>
                  </a:cubicBezTo>
                  <a:cubicBezTo>
                    <a:pt x="5865" y="6192"/>
                    <a:pt x="5490" y="5862"/>
                    <a:pt x="5054" y="5862"/>
                  </a:cubicBezTo>
                  <a:cubicBezTo>
                    <a:pt x="5032" y="5862"/>
                    <a:pt x="5010" y="5863"/>
                    <a:pt x="4988" y="5865"/>
                  </a:cubicBezTo>
                  <a:cubicBezTo>
                    <a:pt x="4678" y="4760"/>
                    <a:pt x="3352" y="88"/>
                    <a:pt x="313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5162" name="Google Shape;5162;p68"/>
          <p:cNvSpPr/>
          <p:nvPr/>
        </p:nvSpPr>
        <p:spPr>
          <a:xfrm>
            <a:off x="713250" y="4174527"/>
            <a:ext cx="4673400" cy="457200"/>
          </a:xfrm>
          <a:prstGeom prst="roundRect">
            <a:avLst>
              <a:gd name="adj" fmla="val 50000"/>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167" name="Google Shape;5167;p68"/>
          <p:cNvSpPr txBox="1">
            <a:spLocks noGrp="1"/>
          </p:cNvSpPr>
          <p:nvPr>
            <p:ph type="title"/>
          </p:nvPr>
        </p:nvSpPr>
        <p:spPr>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4800" b="1" dirty="0">
                <a:solidFill>
                  <a:schemeClr val="bg1"/>
                </a:solidFill>
                <a:effectLst/>
              </a:rPr>
              <a:t>Motor </a:t>
            </a:r>
            <a:r>
              <a:rPr lang="en-IN" sz="4800" b="1" dirty="0">
                <a:solidFill>
                  <a:schemeClr val="bg1"/>
                </a:solidFill>
                <a:effectLst/>
              </a:rPr>
              <a:t>Parameters</a:t>
            </a:r>
            <a:endParaRPr sz="4800" b="1" dirty="0">
              <a:solidFill>
                <a:schemeClr val="bg1"/>
              </a:solidFill>
              <a:effectLst/>
            </a:endParaRPr>
          </a:p>
        </p:txBody>
      </p:sp>
      <p:sp>
        <p:nvSpPr>
          <p:cNvPr id="5163" name="Google Shape;5163;p68"/>
          <p:cNvSpPr txBox="1">
            <a:spLocks noGrp="1"/>
          </p:cNvSpPr>
          <p:nvPr>
            <p:ph type="title" idx="2"/>
          </p:nvPr>
        </p:nvSpPr>
        <p:spPr>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solidFill>
                  <a:schemeClr val="tx1"/>
                </a:solidFill>
                <a:effectLst/>
              </a:rPr>
              <a:t>04</a:t>
            </a:r>
            <a:endParaRPr dirty="0">
              <a:solidFill>
                <a:schemeClr val="tx1"/>
              </a:solidFill>
              <a:effectLst/>
            </a:endParaRPr>
          </a:p>
        </p:txBody>
      </p:sp>
      <p:sp>
        <p:nvSpPr>
          <p:cNvPr id="5164" name="Google Shape;5164;p68"/>
          <p:cNvSpPr txBox="1">
            <a:spLocks noGrp="1"/>
          </p:cNvSpPr>
          <p:nvPr>
            <p:ph type="subTitle" idx="1"/>
          </p:nvPr>
        </p:nvSpPr>
        <p:spPr>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sz="1800" dirty="0">
                <a:solidFill>
                  <a:schemeClr val="bg1"/>
                </a:solidFill>
              </a:rPr>
              <a:t>Calculating Motor Parameters</a:t>
            </a:r>
            <a:endParaRPr sz="1800" dirty="0">
              <a:solidFill>
                <a:schemeClr val="bg1"/>
              </a:solidFill>
            </a:endParaRPr>
          </a:p>
        </p:txBody>
      </p:sp>
      <p:sp>
        <p:nvSpPr>
          <p:cNvPr id="5166" name="Google Shape;5166;p68"/>
          <p:cNvSpPr/>
          <p:nvPr/>
        </p:nvSpPr>
        <p:spPr>
          <a:xfrm rot="-5400000">
            <a:off x="6148927" y="216061"/>
            <a:ext cx="4226946" cy="930116"/>
          </a:xfrm>
          <a:custGeom>
            <a:avLst/>
            <a:gdLst/>
            <a:ahLst/>
            <a:cxnLst/>
            <a:rect l="l" t="t" r="r" b="b"/>
            <a:pathLst>
              <a:path w="53074" h="11679" extrusionOk="0">
                <a:moveTo>
                  <a:pt x="4423" y="398"/>
                </a:moveTo>
                <a:cubicBezTo>
                  <a:pt x="4545" y="398"/>
                  <a:pt x="4645" y="497"/>
                  <a:pt x="4645" y="618"/>
                </a:cubicBezTo>
                <a:lnTo>
                  <a:pt x="4645" y="1647"/>
                </a:lnTo>
                <a:cubicBezTo>
                  <a:pt x="4645" y="1770"/>
                  <a:pt x="4545" y="1869"/>
                  <a:pt x="4423" y="1869"/>
                </a:cubicBezTo>
                <a:cubicBezTo>
                  <a:pt x="4300" y="1869"/>
                  <a:pt x="4200" y="1770"/>
                  <a:pt x="4200" y="1647"/>
                </a:cubicBezTo>
                <a:lnTo>
                  <a:pt x="4200" y="618"/>
                </a:lnTo>
                <a:cubicBezTo>
                  <a:pt x="4200" y="497"/>
                  <a:pt x="4300" y="398"/>
                  <a:pt x="4423" y="398"/>
                </a:cubicBezTo>
                <a:close/>
                <a:moveTo>
                  <a:pt x="1463" y="446"/>
                </a:moveTo>
                <a:cubicBezTo>
                  <a:pt x="1585" y="446"/>
                  <a:pt x="1684" y="546"/>
                  <a:pt x="1684" y="668"/>
                </a:cubicBezTo>
                <a:lnTo>
                  <a:pt x="1684" y="1697"/>
                </a:lnTo>
                <a:cubicBezTo>
                  <a:pt x="1684" y="1820"/>
                  <a:pt x="1585" y="1919"/>
                  <a:pt x="1463" y="1919"/>
                </a:cubicBezTo>
                <a:cubicBezTo>
                  <a:pt x="1339" y="1919"/>
                  <a:pt x="1240" y="1820"/>
                  <a:pt x="1240" y="1697"/>
                </a:cubicBezTo>
                <a:lnTo>
                  <a:pt x="1240" y="668"/>
                </a:lnTo>
                <a:cubicBezTo>
                  <a:pt x="1240" y="546"/>
                  <a:pt x="1339" y="446"/>
                  <a:pt x="1463" y="446"/>
                </a:cubicBezTo>
                <a:close/>
                <a:moveTo>
                  <a:pt x="4249" y="1"/>
                </a:moveTo>
                <a:cubicBezTo>
                  <a:pt x="3923" y="1"/>
                  <a:pt x="3658" y="265"/>
                  <a:pt x="3658" y="591"/>
                </a:cubicBezTo>
                <a:lnTo>
                  <a:pt x="3658" y="3202"/>
                </a:lnTo>
                <a:lnTo>
                  <a:pt x="1981" y="3202"/>
                </a:lnTo>
                <a:lnTo>
                  <a:pt x="1981" y="673"/>
                </a:lnTo>
                <a:cubicBezTo>
                  <a:pt x="1981" y="510"/>
                  <a:pt x="1914" y="364"/>
                  <a:pt x="1808" y="257"/>
                </a:cubicBezTo>
                <a:cubicBezTo>
                  <a:pt x="1701" y="149"/>
                  <a:pt x="1552" y="81"/>
                  <a:pt x="1390" y="81"/>
                </a:cubicBezTo>
                <a:cubicBezTo>
                  <a:pt x="1065" y="81"/>
                  <a:pt x="799" y="348"/>
                  <a:pt x="799" y="672"/>
                </a:cubicBezTo>
                <a:lnTo>
                  <a:pt x="799" y="3202"/>
                </a:lnTo>
                <a:lnTo>
                  <a:pt x="734" y="3202"/>
                </a:lnTo>
                <a:cubicBezTo>
                  <a:pt x="330" y="3202"/>
                  <a:pt x="0" y="3533"/>
                  <a:pt x="0" y="3939"/>
                </a:cubicBezTo>
                <a:lnTo>
                  <a:pt x="0" y="7273"/>
                </a:lnTo>
                <a:cubicBezTo>
                  <a:pt x="0" y="7677"/>
                  <a:pt x="330" y="8008"/>
                  <a:pt x="734" y="8008"/>
                </a:cubicBezTo>
                <a:lnTo>
                  <a:pt x="1369" y="8008"/>
                </a:lnTo>
                <a:lnTo>
                  <a:pt x="1369" y="8946"/>
                </a:lnTo>
                <a:lnTo>
                  <a:pt x="2522" y="8946"/>
                </a:lnTo>
                <a:lnTo>
                  <a:pt x="2522" y="9290"/>
                </a:lnTo>
                <a:cubicBezTo>
                  <a:pt x="2522" y="10607"/>
                  <a:pt x="3593" y="11679"/>
                  <a:pt x="4911" y="11679"/>
                </a:cubicBezTo>
                <a:lnTo>
                  <a:pt x="50099" y="11679"/>
                </a:lnTo>
                <a:cubicBezTo>
                  <a:pt x="51739" y="11679"/>
                  <a:pt x="53073" y="10344"/>
                  <a:pt x="53073" y="8705"/>
                </a:cubicBezTo>
                <a:lnTo>
                  <a:pt x="53073" y="3031"/>
                </a:lnTo>
                <a:lnTo>
                  <a:pt x="52282" y="3031"/>
                </a:lnTo>
                <a:lnTo>
                  <a:pt x="52282" y="8705"/>
                </a:lnTo>
                <a:cubicBezTo>
                  <a:pt x="52282" y="9908"/>
                  <a:pt x="51302" y="10887"/>
                  <a:pt x="50099" y="10887"/>
                </a:cubicBezTo>
                <a:lnTo>
                  <a:pt x="4911" y="10887"/>
                </a:lnTo>
                <a:cubicBezTo>
                  <a:pt x="4030" y="10887"/>
                  <a:pt x="3313" y="10171"/>
                  <a:pt x="3313" y="9290"/>
                </a:cubicBezTo>
                <a:lnTo>
                  <a:pt x="3313" y="8948"/>
                </a:lnTo>
                <a:lnTo>
                  <a:pt x="4463" y="8948"/>
                </a:lnTo>
                <a:lnTo>
                  <a:pt x="4463" y="8009"/>
                </a:lnTo>
                <a:lnTo>
                  <a:pt x="4864" y="8009"/>
                </a:lnTo>
                <a:cubicBezTo>
                  <a:pt x="5270" y="8009"/>
                  <a:pt x="5600" y="7677"/>
                  <a:pt x="5600" y="7273"/>
                </a:cubicBezTo>
                <a:lnTo>
                  <a:pt x="5600" y="3939"/>
                </a:lnTo>
                <a:cubicBezTo>
                  <a:pt x="5600" y="3533"/>
                  <a:pt x="5270" y="3202"/>
                  <a:pt x="4864" y="3202"/>
                </a:cubicBezTo>
                <a:lnTo>
                  <a:pt x="4840" y="3202"/>
                </a:lnTo>
                <a:lnTo>
                  <a:pt x="4840" y="591"/>
                </a:lnTo>
                <a:cubicBezTo>
                  <a:pt x="4840" y="428"/>
                  <a:pt x="4774" y="281"/>
                  <a:pt x="4666" y="173"/>
                </a:cubicBezTo>
                <a:cubicBezTo>
                  <a:pt x="4560" y="66"/>
                  <a:pt x="4412" y="1"/>
                  <a:pt x="4249" y="1"/>
                </a:cubicBezTo>
                <a:close/>
              </a:path>
            </a:pathLst>
          </a:custGeom>
          <a:gradFill>
            <a:gsLst>
              <a:gs pos="0">
                <a:schemeClr val="lt1"/>
              </a:gs>
              <a:gs pos="100000">
                <a:schemeClr val="dk2"/>
              </a:gs>
            </a:gsLst>
            <a:lin ang="5400012"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p>
        </p:txBody>
      </p:sp>
    </p:spTree>
    <p:extLst>
      <p:ext uri="{BB962C8B-B14F-4D97-AF65-F5344CB8AC3E}">
        <p14:creationId xmlns:p14="http://schemas.microsoft.com/office/powerpoint/2010/main" val="255035746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3E21EE-9FFF-45C0-8275-D0AC9EE4281C}"/>
              </a:ext>
            </a:extLst>
          </p:cNvPr>
          <p:cNvSpPr>
            <a:spLocks noGrp="1"/>
          </p:cNvSpPr>
          <p:nvPr>
            <p:ph type="title"/>
          </p:nvPr>
        </p:nvSpPr>
        <p:spPr>
          <a:xfrm>
            <a:off x="713250" y="213171"/>
            <a:ext cx="7717500" cy="576000"/>
          </a:xfrm>
          <a:solidFill>
            <a:schemeClr val="tx1"/>
          </a:solidFill>
          <a:effectLst>
            <a:softEdge rad="12700"/>
          </a:effectLst>
        </p:spPr>
        <p:txBody>
          <a:bodyPr/>
          <a:lstStyle/>
          <a:p>
            <a:r>
              <a:rPr lang="en-US" dirty="0">
                <a:solidFill>
                  <a:schemeClr val="bg1"/>
                </a:solidFill>
              </a:rPr>
              <a:t>Calculation of Rated Power</a:t>
            </a:r>
            <a:endParaRPr lang="en-IN" dirty="0">
              <a:solidFill>
                <a:schemeClr val="bg1"/>
              </a:solidFill>
            </a:endParaRPr>
          </a:p>
        </p:txBody>
      </p:sp>
      <p:sp>
        <p:nvSpPr>
          <p:cNvPr id="3" name="TextBox 2">
            <a:extLst>
              <a:ext uri="{FF2B5EF4-FFF2-40B4-BE49-F238E27FC236}">
                <a16:creationId xmlns:a16="http://schemas.microsoft.com/office/drawing/2014/main" id="{7FBE58E6-8325-450D-AFE9-9E9A1B50902D}"/>
              </a:ext>
            </a:extLst>
          </p:cNvPr>
          <p:cNvSpPr txBox="1"/>
          <p:nvPr/>
        </p:nvSpPr>
        <p:spPr>
          <a:xfrm>
            <a:off x="920078" y="789171"/>
            <a:ext cx="7909754" cy="4401205"/>
          </a:xfrm>
          <a:prstGeom prst="rect">
            <a:avLst/>
          </a:prstGeom>
          <a:noFill/>
        </p:spPr>
        <p:txBody>
          <a:bodyPr wrap="square" rtlCol="0">
            <a:spAutoFit/>
          </a:bodyPr>
          <a:lstStyle/>
          <a:p>
            <a:r>
              <a:rPr lang="en-US" sz="1400" dirty="0">
                <a:solidFill>
                  <a:schemeClr val="tx1"/>
                </a:solidFill>
                <a:latin typeface="SF Pro Text" panose="00000500000000000000" pitchFamily="2" charset="0"/>
                <a:ea typeface="SF Pro Text" panose="00000500000000000000" pitchFamily="2" charset="0"/>
              </a:rPr>
              <a:t>To select the right motor, you need to determine the power required for electric cars. This involves calculating motor power using a specific formula. You estimate the total weight of the electric car and then validate it using the following steps.</a:t>
            </a:r>
          </a:p>
          <a:p>
            <a:endParaRPr lang="en-US" sz="1400" dirty="0">
              <a:solidFill>
                <a:schemeClr val="tx1"/>
              </a:solidFill>
              <a:latin typeface="SF Pro Text" panose="00000500000000000000" pitchFamily="2" charset="0"/>
              <a:ea typeface="SF Pro Text" panose="00000500000000000000" pitchFamily="2" charset="0"/>
            </a:endParaRPr>
          </a:p>
          <a:p>
            <a:r>
              <a:rPr lang="en-US" sz="1400" dirty="0">
                <a:latin typeface="SF Pro Text" panose="00000500000000000000" pitchFamily="2" charset="0"/>
                <a:ea typeface="SF Pro Text" panose="00000500000000000000" pitchFamily="2" charset="0"/>
              </a:rPr>
              <a:t>• Rolling resistance: Assuming rolling resistance co-efficient of 0.05, which is standard between Tires and Asphalt roads. Assuming gravitational acceleration as 9.81 ms-2. </a:t>
            </a:r>
          </a:p>
          <a:p>
            <a:pPr algn="ctr"/>
            <a:endParaRPr lang="en-US" sz="1400" dirty="0">
              <a:latin typeface="SF Pro Text" panose="00000500000000000000" pitchFamily="2" charset="0"/>
              <a:ea typeface="SF Pro Text" panose="00000500000000000000" pitchFamily="2" charset="0"/>
            </a:endParaRPr>
          </a:p>
          <a:p>
            <a:pPr algn="ctr"/>
            <a:r>
              <a:rPr lang="en-US" sz="1400" dirty="0">
                <a:latin typeface="SF Pro Text" panose="00000500000000000000" pitchFamily="2" charset="0"/>
                <a:ea typeface="SF Pro Text" panose="00000500000000000000" pitchFamily="2" charset="0"/>
              </a:rPr>
              <a:t>Fr = 600 × 9.81 × 0.05 = 294.3 N</a:t>
            </a:r>
          </a:p>
          <a:p>
            <a:r>
              <a:rPr lang="en-US" sz="1400" dirty="0">
                <a:latin typeface="SF Pro Text" panose="00000500000000000000" pitchFamily="2" charset="0"/>
                <a:ea typeface="SF Pro Text" panose="00000500000000000000" pitchFamily="2" charset="0"/>
              </a:rPr>
              <a:t> • Grade resistance: Assuming max gradient of 30 degrees, speed humps are designed with a maximum gradient of 6 degrees. </a:t>
            </a:r>
          </a:p>
          <a:p>
            <a:pPr algn="ctr"/>
            <a:endParaRPr lang="en-US" sz="1400" dirty="0">
              <a:latin typeface="SF Pro Text" panose="00000500000000000000" pitchFamily="2" charset="0"/>
              <a:ea typeface="SF Pro Text" panose="00000500000000000000" pitchFamily="2" charset="0"/>
            </a:endParaRPr>
          </a:p>
          <a:p>
            <a:pPr algn="ctr"/>
            <a:r>
              <a:rPr lang="en-US" sz="1400" dirty="0" err="1">
                <a:latin typeface="SF Pro Text" panose="00000500000000000000" pitchFamily="2" charset="0"/>
                <a:ea typeface="SF Pro Text" panose="00000500000000000000" pitchFamily="2" charset="0"/>
              </a:rPr>
              <a:t>Fg</a:t>
            </a:r>
            <a:r>
              <a:rPr lang="en-US" sz="1400" dirty="0">
                <a:latin typeface="SF Pro Text" panose="00000500000000000000" pitchFamily="2" charset="0"/>
                <a:ea typeface="SF Pro Text" panose="00000500000000000000" pitchFamily="2" charset="0"/>
              </a:rPr>
              <a:t> = 600 × 9.81× sin(30) = 2934 N </a:t>
            </a:r>
          </a:p>
          <a:p>
            <a:r>
              <a:rPr lang="en-US" sz="1400" dirty="0">
                <a:latin typeface="SF Pro Text" panose="00000500000000000000" pitchFamily="2" charset="0"/>
                <a:ea typeface="SF Pro Text" panose="00000500000000000000" pitchFamily="2" charset="0"/>
              </a:rPr>
              <a:t>• Aerodynamic resistance: The vehicle is being designed for campus drive and has an average speed of 25 Km/hr. (6.95 m/s). At such low speeds drag resistance can be ignored. </a:t>
            </a:r>
          </a:p>
          <a:p>
            <a:r>
              <a:rPr lang="en-US" sz="1400" dirty="0">
                <a:latin typeface="SF Pro Text" panose="00000500000000000000" pitchFamily="2" charset="0"/>
                <a:ea typeface="SF Pro Text" panose="00000500000000000000" pitchFamily="2" charset="0"/>
              </a:rPr>
              <a:t>2. POWER REQUIREMENTS For drive on flat road, Minimum motor power required </a:t>
            </a:r>
          </a:p>
          <a:p>
            <a:pPr algn="ctr"/>
            <a:endParaRPr lang="en-US" sz="1400" dirty="0">
              <a:latin typeface="SF Pro Text" panose="00000500000000000000" pitchFamily="2" charset="0"/>
              <a:ea typeface="SF Pro Text" panose="00000500000000000000" pitchFamily="2" charset="0"/>
            </a:endParaRPr>
          </a:p>
          <a:p>
            <a:pPr algn="ctr"/>
            <a:r>
              <a:rPr lang="en-US" sz="1400" dirty="0">
                <a:latin typeface="SF Pro Text" panose="00000500000000000000" pitchFamily="2" charset="0"/>
                <a:ea typeface="SF Pro Text" panose="00000500000000000000" pitchFamily="2" charset="0"/>
              </a:rPr>
              <a:t>P = Fr × v </a:t>
            </a:r>
          </a:p>
          <a:p>
            <a:pPr algn="ctr"/>
            <a:r>
              <a:rPr lang="en-US" sz="1400" dirty="0">
                <a:latin typeface="SF Pro Text" panose="00000500000000000000" pitchFamily="2" charset="0"/>
                <a:ea typeface="SF Pro Text" panose="00000500000000000000" pitchFamily="2" charset="0"/>
              </a:rPr>
              <a:t>P = 294.3 × 6.95 </a:t>
            </a:r>
          </a:p>
          <a:p>
            <a:pPr algn="ctr"/>
            <a:r>
              <a:rPr lang="en-US" sz="1400" dirty="0">
                <a:latin typeface="SF Pro Text" panose="00000500000000000000" pitchFamily="2" charset="0"/>
                <a:ea typeface="SF Pro Text" panose="00000500000000000000" pitchFamily="2" charset="0"/>
              </a:rPr>
              <a:t>P = 2045.38 Watts. </a:t>
            </a:r>
          </a:p>
          <a:p>
            <a:r>
              <a:rPr lang="en-US" sz="1400" dirty="0">
                <a:latin typeface="SF Pro Text" panose="00000500000000000000" pitchFamily="2" charset="0"/>
                <a:ea typeface="SF Pro Text" panose="00000500000000000000" pitchFamily="2" charset="0"/>
              </a:rPr>
              <a:t>Hence, a minimum 2 KW-2.5 KW motor will be needed to power the vehicle.</a:t>
            </a:r>
            <a:endParaRPr lang="en-IN" sz="1400" dirty="0">
              <a:solidFill>
                <a:schemeClr val="tx1"/>
              </a:solidFill>
              <a:latin typeface="SF Pro Text" panose="00000500000000000000" pitchFamily="2" charset="0"/>
              <a:ea typeface="SF Pro Text" panose="00000500000000000000" pitchFamily="2" charset="0"/>
            </a:endParaRPr>
          </a:p>
        </p:txBody>
      </p:sp>
    </p:spTree>
    <p:extLst>
      <p:ext uri="{BB962C8B-B14F-4D97-AF65-F5344CB8AC3E}">
        <p14:creationId xmlns:p14="http://schemas.microsoft.com/office/powerpoint/2010/main" val="189410389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63349A4-5937-4C9D-8EE5-BB4F3AB7FDD0}"/>
              </a:ext>
            </a:extLst>
          </p:cNvPr>
          <p:cNvSpPr>
            <a:spLocks noGrp="1"/>
          </p:cNvSpPr>
          <p:nvPr>
            <p:ph type="title"/>
          </p:nvPr>
        </p:nvSpPr>
        <p:spPr>
          <a:xfrm>
            <a:off x="712787" y="339750"/>
            <a:ext cx="7718425" cy="576263"/>
          </a:xfrm>
          <a:solidFill>
            <a:schemeClr val="tx1"/>
          </a:solidFill>
          <a:effectLst>
            <a:softEdge rad="12700"/>
          </a:effectLst>
        </p:spPr>
        <p:txBody>
          <a:bodyPr/>
          <a:lstStyle/>
          <a:p>
            <a:r>
              <a:rPr lang="en-US" sz="3200" dirty="0">
                <a:solidFill>
                  <a:schemeClr val="bg1"/>
                </a:solidFill>
                <a:effectLst/>
                <a:latin typeface="Montserrat" panose="00000500000000000000" pitchFamily="2" charset="0"/>
              </a:rPr>
              <a:t>Calculation of Rated Current</a:t>
            </a:r>
            <a:endParaRPr lang="en-IN" sz="3200" dirty="0">
              <a:solidFill>
                <a:schemeClr val="bg1"/>
              </a:solidFill>
              <a:effectLst/>
              <a:latin typeface="Montserrat" panose="00000500000000000000" pitchFamily="2" charset="0"/>
            </a:endParaRP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CC07250A-C6AD-4A07-9E50-2D0AC3842204}"/>
                  </a:ext>
                </a:extLst>
              </p:cNvPr>
              <p:cNvSpPr txBox="1"/>
              <p:nvPr/>
            </p:nvSpPr>
            <p:spPr>
              <a:xfrm>
                <a:off x="712787" y="932026"/>
                <a:ext cx="7718424" cy="4211474"/>
              </a:xfrm>
              <a:prstGeom prst="rect">
                <a:avLst/>
              </a:prstGeom>
              <a:noFill/>
            </p:spPr>
            <p:txBody>
              <a:bodyPr wrap="square" rtlCol="0">
                <a:spAutoFit/>
              </a:bodyPr>
              <a:lstStyle/>
              <a:p>
                <a:pPr algn="just">
                  <a:lnSpc>
                    <a:spcPct val="150000"/>
                  </a:lnSpc>
                </a:pPr>
                <a:r>
                  <a:rPr lang="en-US" sz="1300" dirty="0">
                    <a:solidFill>
                      <a:schemeClr val="tx1"/>
                    </a:solidFill>
                    <a:latin typeface="SF Pro Text"/>
                  </a:rPr>
                  <a:t>To calculate the rated current of a motor, you will need some specific information about the motor and its intended application. The rated current is the maximum continuous current that a motor can safely handle without overheating or causing damage. Here are the steps to calculate it:</a:t>
                </a:r>
              </a:p>
              <a:p>
                <a:pPr algn="ctr">
                  <a:lnSpc>
                    <a:spcPct val="150000"/>
                  </a:lnSpc>
                </a:pPr>
                <a:r>
                  <a:rPr lang="en-IN" sz="1300" dirty="0" err="1">
                    <a:solidFill>
                      <a:schemeClr val="tx1"/>
                    </a:solidFill>
                    <a:latin typeface="SF Pro Text" panose="00000500000000000000"/>
                  </a:rPr>
                  <a:t>I</a:t>
                </a:r>
                <a:r>
                  <a:rPr lang="en-IN" sz="1300" baseline="-25000" dirty="0" err="1">
                    <a:solidFill>
                      <a:schemeClr val="tx1"/>
                    </a:solidFill>
                    <a:latin typeface="SF Pro Text" panose="00000500000000000000"/>
                  </a:rPr>
                  <a:t>r</a:t>
                </a:r>
                <a:r>
                  <a:rPr lang="en-IN" sz="1300" dirty="0">
                    <a:solidFill>
                      <a:schemeClr val="tx1"/>
                    </a:solidFill>
                    <a:latin typeface="SF Pro Text" panose="00000500000000000000"/>
                  </a:rPr>
                  <a:t> = </a:t>
                </a:r>
                <a14:m>
                  <m:oMath xmlns:m="http://schemas.openxmlformats.org/officeDocument/2006/math">
                    <m:f>
                      <m:fPr>
                        <m:ctrlPr>
                          <a:rPr lang="en-IN" sz="1300" i="1">
                            <a:solidFill>
                              <a:schemeClr val="tx1"/>
                            </a:solidFill>
                            <a:latin typeface="Cambria Math" panose="02040503050406030204" pitchFamily="18" charset="0"/>
                          </a:rPr>
                        </m:ctrlPr>
                      </m:fPr>
                      <m:num>
                        <m:r>
                          <a:rPr lang="en-US" sz="1300" b="0" i="1" smtClean="0">
                            <a:solidFill>
                              <a:schemeClr val="tx1"/>
                            </a:solidFill>
                            <a:latin typeface="Cambria Math" panose="02040503050406030204" pitchFamily="18" charset="0"/>
                          </a:rPr>
                          <m:t>𝑃𝑟</m:t>
                        </m:r>
                      </m:num>
                      <m:den>
                        <m:r>
                          <a:rPr lang="en-US" sz="1300" b="0" i="1" smtClean="0">
                            <a:solidFill>
                              <a:schemeClr val="tx1"/>
                            </a:solidFill>
                            <a:latin typeface="Cambria Math" panose="02040503050406030204" pitchFamily="18" charset="0"/>
                          </a:rPr>
                          <m:t>𝑉𝑟</m:t>
                        </m:r>
                      </m:den>
                    </m:f>
                  </m:oMath>
                </a14:m>
                <a:r>
                  <a:rPr lang="en-IN" sz="1300" dirty="0">
                    <a:solidFill>
                      <a:schemeClr val="tx1"/>
                    </a:solidFill>
                    <a:latin typeface="SF Pro Text" panose="00000500000000000000"/>
                  </a:rPr>
                  <a:t> </a:t>
                </a:r>
                <a:endParaRPr lang="en-US" sz="1300" dirty="0">
                  <a:solidFill>
                    <a:schemeClr val="tx1"/>
                  </a:solidFill>
                  <a:latin typeface="SF Pro Text"/>
                </a:endParaRPr>
              </a:p>
              <a:p>
                <a:pPr lvl="7">
                  <a:lnSpc>
                    <a:spcPct val="150000"/>
                  </a:lnSpc>
                </a:pPr>
                <a:r>
                  <a:rPr lang="en-US" sz="1300" dirty="0">
                    <a:solidFill>
                      <a:schemeClr val="tx1"/>
                    </a:solidFill>
                    <a:latin typeface="SF Pro Text"/>
                  </a:rPr>
                  <a:t>Where ;</a:t>
                </a:r>
              </a:p>
              <a:p>
                <a:pPr lvl="7">
                  <a:lnSpc>
                    <a:spcPct val="150000"/>
                  </a:lnSpc>
                </a:pPr>
                <a:r>
                  <a:rPr lang="en-IN" sz="1300" dirty="0" err="1">
                    <a:solidFill>
                      <a:schemeClr val="tx1"/>
                    </a:solidFill>
                    <a:latin typeface="SF Pro Text" panose="00000500000000000000"/>
                  </a:rPr>
                  <a:t>I</a:t>
                </a:r>
                <a:r>
                  <a:rPr lang="en-IN" sz="1300" baseline="-25000" dirty="0" err="1">
                    <a:solidFill>
                      <a:schemeClr val="tx1"/>
                    </a:solidFill>
                    <a:latin typeface="SF Pro Text" panose="00000500000000000000"/>
                  </a:rPr>
                  <a:t>r</a:t>
                </a:r>
                <a:r>
                  <a:rPr lang="en-US" sz="1300" dirty="0">
                    <a:solidFill>
                      <a:schemeClr val="tx1"/>
                    </a:solidFill>
                    <a:latin typeface="SF Pro Text"/>
                  </a:rPr>
                  <a:t>   : Rated current (in amperes, A)</a:t>
                </a:r>
              </a:p>
              <a:p>
                <a:pPr lvl="7">
                  <a:lnSpc>
                    <a:spcPct val="150000"/>
                  </a:lnSpc>
                </a:pPr>
                <a:r>
                  <a:rPr lang="en-US" sz="1300" dirty="0">
                    <a:solidFill>
                      <a:schemeClr val="tx1"/>
                    </a:solidFill>
                    <a:latin typeface="SF Pro Text"/>
                  </a:rPr>
                  <a:t>P</a:t>
                </a:r>
                <a:r>
                  <a:rPr lang="en-US" sz="1300" baseline="-25000" dirty="0">
                    <a:solidFill>
                      <a:schemeClr val="tx1"/>
                    </a:solidFill>
                    <a:latin typeface="SF Pro Text"/>
                  </a:rPr>
                  <a:t>r</a:t>
                </a:r>
                <a:r>
                  <a:rPr lang="en-US" sz="1300" dirty="0">
                    <a:solidFill>
                      <a:schemeClr val="tx1"/>
                    </a:solidFill>
                    <a:latin typeface="SF Pro Text"/>
                  </a:rPr>
                  <a:t>  : Rated power (in watts, W)</a:t>
                </a:r>
              </a:p>
              <a:p>
                <a:pPr lvl="7">
                  <a:lnSpc>
                    <a:spcPct val="150000"/>
                  </a:lnSpc>
                </a:pPr>
                <a:r>
                  <a:rPr lang="en-US" sz="1300" dirty="0">
                    <a:solidFill>
                      <a:schemeClr val="tx1"/>
                    </a:solidFill>
                    <a:latin typeface="SF Pro Text"/>
                  </a:rPr>
                  <a:t>V</a:t>
                </a:r>
                <a:r>
                  <a:rPr lang="en-US" sz="1300" baseline="-25000" dirty="0">
                    <a:solidFill>
                      <a:schemeClr val="tx1"/>
                    </a:solidFill>
                    <a:latin typeface="SF Pro Text"/>
                  </a:rPr>
                  <a:t>r</a:t>
                </a:r>
                <a:r>
                  <a:rPr lang="en-US" sz="1300" dirty="0">
                    <a:solidFill>
                      <a:schemeClr val="tx1"/>
                    </a:solidFill>
                    <a:latin typeface="SF Pro Text"/>
                  </a:rPr>
                  <a:t>  : Rated voltage (in volts, V)</a:t>
                </a:r>
              </a:p>
              <a:p>
                <a:pPr lvl="7" algn="ctr">
                  <a:lnSpc>
                    <a:spcPct val="150000"/>
                  </a:lnSpc>
                </a:pPr>
                <a:r>
                  <a:rPr lang="en-IN" sz="1300" dirty="0" err="1">
                    <a:latin typeface="SF Pro Text" panose="00000500000000000000"/>
                  </a:rPr>
                  <a:t>I</a:t>
                </a:r>
                <a:r>
                  <a:rPr lang="en-IN" sz="1300" baseline="-25000" dirty="0" err="1">
                    <a:latin typeface="SF Pro Text" panose="00000500000000000000"/>
                  </a:rPr>
                  <a:t>r</a:t>
                </a:r>
                <a:r>
                  <a:rPr lang="en-IN" sz="1300" dirty="0">
                    <a:solidFill>
                      <a:schemeClr val="tx1"/>
                    </a:solidFill>
                    <a:latin typeface="SF Pro Text" panose="00000500000000000000"/>
                  </a:rPr>
                  <a:t> = </a:t>
                </a:r>
                <a14:m>
                  <m:oMath xmlns:m="http://schemas.openxmlformats.org/officeDocument/2006/math">
                    <m:f>
                      <m:fPr>
                        <m:ctrlPr>
                          <a:rPr lang="en-IN" sz="1300" i="1">
                            <a:solidFill>
                              <a:schemeClr val="tx1"/>
                            </a:solidFill>
                            <a:latin typeface="Cambria Math" panose="02040503050406030204" pitchFamily="18" charset="0"/>
                          </a:rPr>
                        </m:ctrlPr>
                      </m:fPr>
                      <m:num>
                        <m:r>
                          <a:rPr lang="en-US" sz="1300" b="0" i="1" smtClean="0">
                            <a:solidFill>
                              <a:schemeClr val="tx1"/>
                            </a:solidFill>
                            <a:latin typeface="Cambria Math" panose="02040503050406030204" pitchFamily="18" charset="0"/>
                          </a:rPr>
                          <m:t>1500</m:t>
                        </m:r>
                        <m:r>
                          <a:rPr lang="en-US" sz="1300" b="0" i="1" smtClean="0">
                            <a:solidFill>
                              <a:schemeClr val="tx1"/>
                            </a:solidFill>
                            <a:latin typeface="Cambria Math" panose="02040503050406030204" pitchFamily="18" charset="0"/>
                          </a:rPr>
                          <m:t>𝑊</m:t>
                        </m:r>
                      </m:num>
                      <m:den>
                        <m:r>
                          <a:rPr lang="en-US" sz="1300" b="0" i="1" smtClean="0">
                            <a:solidFill>
                              <a:schemeClr val="tx1"/>
                            </a:solidFill>
                            <a:latin typeface="Cambria Math" panose="02040503050406030204" pitchFamily="18" charset="0"/>
                          </a:rPr>
                          <m:t>48 </m:t>
                        </m:r>
                        <m:r>
                          <a:rPr lang="en-US" sz="1300" b="0" i="1" smtClean="0">
                            <a:solidFill>
                              <a:schemeClr val="tx1"/>
                            </a:solidFill>
                            <a:latin typeface="Cambria Math" panose="02040503050406030204" pitchFamily="18" charset="0"/>
                          </a:rPr>
                          <m:t>𝑉</m:t>
                        </m:r>
                      </m:den>
                    </m:f>
                  </m:oMath>
                </a14:m>
                <a:r>
                  <a:rPr lang="en-IN" sz="1300" dirty="0">
                    <a:solidFill>
                      <a:schemeClr val="tx1"/>
                    </a:solidFill>
                    <a:latin typeface="SF Pro Text" panose="00000500000000000000"/>
                  </a:rPr>
                  <a:t> </a:t>
                </a:r>
                <a:endParaRPr lang="en-US" sz="1300" dirty="0">
                  <a:solidFill>
                    <a:schemeClr val="tx1"/>
                  </a:solidFill>
                  <a:latin typeface="SF Pro Text"/>
                </a:endParaRPr>
              </a:p>
              <a:p>
                <a:pPr lvl="7" algn="ctr">
                  <a:lnSpc>
                    <a:spcPct val="150000"/>
                  </a:lnSpc>
                </a:pPr>
                <a:r>
                  <a:rPr lang="en-IN" sz="1300" dirty="0" err="1">
                    <a:solidFill>
                      <a:schemeClr val="tx1"/>
                    </a:solidFill>
                    <a:latin typeface="SF Pro Text" panose="00000500000000000000"/>
                  </a:rPr>
                  <a:t>I</a:t>
                </a:r>
                <a:r>
                  <a:rPr lang="en-IN" sz="1300" baseline="-25000" dirty="0" err="1">
                    <a:solidFill>
                      <a:schemeClr val="tx1"/>
                    </a:solidFill>
                    <a:latin typeface="SF Pro Text" panose="00000500000000000000"/>
                  </a:rPr>
                  <a:t>r</a:t>
                </a:r>
                <a:r>
                  <a:rPr lang="en-IN" sz="1300" dirty="0">
                    <a:solidFill>
                      <a:schemeClr val="tx1"/>
                    </a:solidFill>
                    <a:latin typeface="SF Pro Text" panose="00000500000000000000"/>
                  </a:rPr>
                  <a:t> = 31.25 A</a:t>
                </a:r>
              </a:p>
              <a:p>
                <a:pPr lvl="7" algn="ctr">
                  <a:lnSpc>
                    <a:spcPct val="150000"/>
                  </a:lnSpc>
                </a:pPr>
                <a:r>
                  <a:rPr lang="en-US" sz="1300" b="1" dirty="0">
                    <a:solidFill>
                      <a:schemeClr val="tx1"/>
                    </a:solidFill>
                    <a:latin typeface="SF Pro Text"/>
                  </a:rPr>
                  <a:t>Therefore , we have to take a controller whose peak current rating will be approx.. 90-110 Amps.</a:t>
                </a:r>
                <a:endParaRPr lang="en-IN" sz="1300" b="1" dirty="0">
                  <a:solidFill>
                    <a:schemeClr val="tx1"/>
                  </a:solidFill>
                  <a:latin typeface="SF Pro Text"/>
                </a:endParaRPr>
              </a:p>
            </p:txBody>
          </p:sp>
        </mc:Choice>
        <mc:Fallback xmlns="">
          <p:sp>
            <p:nvSpPr>
              <p:cNvPr id="4" name="TextBox 3">
                <a:extLst>
                  <a:ext uri="{FF2B5EF4-FFF2-40B4-BE49-F238E27FC236}">
                    <a16:creationId xmlns:a16="http://schemas.microsoft.com/office/drawing/2014/main" id="{CC07250A-C6AD-4A07-9E50-2D0AC3842204}"/>
                  </a:ext>
                </a:extLst>
              </p:cNvPr>
              <p:cNvSpPr txBox="1">
                <a:spLocks noRot="1" noChangeAspect="1" noMove="1" noResize="1" noEditPoints="1" noAdjustHandles="1" noChangeArrowheads="1" noChangeShapeType="1" noTextEdit="1"/>
              </p:cNvSpPr>
              <p:nvPr/>
            </p:nvSpPr>
            <p:spPr>
              <a:xfrm>
                <a:off x="712787" y="932026"/>
                <a:ext cx="7718424" cy="4211474"/>
              </a:xfrm>
              <a:prstGeom prst="rect">
                <a:avLst/>
              </a:prstGeom>
              <a:blipFill>
                <a:blip r:embed="rId2"/>
                <a:stretch>
                  <a:fillRect l="-158" r="-79" b="-434"/>
                </a:stretch>
              </a:blipFill>
            </p:spPr>
            <p:txBody>
              <a:bodyPr/>
              <a:lstStyle/>
              <a:p>
                <a:r>
                  <a:rPr lang="en-US">
                    <a:noFill/>
                  </a:rPr>
                  <a:t> </a:t>
                </a:r>
              </a:p>
            </p:txBody>
          </p:sp>
        </mc:Fallback>
      </mc:AlternateContent>
    </p:spTree>
    <p:extLst>
      <p:ext uri="{BB962C8B-B14F-4D97-AF65-F5344CB8AC3E}">
        <p14:creationId xmlns:p14="http://schemas.microsoft.com/office/powerpoint/2010/main" val="389044882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EF56349-63CA-4C45-93B5-9745EF42AA21}"/>
              </a:ext>
            </a:extLst>
          </p:cNvPr>
          <p:cNvSpPr txBox="1"/>
          <p:nvPr/>
        </p:nvSpPr>
        <p:spPr>
          <a:xfrm>
            <a:off x="801381" y="928548"/>
            <a:ext cx="7629830" cy="3783921"/>
          </a:xfrm>
          <a:prstGeom prst="rect">
            <a:avLst/>
          </a:prstGeom>
          <a:noFill/>
        </p:spPr>
        <p:txBody>
          <a:bodyPr wrap="square" rtlCol="0">
            <a:spAutoFit/>
          </a:bodyPr>
          <a:lstStyle/>
          <a:p>
            <a:pPr algn="ctr">
              <a:lnSpc>
                <a:spcPct val="150000"/>
              </a:lnSpc>
            </a:pPr>
            <a:r>
              <a:rPr lang="en-US" dirty="0">
                <a:latin typeface="SF Pro Text" panose="00000500000000000000" pitchFamily="2" charset="0"/>
                <a:ea typeface="SF Pro Text" panose="00000500000000000000" pitchFamily="2" charset="0"/>
              </a:rPr>
              <a:t>Power = voltage × current.</a:t>
            </a:r>
          </a:p>
          <a:p>
            <a:pPr marL="285750" indent="-285750">
              <a:lnSpc>
                <a:spcPct val="150000"/>
              </a:lnSpc>
              <a:buClr>
                <a:schemeClr val="accent1"/>
              </a:buClr>
              <a:buFont typeface="Arial" panose="020B0604020202020204" pitchFamily="34" charset="0"/>
              <a:buChar char="•"/>
            </a:pPr>
            <a:r>
              <a:rPr lang="en-US" dirty="0">
                <a:latin typeface="SF Pro Text" panose="00000500000000000000" pitchFamily="2" charset="0"/>
                <a:ea typeface="SF Pro Text" panose="00000500000000000000" pitchFamily="2" charset="0"/>
              </a:rPr>
              <a:t> If we choose lower voltage level then current will increase. Thereby, requiring thicker wires for the application. As current is high we have to consider the effect of heating due to currents in electronics components</a:t>
            </a:r>
          </a:p>
          <a:p>
            <a:pPr marL="285750" indent="-285750">
              <a:lnSpc>
                <a:spcPct val="150000"/>
              </a:lnSpc>
              <a:buClr>
                <a:schemeClr val="accent1"/>
              </a:buClr>
              <a:buFont typeface="Arial" panose="020B0604020202020204" pitchFamily="34" charset="0"/>
              <a:buChar char="•"/>
            </a:pPr>
            <a:r>
              <a:rPr lang="en-US" dirty="0">
                <a:latin typeface="SF Pro Text" panose="00000500000000000000" pitchFamily="2" charset="0"/>
                <a:ea typeface="SF Pro Text" panose="00000500000000000000" pitchFamily="2" charset="0"/>
              </a:rPr>
              <a:t>Using a higher voltage reduces the current flowing in the cables significantly. This reduces the cross-section of the cable along with the Ohmic losses. So, the higher the system voltage, the lower is the system current; hence, the lower is the system loss. </a:t>
            </a:r>
          </a:p>
        </p:txBody>
      </p:sp>
      <p:sp>
        <p:nvSpPr>
          <p:cNvPr id="2" name="Title 1">
            <a:extLst>
              <a:ext uri="{FF2B5EF4-FFF2-40B4-BE49-F238E27FC236}">
                <a16:creationId xmlns:a16="http://schemas.microsoft.com/office/drawing/2014/main" id="{ACE32418-0A45-C7A8-490A-3A7C96587277}"/>
              </a:ext>
            </a:extLst>
          </p:cNvPr>
          <p:cNvSpPr txBox="1">
            <a:spLocks/>
          </p:cNvSpPr>
          <p:nvPr/>
        </p:nvSpPr>
        <p:spPr>
          <a:xfrm>
            <a:off x="712303" y="346377"/>
            <a:ext cx="7718425" cy="576263"/>
          </a:xfrm>
          <a:prstGeom prst="rect">
            <a:avLst/>
          </a:prstGeom>
          <a:solidFill>
            <a:schemeClr val="tx1"/>
          </a:solidFill>
          <a:effectLst>
            <a:softEdge rad="12700"/>
          </a:effectLst>
        </p:spPr>
        <p:txBody>
          <a:bodyPr spcFirstLastPara="1" vert="horz" wrap="square" lIns="91425" tIns="91425" rIns="91425" bIns="91425" rtlCol="0" anchor="t" anchorCtr="0">
            <a:noAutofit/>
          </a:bodyPr>
          <a:lstStyle>
            <a:lvl1pPr lvl="0" algn="ctr" defTabSz="342900" rtl="0" eaLnBrk="1" latinLnBrk="0" hangingPunct="1">
              <a:spcBef>
                <a:spcPts val="0"/>
              </a:spcBef>
              <a:spcAft>
                <a:spcPts val="0"/>
              </a:spcAft>
              <a:buSzPts val="2800"/>
              <a:buNone/>
              <a:defRPr sz="3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lvl="1" algn="ctr" rtl="0" eaLnBrk="1" hangingPunct="1">
              <a:spcBef>
                <a:spcPts val="0"/>
              </a:spcBef>
              <a:spcAft>
                <a:spcPts val="0"/>
              </a:spcAft>
              <a:buSzPts val="2800"/>
              <a:buNone/>
              <a:defRPr>
                <a:solidFill>
                  <a:schemeClr val="tx2"/>
                </a:solidFill>
              </a:defRPr>
            </a:lvl2pPr>
            <a:lvl3pPr lvl="2" algn="ctr" rtl="0" eaLnBrk="1" hangingPunct="1">
              <a:spcBef>
                <a:spcPts val="0"/>
              </a:spcBef>
              <a:spcAft>
                <a:spcPts val="0"/>
              </a:spcAft>
              <a:buSzPts val="2800"/>
              <a:buNone/>
              <a:defRPr>
                <a:solidFill>
                  <a:schemeClr val="tx2"/>
                </a:solidFill>
              </a:defRPr>
            </a:lvl3pPr>
            <a:lvl4pPr lvl="3" algn="ctr" rtl="0" eaLnBrk="1" hangingPunct="1">
              <a:spcBef>
                <a:spcPts val="0"/>
              </a:spcBef>
              <a:spcAft>
                <a:spcPts val="0"/>
              </a:spcAft>
              <a:buSzPts val="2800"/>
              <a:buNone/>
              <a:defRPr>
                <a:solidFill>
                  <a:schemeClr val="tx2"/>
                </a:solidFill>
              </a:defRPr>
            </a:lvl4pPr>
            <a:lvl5pPr lvl="4" algn="ctr" rtl="0" eaLnBrk="1" hangingPunct="1">
              <a:spcBef>
                <a:spcPts val="0"/>
              </a:spcBef>
              <a:spcAft>
                <a:spcPts val="0"/>
              </a:spcAft>
              <a:buSzPts val="2800"/>
              <a:buNone/>
              <a:defRPr>
                <a:solidFill>
                  <a:schemeClr val="tx2"/>
                </a:solidFill>
              </a:defRPr>
            </a:lvl5pPr>
            <a:lvl6pPr lvl="5" algn="ctr" rtl="0" eaLnBrk="1" hangingPunct="1">
              <a:spcBef>
                <a:spcPts val="0"/>
              </a:spcBef>
              <a:spcAft>
                <a:spcPts val="0"/>
              </a:spcAft>
              <a:buSzPts val="2800"/>
              <a:buNone/>
              <a:defRPr>
                <a:solidFill>
                  <a:schemeClr val="tx2"/>
                </a:solidFill>
              </a:defRPr>
            </a:lvl6pPr>
            <a:lvl7pPr lvl="6" algn="ctr" rtl="0" eaLnBrk="1" hangingPunct="1">
              <a:spcBef>
                <a:spcPts val="0"/>
              </a:spcBef>
              <a:spcAft>
                <a:spcPts val="0"/>
              </a:spcAft>
              <a:buSzPts val="2800"/>
              <a:buNone/>
              <a:defRPr>
                <a:solidFill>
                  <a:schemeClr val="tx2"/>
                </a:solidFill>
              </a:defRPr>
            </a:lvl7pPr>
            <a:lvl8pPr lvl="7" algn="ctr" rtl="0" eaLnBrk="1" hangingPunct="1">
              <a:spcBef>
                <a:spcPts val="0"/>
              </a:spcBef>
              <a:spcAft>
                <a:spcPts val="0"/>
              </a:spcAft>
              <a:buSzPts val="2800"/>
              <a:buNone/>
              <a:defRPr>
                <a:solidFill>
                  <a:schemeClr val="tx2"/>
                </a:solidFill>
              </a:defRPr>
            </a:lvl8pPr>
            <a:lvl9pPr lvl="8" algn="ctr" rtl="0" eaLnBrk="1" hangingPunct="1">
              <a:spcBef>
                <a:spcPts val="0"/>
              </a:spcBef>
              <a:spcAft>
                <a:spcPts val="0"/>
              </a:spcAft>
              <a:buSzPts val="2800"/>
              <a:buNone/>
              <a:defRPr>
                <a:solidFill>
                  <a:schemeClr val="tx2"/>
                </a:solidFill>
              </a:defRPr>
            </a:lvl9pPr>
          </a:lstStyle>
          <a:p>
            <a:r>
              <a:rPr lang="en-US">
                <a:solidFill>
                  <a:schemeClr val="bg1"/>
                </a:solidFill>
                <a:effectLst/>
              </a:rPr>
              <a:t>Why 48 Volts Motor? </a:t>
            </a:r>
            <a:endParaRPr lang="en-IN" dirty="0">
              <a:solidFill>
                <a:schemeClr val="bg1"/>
              </a:solidFill>
              <a:effectLst/>
            </a:endParaRPr>
          </a:p>
        </p:txBody>
      </p:sp>
    </p:spTree>
    <p:extLst>
      <p:ext uri="{BB962C8B-B14F-4D97-AF65-F5344CB8AC3E}">
        <p14:creationId xmlns:p14="http://schemas.microsoft.com/office/powerpoint/2010/main" val="343804368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63349A4-5937-4C9D-8EE5-BB4F3AB7FDD0}"/>
              </a:ext>
            </a:extLst>
          </p:cNvPr>
          <p:cNvSpPr>
            <a:spLocks noGrp="1"/>
          </p:cNvSpPr>
          <p:nvPr>
            <p:ph type="title"/>
          </p:nvPr>
        </p:nvSpPr>
        <p:spPr>
          <a:xfrm>
            <a:off x="712786" y="309525"/>
            <a:ext cx="7718425" cy="576263"/>
          </a:xfrm>
          <a:solidFill>
            <a:schemeClr val="tx1"/>
          </a:solidFill>
          <a:effectLst>
            <a:softEdge rad="12700"/>
          </a:effectLst>
        </p:spPr>
        <p:txBody>
          <a:bodyPr/>
          <a:lstStyle/>
          <a:p>
            <a:r>
              <a:rPr lang="en-US" dirty="0">
                <a:solidFill>
                  <a:schemeClr val="bg1"/>
                </a:solidFill>
                <a:effectLst/>
              </a:rPr>
              <a:t>Why 48 Volts Motor? </a:t>
            </a:r>
            <a:endParaRPr lang="en-IN" dirty="0">
              <a:solidFill>
                <a:schemeClr val="bg1"/>
              </a:solidFill>
              <a:effectLst/>
            </a:endParaRPr>
          </a:p>
        </p:txBody>
      </p:sp>
      <p:sp>
        <p:nvSpPr>
          <p:cNvPr id="5" name="TextBox 4">
            <a:extLst>
              <a:ext uri="{FF2B5EF4-FFF2-40B4-BE49-F238E27FC236}">
                <a16:creationId xmlns:a16="http://schemas.microsoft.com/office/drawing/2014/main" id="{DEF56349-63CA-4C45-93B5-9745EF42AA21}"/>
              </a:ext>
            </a:extLst>
          </p:cNvPr>
          <p:cNvSpPr txBox="1"/>
          <p:nvPr/>
        </p:nvSpPr>
        <p:spPr>
          <a:xfrm>
            <a:off x="801381" y="928548"/>
            <a:ext cx="7629830" cy="4199419"/>
          </a:xfrm>
          <a:prstGeom prst="rect">
            <a:avLst/>
          </a:prstGeom>
          <a:noFill/>
        </p:spPr>
        <p:txBody>
          <a:bodyPr wrap="square" rtlCol="0">
            <a:spAutoFit/>
          </a:bodyPr>
          <a:lstStyle/>
          <a:p>
            <a:pPr marL="285750" indent="-285750">
              <a:lnSpc>
                <a:spcPct val="150000"/>
              </a:lnSpc>
              <a:buBlip>
                <a:blip r:embed="rId2">
                  <a:extLst>
                    <a:ext uri="{96DAC541-7B7A-43D3-8B79-37D633B846F1}">
                      <asvg:svgBlip xmlns:asvg="http://schemas.microsoft.com/office/drawing/2016/SVG/main" r:embed="rId3"/>
                    </a:ext>
                  </a:extLst>
                </a:blip>
              </a:buBlip>
            </a:pPr>
            <a:r>
              <a:rPr lang="en-US" dirty="0">
                <a:latin typeface="SF Pro Text" panose="00000500000000000000" pitchFamily="2" charset="0"/>
                <a:ea typeface="SF Pro Text" panose="00000500000000000000" pitchFamily="2" charset="0"/>
              </a:rPr>
              <a:t>For instance , If a 48 V system is used instead of a 12 V system for the same load, then the current will decrease by 12÷48 = 25%</a:t>
            </a:r>
          </a:p>
          <a:p>
            <a:pPr marL="285750" indent="-285750">
              <a:lnSpc>
                <a:spcPct val="150000"/>
              </a:lnSpc>
              <a:buBlip>
                <a:blip r:embed="rId2">
                  <a:extLst>
                    <a:ext uri="{96DAC541-7B7A-43D3-8B79-37D633B846F1}">
                      <asvg:svgBlip xmlns:asvg="http://schemas.microsoft.com/office/drawing/2016/SVG/main" r:embed="rId3"/>
                    </a:ext>
                  </a:extLst>
                </a:blip>
              </a:buBlip>
            </a:pPr>
            <a:r>
              <a:rPr lang="en-US" dirty="0">
                <a:latin typeface="SF Pro Text" panose="00000500000000000000" pitchFamily="2" charset="0"/>
                <a:ea typeface="SF Pro Text" panose="00000500000000000000" pitchFamily="2" charset="0"/>
              </a:rPr>
              <a:t>Lead-acid batteries have a nominal voltage of 12V. comprising six 2V cells connected in series. The batteries are connected in series to produce a higher voltage. </a:t>
            </a:r>
          </a:p>
          <a:p>
            <a:pPr algn="ctr">
              <a:lnSpc>
                <a:spcPct val="150000"/>
              </a:lnSpc>
            </a:pPr>
            <a:r>
              <a:rPr lang="en-US" dirty="0">
                <a:latin typeface="SF Pro Text" panose="00000500000000000000" pitchFamily="2" charset="0"/>
                <a:ea typeface="SF Pro Text" panose="00000500000000000000" pitchFamily="2" charset="0"/>
              </a:rPr>
              <a:t>Voltage of battery are designed for -:</a:t>
            </a:r>
          </a:p>
          <a:p>
            <a:pPr algn="ctr">
              <a:lnSpc>
                <a:spcPct val="150000"/>
              </a:lnSpc>
            </a:pPr>
            <a:r>
              <a:rPr lang="en-US" dirty="0">
                <a:latin typeface="SF Pro Text" panose="00000500000000000000" pitchFamily="2" charset="0"/>
                <a:ea typeface="SF Pro Text" panose="00000500000000000000" pitchFamily="2" charset="0"/>
              </a:rPr>
              <a:t>12V battery  up to 750 W devices </a:t>
            </a:r>
          </a:p>
          <a:p>
            <a:pPr algn="ctr">
              <a:lnSpc>
                <a:spcPct val="150000"/>
              </a:lnSpc>
            </a:pPr>
            <a:r>
              <a:rPr lang="en-US" dirty="0">
                <a:latin typeface="SF Pro Text" panose="00000500000000000000" pitchFamily="2" charset="0"/>
                <a:ea typeface="SF Pro Text" panose="00000500000000000000" pitchFamily="2" charset="0"/>
              </a:rPr>
              <a:t>24 V battery up to 1500 W </a:t>
            </a:r>
          </a:p>
          <a:p>
            <a:pPr algn="ctr">
              <a:lnSpc>
                <a:spcPct val="150000"/>
              </a:lnSpc>
            </a:pPr>
            <a:r>
              <a:rPr lang="en-US" dirty="0">
                <a:latin typeface="SF Pro Text" panose="00000500000000000000" pitchFamily="2" charset="0"/>
                <a:ea typeface="SF Pro Text" panose="00000500000000000000" pitchFamily="2" charset="0"/>
              </a:rPr>
              <a:t>48 V battery up to 3000 W. </a:t>
            </a:r>
          </a:p>
          <a:p>
            <a:pPr marL="285750" indent="-285750">
              <a:lnSpc>
                <a:spcPct val="150000"/>
              </a:lnSpc>
              <a:buBlip>
                <a:blip r:embed="rId2">
                  <a:extLst>
                    <a:ext uri="{96DAC541-7B7A-43D3-8B79-37D633B846F1}">
                      <asvg:svgBlip xmlns:asvg="http://schemas.microsoft.com/office/drawing/2016/SVG/main" r:embed="rId3"/>
                    </a:ext>
                  </a:extLst>
                </a:blip>
              </a:buBlip>
            </a:pPr>
            <a:r>
              <a:rPr lang="en-US" dirty="0">
                <a:latin typeface="SF Pro Text" panose="00000500000000000000" pitchFamily="2" charset="0"/>
                <a:ea typeface="SF Pro Text" panose="00000500000000000000" pitchFamily="2" charset="0"/>
              </a:rPr>
              <a:t>.</a:t>
            </a:r>
          </a:p>
        </p:txBody>
      </p:sp>
    </p:spTree>
    <p:extLst>
      <p:ext uri="{BB962C8B-B14F-4D97-AF65-F5344CB8AC3E}">
        <p14:creationId xmlns:p14="http://schemas.microsoft.com/office/powerpoint/2010/main" val="113854072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794;p53">
            <a:extLst>
              <a:ext uri="{FF2B5EF4-FFF2-40B4-BE49-F238E27FC236}">
                <a16:creationId xmlns:a16="http://schemas.microsoft.com/office/drawing/2014/main" id="{5825CB71-9DE0-1FE4-9BA8-6A3A9275BD10}"/>
              </a:ext>
            </a:extLst>
          </p:cNvPr>
          <p:cNvSpPr/>
          <p:nvPr/>
        </p:nvSpPr>
        <p:spPr>
          <a:xfrm>
            <a:off x="713228" y="181534"/>
            <a:ext cx="7717500" cy="722494"/>
          </a:xfrm>
          <a:prstGeom prst="round2DiagRect">
            <a:avLst>
              <a:gd name="adj1" fmla="val 16667"/>
              <a:gd name="adj2" fmla="val 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 name="Title 1">
            <a:extLst>
              <a:ext uri="{FF2B5EF4-FFF2-40B4-BE49-F238E27FC236}">
                <a16:creationId xmlns:a16="http://schemas.microsoft.com/office/drawing/2014/main" id="{0509D711-44DB-4430-A4CD-3DBCC06252E6}"/>
              </a:ext>
            </a:extLst>
          </p:cNvPr>
          <p:cNvSpPr>
            <a:spLocks noGrp="1"/>
          </p:cNvSpPr>
          <p:nvPr>
            <p:ph type="title"/>
          </p:nvPr>
        </p:nvSpPr>
        <p:spPr>
          <a:xfrm>
            <a:off x="713228" y="254781"/>
            <a:ext cx="7717500" cy="576000"/>
          </a:xfrm>
        </p:spPr>
        <p:txBody>
          <a:bodyPr/>
          <a:lstStyle/>
          <a:p>
            <a:r>
              <a:rPr lang="en-US" sz="3200" dirty="0">
                <a:solidFill>
                  <a:schemeClr val="bg1"/>
                </a:solidFill>
                <a:effectLst/>
                <a:latin typeface="Montserrat" panose="00000500000000000000" pitchFamily="2" charset="0"/>
              </a:rPr>
              <a:t>Calculation of Maximum Speed</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8AAB5CEF-23FE-7AA8-32DB-77FB2A05C161}"/>
                  </a:ext>
                </a:extLst>
              </p:cNvPr>
              <p:cNvSpPr txBox="1"/>
              <p:nvPr/>
            </p:nvSpPr>
            <p:spPr>
              <a:xfrm>
                <a:off x="713228" y="977275"/>
                <a:ext cx="7452577" cy="4093941"/>
              </a:xfrm>
              <a:prstGeom prst="rect">
                <a:avLst/>
              </a:prstGeom>
              <a:noFill/>
            </p:spPr>
            <p:txBody>
              <a:bodyPr wrap="square" rtlCol="0">
                <a:spAutoFit/>
              </a:bodyPr>
              <a:lstStyle/>
              <a:p>
                <a:pPr marL="0" algn="l" rtl="0" eaLnBrk="1" latinLnBrk="0" hangingPunct="1">
                  <a:lnSpc>
                    <a:spcPct val="150000"/>
                  </a:lnSpc>
                  <a:spcBef>
                    <a:spcPts val="0"/>
                  </a:spcBef>
                  <a:spcAft>
                    <a:spcPts val="0"/>
                  </a:spcAft>
                </a:pPr>
                <a:r>
                  <a:rPr lang="en-US" sz="1300" kern="1200" dirty="0">
                    <a:solidFill>
                      <a:schemeClr val="tx1"/>
                    </a:solidFill>
                    <a:effectLst/>
                    <a:latin typeface="SF Pro Text" panose="00000500000000000000"/>
                    <a:ea typeface="SF Pro Text" panose="00000500000000000000" pitchFamily="2" charset="0"/>
                    <a:cs typeface="+mn-cs"/>
                  </a:rPr>
                  <a:t>Transmission calculations give the power transmitting values through the system in terms of Top Speed</a:t>
                </a:r>
                <a:endParaRPr lang="en-US" sz="1300" dirty="0">
                  <a:solidFill>
                    <a:schemeClr val="tx1"/>
                  </a:solidFill>
                  <a:effectLst/>
                  <a:latin typeface="SF Pro Text" panose="00000500000000000000"/>
                  <a:ea typeface="SF Pro Text" panose="00000500000000000000" pitchFamily="2" charset="0"/>
                </a:endParaRPr>
              </a:p>
              <a:p>
                <a:pPr marL="0" algn="l" rtl="0" eaLnBrk="1" latinLnBrk="0" hangingPunct="1">
                  <a:lnSpc>
                    <a:spcPct val="150000"/>
                  </a:lnSpc>
                  <a:spcBef>
                    <a:spcPts val="0"/>
                  </a:spcBef>
                  <a:spcAft>
                    <a:spcPts val="0"/>
                  </a:spcAft>
                </a:pPr>
                <a:r>
                  <a:rPr lang="en-US" sz="1300" b="1" kern="1200" dirty="0">
                    <a:solidFill>
                      <a:schemeClr val="tx1"/>
                    </a:solidFill>
                    <a:effectLst/>
                    <a:latin typeface="SF Pro Text" panose="00000500000000000000"/>
                    <a:ea typeface="SF Pro Text" panose="00000500000000000000" pitchFamily="2" charset="0"/>
                    <a:cs typeface="+mn-cs"/>
                  </a:rPr>
                  <a:t>Parameters considered: </a:t>
                </a:r>
                <a:endParaRPr lang="en-US" sz="1300" b="1" dirty="0">
                  <a:solidFill>
                    <a:schemeClr val="tx1"/>
                  </a:solidFill>
                  <a:effectLst/>
                  <a:latin typeface="SF Pro Text" panose="00000500000000000000"/>
                  <a:ea typeface="SF Pro Text" panose="00000500000000000000" pitchFamily="2" charset="0"/>
                </a:endParaRPr>
              </a:p>
              <a:p>
                <a:pPr marL="347472" indent="-347472" algn="l" rtl="0" eaLnBrk="1" latinLnBrk="0" hangingPunct="1">
                  <a:lnSpc>
                    <a:spcPct val="150000"/>
                  </a:lnSpc>
                  <a:spcBef>
                    <a:spcPts val="0"/>
                  </a:spcBef>
                  <a:spcAft>
                    <a:spcPts val="0"/>
                  </a:spcAft>
                  <a:buClr>
                    <a:srgbClr val="3F5A42"/>
                  </a:buClr>
                  <a:buFont typeface="+mj-lt"/>
                  <a:buAutoNum type="arabicPeriod"/>
                </a:pPr>
                <a:r>
                  <a:rPr lang="en-US" sz="1300" kern="1200" dirty="0">
                    <a:solidFill>
                      <a:schemeClr val="tx1"/>
                    </a:solidFill>
                    <a:effectLst/>
                    <a:latin typeface="SF Pro Text" panose="00000500000000000000"/>
                    <a:ea typeface="SF Pro Text" panose="00000500000000000000" pitchFamily="2" charset="0"/>
                    <a:cs typeface="+mn-cs"/>
                  </a:rPr>
                  <a:t>Motor 3kw with 3000 set rpm </a:t>
                </a:r>
                <a:endParaRPr lang="en-US" sz="1300" dirty="0">
                  <a:solidFill>
                    <a:schemeClr val="tx1"/>
                  </a:solidFill>
                  <a:effectLst/>
                  <a:latin typeface="SF Pro Text" panose="00000500000000000000"/>
                  <a:ea typeface="SF Pro Text" panose="00000500000000000000" pitchFamily="2" charset="0"/>
                </a:endParaRPr>
              </a:p>
              <a:p>
                <a:pPr marL="347472" indent="-347472" algn="l" rtl="0" eaLnBrk="1" latinLnBrk="0" hangingPunct="1">
                  <a:lnSpc>
                    <a:spcPct val="150000"/>
                  </a:lnSpc>
                  <a:spcBef>
                    <a:spcPts val="0"/>
                  </a:spcBef>
                  <a:spcAft>
                    <a:spcPts val="0"/>
                  </a:spcAft>
                  <a:buClr>
                    <a:srgbClr val="3F5A42"/>
                  </a:buClr>
                  <a:buFont typeface="+mj-lt"/>
                  <a:buAutoNum type="arabicPeriod"/>
                </a:pPr>
                <a:r>
                  <a:rPr lang="en-US" sz="1300" kern="1200" dirty="0">
                    <a:solidFill>
                      <a:schemeClr val="tx1"/>
                    </a:solidFill>
                    <a:effectLst/>
                    <a:latin typeface="SF Pro Text" panose="00000500000000000000"/>
                    <a:ea typeface="SF Pro Text" panose="00000500000000000000" pitchFamily="2" charset="0"/>
                    <a:cs typeface="+mn-cs"/>
                  </a:rPr>
                  <a:t>Transaxle reduction ratio 10.45 </a:t>
                </a:r>
                <a:endParaRPr lang="en-US" sz="1300" dirty="0">
                  <a:solidFill>
                    <a:schemeClr val="tx1"/>
                  </a:solidFill>
                  <a:effectLst/>
                  <a:latin typeface="SF Pro Text" panose="00000500000000000000"/>
                  <a:ea typeface="SF Pro Text" panose="00000500000000000000" pitchFamily="2" charset="0"/>
                </a:endParaRPr>
              </a:p>
              <a:p>
                <a:pPr marL="347472" indent="-347472" algn="l" rtl="0" eaLnBrk="1" latinLnBrk="0" hangingPunct="1">
                  <a:lnSpc>
                    <a:spcPct val="150000"/>
                  </a:lnSpc>
                  <a:spcBef>
                    <a:spcPts val="0"/>
                  </a:spcBef>
                  <a:spcAft>
                    <a:spcPts val="0"/>
                  </a:spcAft>
                  <a:buClr>
                    <a:srgbClr val="3F5A42"/>
                  </a:buClr>
                  <a:buFont typeface="+mj-lt"/>
                  <a:buAutoNum type="arabicPeriod"/>
                </a:pPr>
                <a:r>
                  <a:rPr lang="en-US" sz="1300" kern="1200" dirty="0">
                    <a:solidFill>
                      <a:schemeClr val="tx1"/>
                    </a:solidFill>
                    <a:effectLst/>
                    <a:latin typeface="SF Pro Text" panose="00000500000000000000"/>
                    <a:ea typeface="SF Pro Text" panose="00000500000000000000" pitchFamily="2" charset="0"/>
                    <a:cs typeface="+mn-cs"/>
                  </a:rPr>
                  <a:t>Tire 18 * 8.5 * 8 (l * b * h) (Approx.)</a:t>
                </a:r>
                <a:endParaRPr lang="en-US" sz="1300" dirty="0">
                  <a:solidFill>
                    <a:schemeClr val="tx1"/>
                  </a:solidFill>
                  <a:effectLst/>
                  <a:latin typeface="SF Pro Text" panose="00000500000000000000"/>
                  <a:ea typeface="SF Pro Text" panose="00000500000000000000" pitchFamily="2" charset="0"/>
                </a:endParaRPr>
              </a:p>
              <a:p>
                <a:pPr marL="0" algn="l" rtl="0" eaLnBrk="1" latinLnBrk="0" hangingPunct="1">
                  <a:lnSpc>
                    <a:spcPct val="150000"/>
                  </a:lnSpc>
                  <a:spcBef>
                    <a:spcPts val="0"/>
                  </a:spcBef>
                  <a:spcAft>
                    <a:spcPts val="0"/>
                  </a:spcAft>
                </a:pPr>
                <a:r>
                  <a:rPr lang="en-IN" sz="1300" b="1" kern="1200" dirty="0">
                    <a:solidFill>
                      <a:schemeClr val="tx1"/>
                    </a:solidFill>
                    <a:effectLst/>
                    <a:latin typeface="SF Pro Text" panose="00000500000000000000"/>
                    <a:ea typeface="SF Pro Text" panose="00000500000000000000" pitchFamily="2" charset="0"/>
                    <a:cs typeface="+mn-cs"/>
                  </a:rPr>
                  <a:t>Top speed :</a:t>
                </a:r>
                <a:endParaRPr lang="en-US" sz="1300" b="1" dirty="0">
                  <a:solidFill>
                    <a:schemeClr val="tx1"/>
                  </a:solidFill>
                  <a:effectLst/>
                  <a:latin typeface="SF Pro Text" panose="00000500000000000000"/>
                  <a:ea typeface="SF Pro Text" panose="00000500000000000000" pitchFamily="2" charset="0"/>
                </a:endParaRPr>
              </a:p>
              <a:p>
                <a:pPr marL="0" algn="l" rtl="0" eaLnBrk="1" latinLnBrk="0" hangingPunct="1">
                  <a:lnSpc>
                    <a:spcPct val="150000"/>
                  </a:lnSpc>
                  <a:spcBef>
                    <a:spcPts val="0"/>
                  </a:spcBef>
                  <a:spcAft>
                    <a:spcPts val="0"/>
                  </a:spcAft>
                </a:pPr>
                <a:r>
                  <a:rPr lang="en-US" sz="1300" b="1" kern="1200" dirty="0">
                    <a:solidFill>
                      <a:schemeClr val="tx1"/>
                    </a:solidFill>
                    <a:effectLst/>
                    <a:latin typeface="SF Pro Text" panose="00000500000000000000"/>
                    <a:ea typeface="SF Pro Text" panose="00000500000000000000" pitchFamily="2" charset="0"/>
                    <a:cs typeface="+mn-cs"/>
                  </a:rPr>
                  <a:t> </a:t>
                </a:r>
                <a:r>
                  <a:rPr lang="en-IN" sz="1300" b="1" kern="1200" dirty="0">
                    <a:solidFill>
                      <a:schemeClr val="tx1"/>
                    </a:solidFill>
                    <a:effectLst/>
                    <a:latin typeface="SF Pro Text" panose="00000500000000000000"/>
                    <a:ea typeface="SF Pro Text" panose="00000500000000000000" pitchFamily="2" charset="0"/>
                    <a:cs typeface="+mn-cs"/>
                  </a:rPr>
                  <a:t>  </a:t>
                </a:r>
                <a:r>
                  <a:rPr lang="en-IN" sz="1300" kern="1200" dirty="0">
                    <a:solidFill>
                      <a:schemeClr val="tx1"/>
                    </a:solidFill>
                    <a:effectLst/>
                    <a:latin typeface="SF Pro Text" panose="00000500000000000000"/>
                    <a:ea typeface="SF Pro Text" panose="00000500000000000000" pitchFamily="2" charset="0"/>
                    <a:cs typeface="+mn-cs"/>
                  </a:rPr>
                  <a:t>RPM of Wheel    = </a:t>
                </a:r>
                <a14:m>
                  <m:oMath xmlns:m="http://schemas.openxmlformats.org/officeDocument/2006/math">
                    <m:f>
                      <m:fPr>
                        <m:ctrlPr>
                          <a:rPr lang="en-IN" sz="1300" i="1" kern="1200">
                            <a:solidFill>
                              <a:schemeClr val="tx1"/>
                            </a:solidFill>
                            <a:effectLst/>
                            <a:latin typeface="Cambria Math" panose="02040503050406030204" pitchFamily="18" charset="0"/>
                            <a:ea typeface="+mn-ea"/>
                            <a:cs typeface="+mn-cs"/>
                          </a:rPr>
                        </m:ctrlPr>
                      </m:fPr>
                      <m:num>
                        <m:r>
                          <a:rPr lang="en-US" sz="1300" b="0" i="1" kern="1200">
                            <a:solidFill>
                              <a:schemeClr val="tx1"/>
                            </a:solidFill>
                            <a:effectLst/>
                            <a:latin typeface="Cambria Math" panose="02040503050406030204" pitchFamily="18" charset="0"/>
                            <a:ea typeface="+mn-ea"/>
                            <a:cs typeface="+mn-cs"/>
                          </a:rPr>
                          <m:t>𝑟𝑝𝑚</m:t>
                        </m:r>
                        <m:r>
                          <a:rPr lang="en-US" sz="1300" b="0" i="1" kern="1200">
                            <a:solidFill>
                              <a:schemeClr val="tx1"/>
                            </a:solidFill>
                            <a:effectLst/>
                            <a:latin typeface="Cambria Math" panose="02040503050406030204" pitchFamily="18" charset="0"/>
                            <a:ea typeface="+mn-ea"/>
                            <a:cs typeface="+mn-cs"/>
                          </a:rPr>
                          <m:t> </m:t>
                        </m:r>
                        <m:r>
                          <a:rPr lang="en-US" sz="1300" b="0" i="1" kern="1200">
                            <a:solidFill>
                              <a:schemeClr val="tx1"/>
                            </a:solidFill>
                            <a:effectLst/>
                            <a:latin typeface="Cambria Math" panose="02040503050406030204" pitchFamily="18" charset="0"/>
                            <a:ea typeface="+mn-ea"/>
                            <a:cs typeface="+mn-cs"/>
                          </a:rPr>
                          <m:t>𝑜𝑓</m:t>
                        </m:r>
                        <m:r>
                          <a:rPr lang="en-US" sz="1300" b="0" i="1" kern="1200">
                            <a:solidFill>
                              <a:schemeClr val="tx1"/>
                            </a:solidFill>
                            <a:effectLst/>
                            <a:latin typeface="Cambria Math" panose="02040503050406030204" pitchFamily="18" charset="0"/>
                            <a:ea typeface="+mn-ea"/>
                            <a:cs typeface="+mn-cs"/>
                          </a:rPr>
                          <m:t> </m:t>
                        </m:r>
                        <m:r>
                          <a:rPr lang="en-US" sz="1300" b="0" i="1" kern="1200">
                            <a:solidFill>
                              <a:schemeClr val="tx1"/>
                            </a:solidFill>
                            <a:effectLst/>
                            <a:latin typeface="Cambria Math" panose="02040503050406030204" pitchFamily="18" charset="0"/>
                            <a:ea typeface="+mn-ea"/>
                            <a:cs typeface="+mn-cs"/>
                          </a:rPr>
                          <m:t>𝑚𝑜𝑡𝑜𝑟</m:t>
                        </m:r>
                      </m:num>
                      <m:den>
                        <m:r>
                          <a:rPr lang="en-US" sz="1300" b="0" i="1" kern="1200">
                            <a:solidFill>
                              <a:schemeClr val="tx1"/>
                            </a:solidFill>
                            <a:effectLst/>
                            <a:latin typeface="Cambria Math" panose="02040503050406030204" pitchFamily="18" charset="0"/>
                            <a:ea typeface="+mn-ea"/>
                            <a:cs typeface="+mn-cs"/>
                          </a:rPr>
                          <m:t>𝑡𝑟𝑎𝑛𝑠𝑎𝑥𝑙𝑒</m:t>
                        </m:r>
                        <m:r>
                          <a:rPr lang="en-US" sz="1300" b="0" i="1" kern="1200">
                            <a:solidFill>
                              <a:schemeClr val="tx1"/>
                            </a:solidFill>
                            <a:effectLst/>
                            <a:latin typeface="Cambria Math" panose="02040503050406030204" pitchFamily="18" charset="0"/>
                            <a:ea typeface="+mn-ea"/>
                            <a:cs typeface="+mn-cs"/>
                          </a:rPr>
                          <m:t> </m:t>
                        </m:r>
                        <m:r>
                          <a:rPr lang="en-US" sz="1300" b="0" i="1" kern="1200">
                            <a:solidFill>
                              <a:schemeClr val="tx1"/>
                            </a:solidFill>
                            <a:effectLst/>
                            <a:latin typeface="Cambria Math" panose="02040503050406030204" pitchFamily="18" charset="0"/>
                            <a:ea typeface="+mn-ea"/>
                            <a:cs typeface="+mn-cs"/>
                          </a:rPr>
                          <m:t>𝑟𝑒𝑑𝑢𝑐𝑡𝑖𝑜𝑛</m:t>
                        </m:r>
                      </m:den>
                    </m:f>
                  </m:oMath>
                </a14:m>
                <a:r>
                  <a:rPr lang="en-IN" sz="1300" kern="1200" dirty="0">
                    <a:solidFill>
                      <a:schemeClr val="tx1"/>
                    </a:solidFill>
                    <a:effectLst/>
                    <a:latin typeface="SF Pro Text" panose="00000500000000000000"/>
                    <a:ea typeface="SF Pro Text" panose="00000500000000000000" pitchFamily="2" charset="0"/>
                    <a:cs typeface="+mn-cs"/>
                  </a:rPr>
                  <a:t>  = 3000/10.45 = 287.08 RPM</a:t>
                </a:r>
                <a:endParaRPr lang="en-US" sz="1300" dirty="0">
                  <a:solidFill>
                    <a:schemeClr val="tx1"/>
                  </a:solidFill>
                  <a:effectLst/>
                  <a:latin typeface="SF Pro Text" panose="00000500000000000000"/>
                  <a:ea typeface="SF Pro Text" panose="00000500000000000000" pitchFamily="2" charset="0"/>
                </a:endParaRPr>
              </a:p>
              <a:p>
                <a:pPr marL="0" algn="l" rtl="0" eaLnBrk="1" latinLnBrk="0" hangingPunct="1">
                  <a:lnSpc>
                    <a:spcPct val="150000"/>
                  </a:lnSpc>
                  <a:spcBef>
                    <a:spcPts val="0"/>
                  </a:spcBef>
                  <a:spcAft>
                    <a:spcPts val="0"/>
                  </a:spcAft>
                </a:pPr>
                <a:r>
                  <a:rPr lang="en-US" sz="1300" kern="1200" dirty="0">
                    <a:solidFill>
                      <a:schemeClr val="tx1"/>
                    </a:solidFill>
                    <a:effectLst/>
                    <a:latin typeface="SF Pro Text" panose="00000500000000000000"/>
                    <a:ea typeface="SF Pro Text" panose="00000500000000000000" pitchFamily="2" charset="0"/>
                    <a:cs typeface="+mn-cs"/>
                  </a:rPr>
                  <a:t> </a:t>
                </a:r>
                <a:r>
                  <a:rPr lang="en-IN" sz="1300" kern="1200" dirty="0">
                    <a:solidFill>
                      <a:schemeClr val="tx1"/>
                    </a:solidFill>
                    <a:effectLst/>
                    <a:latin typeface="SF Pro Text" panose="00000500000000000000"/>
                    <a:ea typeface="SF Pro Text" panose="00000500000000000000" pitchFamily="2" charset="0"/>
                    <a:cs typeface="+mn-cs"/>
                  </a:rPr>
                  <a:t>                 Rpm / 60 = </a:t>
                </a:r>
                <a:r>
                  <a:rPr lang="en-IN" sz="1300" kern="1200" dirty="0">
                    <a:solidFill>
                      <a:schemeClr val="tx1"/>
                    </a:solidFill>
                    <a:latin typeface="SF Pro Text" panose="00000500000000000000"/>
                    <a:ea typeface="SF Pro Text" panose="00000500000000000000" pitchFamily="2" charset="0"/>
                    <a:cs typeface="+mn-cs"/>
                  </a:rPr>
                  <a:t>r</a:t>
                </a:r>
                <a:r>
                  <a:rPr lang="en-IN" sz="1300" kern="1200" dirty="0">
                    <a:solidFill>
                      <a:schemeClr val="tx1"/>
                    </a:solidFill>
                    <a:effectLst/>
                    <a:latin typeface="SF Pro Text" panose="00000500000000000000"/>
                    <a:ea typeface="SF Pro Text" panose="00000500000000000000" pitchFamily="2" charset="0"/>
                    <a:cs typeface="+mn-cs"/>
                  </a:rPr>
                  <a:t>ps hence</a:t>
                </a:r>
                <a:endParaRPr lang="en-US" sz="1300" dirty="0">
                  <a:solidFill>
                    <a:schemeClr val="tx1"/>
                  </a:solidFill>
                  <a:effectLst/>
                  <a:latin typeface="SF Pro Text" panose="00000500000000000000"/>
                  <a:ea typeface="SF Pro Text" panose="00000500000000000000" pitchFamily="2" charset="0"/>
                </a:endParaRPr>
              </a:p>
              <a:p>
                <a:pPr marL="0" algn="l" rtl="0" eaLnBrk="1" latinLnBrk="0" hangingPunct="1">
                  <a:lnSpc>
                    <a:spcPct val="150000"/>
                  </a:lnSpc>
                  <a:spcBef>
                    <a:spcPts val="0"/>
                  </a:spcBef>
                  <a:spcAft>
                    <a:spcPts val="0"/>
                  </a:spcAft>
                </a:pPr>
                <a:r>
                  <a:rPr lang="en-US" sz="1300" kern="1200" dirty="0">
                    <a:solidFill>
                      <a:schemeClr val="tx1"/>
                    </a:solidFill>
                    <a:effectLst/>
                    <a:latin typeface="SF Pro Text" panose="00000500000000000000"/>
                    <a:ea typeface="SF Pro Text" panose="00000500000000000000" pitchFamily="2" charset="0"/>
                    <a:cs typeface="+mn-cs"/>
                  </a:rPr>
                  <a:t>	</a:t>
                </a:r>
                <a:r>
                  <a:rPr lang="en-IN" sz="1300" kern="1200" dirty="0">
                    <a:solidFill>
                      <a:schemeClr val="tx1"/>
                    </a:solidFill>
                    <a:effectLst/>
                    <a:latin typeface="SF Pro Text" panose="00000500000000000000"/>
                    <a:ea typeface="SF Pro Text" panose="00000500000000000000" pitchFamily="2" charset="0"/>
                    <a:cs typeface="+mn-cs"/>
                  </a:rPr>
                  <a:t>		287.08/ 60  = 4.785 </a:t>
                </a:r>
                <a:r>
                  <a:rPr lang="en-IN" sz="1300" kern="1200" dirty="0">
                    <a:solidFill>
                      <a:schemeClr val="tx1"/>
                    </a:solidFill>
                    <a:latin typeface="SF Pro Text" panose="00000500000000000000"/>
                    <a:ea typeface="SF Pro Text" panose="00000500000000000000" pitchFamily="2" charset="0"/>
                    <a:cs typeface="+mn-cs"/>
                  </a:rPr>
                  <a:t>r</a:t>
                </a:r>
                <a:r>
                  <a:rPr lang="en-IN" sz="1300" kern="1200" dirty="0">
                    <a:solidFill>
                      <a:schemeClr val="tx1"/>
                    </a:solidFill>
                    <a:effectLst/>
                    <a:latin typeface="SF Pro Text" panose="00000500000000000000"/>
                    <a:ea typeface="SF Pro Text" panose="00000500000000000000" pitchFamily="2" charset="0"/>
                    <a:cs typeface="+mn-cs"/>
                  </a:rPr>
                  <a:t>ps</a:t>
                </a:r>
                <a:endParaRPr lang="en-US" sz="1300" dirty="0">
                  <a:solidFill>
                    <a:schemeClr val="tx1"/>
                  </a:solidFill>
                  <a:effectLst/>
                  <a:latin typeface="SF Pro Text" panose="00000500000000000000"/>
                  <a:ea typeface="SF Pro Text" panose="00000500000000000000" pitchFamily="2" charset="0"/>
                </a:endParaRPr>
              </a:p>
              <a:p>
                <a:pPr marL="0" algn="l" rtl="0" eaLnBrk="1" latinLnBrk="0" hangingPunct="1">
                  <a:lnSpc>
                    <a:spcPct val="150000"/>
                  </a:lnSpc>
                  <a:spcBef>
                    <a:spcPts val="0"/>
                  </a:spcBef>
                  <a:spcAft>
                    <a:spcPts val="0"/>
                  </a:spcAft>
                </a:pPr>
                <a:r>
                  <a:rPr lang="en-US" sz="1300" kern="1200" dirty="0">
                    <a:solidFill>
                      <a:schemeClr val="tx1"/>
                    </a:solidFill>
                    <a:effectLst/>
                    <a:latin typeface="SF Pro Text" panose="00000500000000000000"/>
                    <a:ea typeface="SF Pro Text" panose="00000500000000000000" pitchFamily="2" charset="0"/>
                    <a:cs typeface="+mn-cs"/>
                  </a:rPr>
                  <a:t>  [Speed = </a:t>
                </a:r>
                <a:r>
                  <a:rPr lang="en-US" sz="1300" kern="1200" dirty="0">
                    <a:solidFill>
                      <a:schemeClr val="tx1"/>
                    </a:solidFill>
                    <a:latin typeface="SF Pro Text" panose="00000500000000000000"/>
                    <a:ea typeface="SF Pro Text" panose="00000500000000000000" pitchFamily="2" charset="0"/>
                    <a:cs typeface="+mn-cs"/>
                  </a:rPr>
                  <a:t>r</a:t>
                </a:r>
                <a:r>
                  <a:rPr lang="en-US" sz="1300" kern="1200" dirty="0">
                    <a:solidFill>
                      <a:schemeClr val="tx1"/>
                    </a:solidFill>
                    <a:effectLst/>
                    <a:latin typeface="SF Pro Text" panose="00000500000000000000"/>
                    <a:ea typeface="SF Pro Text" panose="00000500000000000000" pitchFamily="2" charset="0"/>
                    <a:cs typeface="+mn-cs"/>
                  </a:rPr>
                  <a:t>ps x Circumference of the tire]  =&gt;    </a:t>
                </a:r>
                <a:r>
                  <a:rPr lang="en-US" sz="1300" b="1" kern="1200" dirty="0">
                    <a:solidFill>
                      <a:schemeClr val="tx1"/>
                    </a:solidFill>
                    <a:effectLst/>
                    <a:latin typeface="SF Pro Text" panose="00000500000000000000"/>
                    <a:ea typeface="SF Pro Text" panose="00000500000000000000" pitchFamily="2" charset="0"/>
                    <a:cs typeface="+mn-cs"/>
                  </a:rPr>
                  <a:t>TOP SPEED = 6.53 m/s or 23.5 km/hr.</a:t>
                </a:r>
                <a:endParaRPr lang="en-US" sz="1300" dirty="0">
                  <a:solidFill>
                    <a:schemeClr val="tx1"/>
                  </a:solidFill>
                  <a:effectLst/>
                  <a:latin typeface="SF Pro Text" panose="00000500000000000000"/>
                  <a:ea typeface="SF Pro Text" panose="00000500000000000000" pitchFamily="2" charset="0"/>
                </a:endParaRPr>
              </a:p>
              <a:p>
                <a:pPr marL="0" algn="l" rtl="0" eaLnBrk="1" latinLnBrk="0" hangingPunct="1">
                  <a:lnSpc>
                    <a:spcPct val="150000"/>
                  </a:lnSpc>
                  <a:spcBef>
                    <a:spcPts val="0"/>
                  </a:spcBef>
                  <a:spcAft>
                    <a:spcPts val="0"/>
                  </a:spcAft>
                </a:pPr>
                <a:r>
                  <a:rPr lang="en-US" sz="1300" kern="1200" dirty="0">
                    <a:solidFill>
                      <a:schemeClr val="tx1"/>
                    </a:solidFill>
                    <a:effectLst/>
                    <a:latin typeface="SF Pro Text" panose="00000500000000000000"/>
                    <a:ea typeface="SF Pro Text" panose="00000500000000000000" pitchFamily="2" charset="0"/>
                    <a:cs typeface="+mn-cs"/>
                  </a:rPr>
                  <a:t> </a:t>
                </a:r>
                <a:r>
                  <a:rPr lang="en-IN" sz="1300" kern="1200" dirty="0">
                    <a:solidFill>
                      <a:schemeClr val="tx1"/>
                    </a:solidFill>
                    <a:effectLst/>
                    <a:latin typeface="SF Pro Text" panose="00000500000000000000"/>
                    <a:ea typeface="SF Pro Text" panose="00000500000000000000" pitchFamily="2" charset="0"/>
                    <a:cs typeface="+mn-cs"/>
                  </a:rPr>
                  <a:t>                        </a:t>
                </a:r>
                <a:endParaRPr lang="en-US" sz="1300" dirty="0">
                  <a:solidFill>
                    <a:schemeClr val="tx1"/>
                  </a:solidFill>
                  <a:effectLst/>
                  <a:latin typeface="SF Pro Text" panose="00000500000000000000"/>
                  <a:ea typeface="SF Pro Text" panose="00000500000000000000" pitchFamily="2" charset="0"/>
                </a:endParaRPr>
              </a:p>
              <a:p>
                <a:pPr algn="ctr">
                  <a:lnSpc>
                    <a:spcPct val="150000"/>
                  </a:lnSpc>
                </a:pPr>
                <a:r>
                  <a:rPr lang="en-US" sz="1300" b="1" dirty="0">
                    <a:solidFill>
                      <a:schemeClr val="tx1"/>
                    </a:solidFill>
                    <a:latin typeface="SF Pro Text" panose="00000500000000000000"/>
                    <a:ea typeface="SF Pro Text" panose="00000500000000000000" pitchFamily="2" charset="0"/>
                  </a:rPr>
                  <a:t>Therefore the top speed of the Cart will be around 25 Km/hr.</a:t>
                </a:r>
              </a:p>
            </p:txBody>
          </p:sp>
        </mc:Choice>
        <mc:Fallback xmlns="">
          <p:sp>
            <p:nvSpPr>
              <p:cNvPr id="3" name="TextBox 2">
                <a:extLst>
                  <a:ext uri="{FF2B5EF4-FFF2-40B4-BE49-F238E27FC236}">
                    <a16:creationId xmlns:a16="http://schemas.microsoft.com/office/drawing/2014/main" id="{8AAB5CEF-23FE-7AA8-32DB-77FB2A05C161}"/>
                  </a:ext>
                </a:extLst>
              </p:cNvPr>
              <p:cNvSpPr txBox="1">
                <a:spLocks noRot="1" noChangeAspect="1" noMove="1" noResize="1" noEditPoints="1" noAdjustHandles="1" noChangeArrowheads="1" noChangeShapeType="1" noTextEdit="1"/>
              </p:cNvSpPr>
              <p:nvPr/>
            </p:nvSpPr>
            <p:spPr>
              <a:xfrm>
                <a:off x="713228" y="977275"/>
                <a:ext cx="7452577" cy="4093941"/>
              </a:xfrm>
              <a:prstGeom prst="rect">
                <a:avLst/>
              </a:prstGeom>
              <a:blipFill>
                <a:blip r:embed="rId2"/>
                <a:stretch>
                  <a:fillRect l="-164" b="-446"/>
                </a:stretch>
              </a:blipFill>
            </p:spPr>
            <p:txBody>
              <a:bodyPr/>
              <a:lstStyle/>
              <a:p>
                <a:r>
                  <a:rPr lang="en-US">
                    <a:noFill/>
                  </a:rPr>
                  <a:t> </a:t>
                </a:r>
              </a:p>
            </p:txBody>
          </p:sp>
        </mc:Fallback>
      </mc:AlternateContent>
    </p:spTree>
    <p:extLst>
      <p:ext uri="{BB962C8B-B14F-4D97-AF65-F5344CB8AC3E}">
        <p14:creationId xmlns:p14="http://schemas.microsoft.com/office/powerpoint/2010/main" val="203789955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794;p53">
            <a:extLst>
              <a:ext uri="{FF2B5EF4-FFF2-40B4-BE49-F238E27FC236}">
                <a16:creationId xmlns:a16="http://schemas.microsoft.com/office/drawing/2014/main" id="{5825CB71-9DE0-1FE4-9BA8-6A3A9275BD10}"/>
              </a:ext>
            </a:extLst>
          </p:cNvPr>
          <p:cNvSpPr/>
          <p:nvPr/>
        </p:nvSpPr>
        <p:spPr>
          <a:xfrm>
            <a:off x="713228" y="181534"/>
            <a:ext cx="7717500" cy="722494"/>
          </a:xfrm>
          <a:prstGeom prst="round2DiagRect">
            <a:avLst>
              <a:gd name="adj1" fmla="val 16667"/>
              <a:gd name="adj2" fmla="val 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 name="Title 1">
            <a:extLst>
              <a:ext uri="{FF2B5EF4-FFF2-40B4-BE49-F238E27FC236}">
                <a16:creationId xmlns:a16="http://schemas.microsoft.com/office/drawing/2014/main" id="{0509D711-44DB-4430-A4CD-3DBCC06252E6}"/>
              </a:ext>
            </a:extLst>
          </p:cNvPr>
          <p:cNvSpPr>
            <a:spLocks noGrp="1"/>
          </p:cNvSpPr>
          <p:nvPr>
            <p:ph type="title"/>
          </p:nvPr>
        </p:nvSpPr>
        <p:spPr>
          <a:xfrm>
            <a:off x="713228" y="254781"/>
            <a:ext cx="7717500" cy="576000"/>
          </a:xfrm>
        </p:spPr>
        <p:txBody>
          <a:bodyPr/>
          <a:lstStyle/>
          <a:p>
            <a:r>
              <a:rPr lang="en-US" sz="3200" dirty="0">
                <a:solidFill>
                  <a:schemeClr val="bg1"/>
                </a:solidFill>
                <a:effectLst/>
                <a:latin typeface="Montserrat" panose="00000500000000000000" pitchFamily="2" charset="0"/>
              </a:rPr>
              <a:t>Calculation of Torque Generated</a:t>
            </a:r>
          </a:p>
        </p:txBody>
      </p:sp>
      <p:sp>
        <p:nvSpPr>
          <p:cNvPr id="12" name="TextBox 11">
            <a:extLst>
              <a:ext uri="{FF2B5EF4-FFF2-40B4-BE49-F238E27FC236}">
                <a16:creationId xmlns:a16="http://schemas.microsoft.com/office/drawing/2014/main" id="{F5908DF5-FC7F-40C0-AB99-050E57F71394}"/>
              </a:ext>
            </a:extLst>
          </p:cNvPr>
          <p:cNvSpPr txBox="1"/>
          <p:nvPr/>
        </p:nvSpPr>
        <p:spPr>
          <a:xfrm>
            <a:off x="1083365" y="987215"/>
            <a:ext cx="7717500" cy="3358612"/>
          </a:xfrm>
          <a:prstGeom prst="rect">
            <a:avLst/>
          </a:prstGeom>
          <a:noFill/>
        </p:spPr>
        <p:txBody>
          <a:bodyPr wrap="square" rtlCol="0">
            <a:spAutoFit/>
          </a:bodyPr>
          <a:lstStyle/>
          <a:p>
            <a:pPr>
              <a:lnSpc>
                <a:spcPct val="150000"/>
              </a:lnSpc>
            </a:pPr>
            <a:r>
              <a:rPr lang="en-US" sz="1300" dirty="0">
                <a:latin typeface="SF Pro Text"/>
              </a:rPr>
              <a:t>The motor constant can be used to calculate the torque output of the motor using the following equation:</a:t>
            </a:r>
          </a:p>
          <a:p>
            <a:pPr algn="ctr">
              <a:lnSpc>
                <a:spcPct val="150000"/>
              </a:lnSpc>
            </a:pPr>
            <a:r>
              <a:rPr lang="en-US" sz="1300" dirty="0">
                <a:latin typeface="SF Pro Text"/>
              </a:rPr>
              <a:t>Torque = Kit * Ia</a:t>
            </a:r>
          </a:p>
          <a:p>
            <a:pPr>
              <a:lnSpc>
                <a:spcPct val="150000"/>
              </a:lnSpc>
            </a:pPr>
            <a:r>
              <a:rPr lang="en-US" sz="1300" dirty="0">
                <a:latin typeface="SF Pro Text"/>
              </a:rPr>
              <a:t>Where:</a:t>
            </a:r>
          </a:p>
          <a:p>
            <a:pPr>
              <a:lnSpc>
                <a:spcPct val="150000"/>
              </a:lnSpc>
            </a:pPr>
            <a:r>
              <a:rPr lang="en-US" sz="1300" dirty="0">
                <a:latin typeface="SF Pro Text"/>
              </a:rPr>
              <a:t>Torque is the torque output of the motor in Nm</a:t>
            </a:r>
          </a:p>
          <a:p>
            <a:pPr>
              <a:lnSpc>
                <a:spcPct val="150000"/>
              </a:lnSpc>
            </a:pPr>
            <a:r>
              <a:rPr lang="en-US" sz="1300" dirty="0">
                <a:latin typeface="SF Pro Text"/>
              </a:rPr>
              <a:t>Kt is the motor constant in Nm/A</a:t>
            </a:r>
          </a:p>
          <a:p>
            <a:pPr>
              <a:lnSpc>
                <a:spcPct val="150000"/>
              </a:lnSpc>
            </a:pPr>
            <a:r>
              <a:rPr lang="en-US" sz="1300" dirty="0">
                <a:latin typeface="SF Pro Text"/>
              </a:rPr>
              <a:t>Ia is the armature current in A</a:t>
            </a:r>
          </a:p>
          <a:p>
            <a:pPr lvl="7" algn="ctr">
              <a:lnSpc>
                <a:spcPct val="150000"/>
              </a:lnSpc>
            </a:pPr>
            <a:r>
              <a:rPr lang="en-US" sz="1300" dirty="0">
                <a:latin typeface="SF Pro Text"/>
              </a:rPr>
              <a:t>Torque = 0.25 * </a:t>
            </a:r>
            <a:r>
              <a:rPr lang="en-IN" sz="1300" dirty="0">
                <a:latin typeface="SF Pro Text" panose="00000500000000000000"/>
              </a:rPr>
              <a:t>62.5 </a:t>
            </a:r>
          </a:p>
          <a:p>
            <a:pPr lvl="7" algn="ctr">
              <a:lnSpc>
                <a:spcPct val="150000"/>
              </a:lnSpc>
            </a:pPr>
            <a:r>
              <a:rPr lang="en-US" sz="1300" dirty="0">
                <a:latin typeface="SF Pro Text"/>
              </a:rPr>
              <a:t>Torque = 15.625 Nm</a:t>
            </a:r>
            <a:endParaRPr lang="en-IN" sz="1300" dirty="0">
              <a:latin typeface="SF Pro Text" panose="00000500000000000000"/>
            </a:endParaRPr>
          </a:p>
          <a:p>
            <a:pPr lvl="7" algn="ctr">
              <a:lnSpc>
                <a:spcPct val="150000"/>
              </a:lnSpc>
            </a:pPr>
            <a:endParaRPr lang="en-IN" sz="1300" dirty="0">
              <a:latin typeface="SF Pro Text" panose="00000500000000000000"/>
            </a:endParaRPr>
          </a:p>
          <a:p>
            <a:pPr algn="ctr">
              <a:lnSpc>
                <a:spcPct val="150000"/>
              </a:lnSpc>
            </a:pPr>
            <a:r>
              <a:rPr lang="en-US" sz="1300" b="1" dirty="0">
                <a:latin typeface="SF Pro Text"/>
              </a:rPr>
              <a:t>Therefore the Torque of Motor is Around 15.7 Nm.</a:t>
            </a:r>
            <a:endParaRPr lang="en-IN" sz="1300" b="1" dirty="0">
              <a:latin typeface="SF Pro Text"/>
            </a:endParaRPr>
          </a:p>
        </p:txBody>
      </p:sp>
    </p:spTree>
    <p:extLst>
      <p:ext uri="{BB962C8B-B14F-4D97-AF65-F5344CB8AC3E}">
        <p14:creationId xmlns:p14="http://schemas.microsoft.com/office/powerpoint/2010/main" val="359753168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Google Shape;5165;p68">
            <a:extLst>
              <a:ext uri="{FF2B5EF4-FFF2-40B4-BE49-F238E27FC236}">
                <a16:creationId xmlns:a16="http://schemas.microsoft.com/office/drawing/2014/main" id="{5DD4CDD2-25F4-D5B3-EFAB-F53099A9E381}"/>
              </a:ext>
            </a:extLst>
          </p:cNvPr>
          <p:cNvSpPr/>
          <p:nvPr/>
        </p:nvSpPr>
        <p:spPr>
          <a:xfrm>
            <a:off x="713250" y="608970"/>
            <a:ext cx="7717500" cy="3239129"/>
          </a:xfrm>
          <a:prstGeom prst="round2DiagRect">
            <a:avLst>
              <a:gd name="adj1" fmla="val 16667"/>
              <a:gd name="adj2" fmla="val 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 name="Google Shape;813;p54">
            <a:extLst>
              <a:ext uri="{FF2B5EF4-FFF2-40B4-BE49-F238E27FC236}">
                <a16:creationId xmlns:a16="http://schemas.microsoft.com/office/drawing/2014/main" id="{DF78D618-7E4E-D0EB-D9DD-D3EC2CDEDD28}"/>
              </a:ext>
            </a:extLst>
          </p:cNvPr>
          <p:cNvSpPr/>
          <p:nvPr/>
        </p:nvSpPr>
        <p:spPr>
          <a:xfrm rot="10800000" flipV="1">
            <a:off x="-1830755" y="4041639"/>
            <a:ext cx="5514256" cy="1213361"/>
          </a:xfrm>
          <a:custGeom>
            <a:avLst/>
            <a:gdLst/>
            <a:ahLst/>
            <a:cxnLst/>
            <a:rect l="l" t="t" r="r" b="b"/>
            <a:pathLst>
              <a:path w="53074" h="11679" extrusionOk="0">
                <a:moveTo>
                  <a:pt x="4423" y="398"/>
                </a:moveTo>
                <a:cubicBezTo>
                  <a:pt x="4545" y="398"/>
                  <a:pt x="4645" y="497"/>
                  <a:pt x="4645" y="618"/>
                </a:cubicBezTo>
                <a:lnTo>
                  <a:pt x="4645" y="1647"/>
                </a:lnTo>
                <a:cubicBezTo>
                  <a:pt x="4645" y="1770"/>
                  <a:pt x="4545" y="1869"/>
                  <a:pt x="4423" y="1869"/>
                </a:cubicBezTo>
                <a:cubicBezTo>
                  <a:pt x="4300" y="1869"/>
                  <a:pt x="4200" y="1770"/>
                  <a:pt x="4200" y="1647"/>
                </a:cubicBezTo>
                <a:lnTo>
                  <a:pt x="4200" y="618"/>
                </a:lnTo>
                <a:cubicBezTo>
                  <a:pt x="4200" y="497"/>
                  <a:pt x="4300" y="398"/>
                  <a:pt x="4423" y="398"/>
                </a:cubicBezTo>
                <a:close/>
                <a:moveTo>
                  <a:pt x="1463" y="446"/>
                </a:moveTo>
                <a:cubicBezTo>
                  <a:pt x="1585" y="446"/>
                  <a:pt x="1684" y="546"/>
                  <a:pt x="1684" y="668"/>
                </a:cubicBezTo>
                <a:lnTo>
                  <a:pt x="1684" y="1697"/>
                </a:lnTo>
                <a:cubicBezTo>
                  <a:pt x="1684" y="1820"/>
                  <a:pt x="1585" y="1919"/>
                  <a:pt x="1463" y="1919"/>
                </a:cubicBezTo>
                <a:cubicBezTo>
                  <a:pt x="1339" y="1919"/>
                  <a:pt x="1240" y="1820"/>
                  <a:pt x="1240" y="1697"/>
                </a:cubicBezTo>
                <a:lnTo>
                  <a:pt x="1240" y="668"/>
                </a:lnTo>
                <a:cubicBezTo>
                  <a:pt x="1240" y="546"/>
                  <a:pt x="1339" y="446"/>
                  <a:pt x="1463" y="446"/>
                </a:cubicBezTo>
                <a:close/>
                <a:moveTo>
                  <a:pt x="4249" y="1"/>
                </a:moveTo>
                <a:cubicBezTo>
                  <a:pt x="3923" y="1"/>
                  <a:pt x="3658" y="265"/>
                  <a:pt x="3658" y="591"/>
                </a:cubicBezTo>
                <a:lnTo>
                  <a:pt x="3658" y="3202"/>
                </a:lnTo>
                <a:lnTo>
                  <a:pt x="1981" y="3202"/>
                </a:lnTo>
                <a:lnTo>
                  <a:pt x="1981" y="673"/>
                </a:lnTo>
                <a:cubicBezTo>
                  <a:pt x="1981" y="510"/>
                  <a:pt x="1914" y="364"/>
                  <a:pt x="1808" y="257"/>
                </a:cubicBezTo>
                <a:cubicBezTo>
                  <a:pt x="1701" y="149"/>
                  <a:pt x="1552" y="81"/>
                  <a:pt x="1390" y="81"/>
                </a:cubicBezTo>
                <a:cubicBezTo>
                  <a:pt x="1065" y="81"/>
                  <a:pt x="799" y="348"/>
                  <a:pt x="799" y="672"/>
                </a:cubicBezTo>
                <a:lnTo>
                  <a:pt x="799" y="3202"/>
                </a:lnTo>
                <a:lnTo>
                  <a:pt x="734" y="3202"/>
                </a:lnTo>
                <a:cubicBezTo>
                  <a:pt x="330" y="3202"/>
                  <a:pt x="0" y="3533"/>
                  <a:pt x="0" y="3939"/>
                </a:cubicBezTo>
                <a:lnTo>
                  <a:pt x="0" y="7273"/>
                </a:lnTo>
                <a:cubicBezTo>
                  <a:pt x="0" y="7677"/>
                  <a:pt x="330" y="8008"/>
                  <a:pt x="734" y="8008"/>
                </a:cubicBezTo>
                <a:lnTo>
                  <a:pt x="1369" y="8008"/>
                </a:lnTo>
                <a:lnTo>
                  <a:pt x="1369" y="8946"/>
                </a:lnTo>
                <a:lnTo>
                  <a:pt x="2522" y="8946"/>
                </a:lnTo>
                <a:lnTo>
                  <a:pt x="2522" y="9290"/>
                </a:lnTo>
                <a:cubicBezTo>
                  <a:pt x="2522" y="10607"/>
                  <a:pt x="3593" y="11679"/>
                  <a:pt x="4911" y="11679"/>
                </a:cubicBezTo>
                <a:lnTo>
                  <a:pt x="50099" y="11679"/>
                </a:lnTo>
                <a:cubicBezTo>
                  <a:pt x="51739" y="11679"/>
                  <a:pt x="53073" y="10344"/>
                  <a:pt x="53073" y="8705"/>
                </a:cubicBezTo>
                <a:lnTo>
                  <a:pt x="53073" y="3031"/>
                </a:lnTo>
                <a:lnTo>
                  <a:pt x="52282" y="3031"/>
                </a:lnTo>
                <a:lnTo>
                  <a:pt x="52282" y="8705"/>
                </a:lnTo>
                <a:cubicBezTo>
                  <a:pt x="52282" y="9908"/>
                  <a:pt x="51302" y="10887"/>
                  <a:pt x="50099" y="10887"/>
                </a:cubicBezTo>
                <a:lnTo>
                  <a:pt x="4911" y="10887"/>
                </a:lnTo>
                <a:cubicBezTo>
                  <a:pt x="4030" y="10887"/>
                  <a:pt x="3313" y="10171"/>
                  <a:pt x="3313" y="9290"/>
                </a:cubicBezTo>
                <a:lnTo>
                  <a:pt x="3313" y="8948"/>
                </a:lnTo>
                <a:lnTo>
                  <a:pt x="4463" y="8948"/>
                </a:lnTo>
                <a:lnTo>
                  <a:pt x="4463" y="8009"/>
                </a:lnTo>
                <a:lnTo>
                  <a:pt x="4864" y="8009"/>
                </a:lnTo>
                <a:cubicBezTo>
                  <a:pt x="5270" y="8009"/>
                  <a:pt x="5600" y="7677"/>
                  <a:pt x="5600" y="7273"/>
                </a:cubicBezTo>
                <a:lnTo>
                  <a:pt x="5600" y="3939"/>
                </a:lnTo>
                <a:cubicBezTo>
                  <a:pt x="5600" y="3533"/>
                  <a:pt x="5270" y="3202"/>
                  <a:pt x="4864" y="3202"/>
                </a:cubicBezTo>
                <a:lnTo>
                  <a:pt x="4840" y="3202"/>
                </a:lnTo>
                <a:lnTo>
                  <a:pt x="4840" y="591"/>
                </a:lnTo>
                <a:cubicBezTo>
                  <a:pt x="4840" y="428"/>
                  <a:pt x="4774" y="281"/>
                  <a:pt x="4666" y="173"/>
                </a:cubicBezTo>
                <a:cubicBezTo>
                  <a:pt x="4560" y="66"/>
                  <a:pt x="4412" y="1"/>
                  <a:pt x="4249" y="1"/>
                </a:cubicBezTo>
                <a:close/>
              </a:path>
            </a:pathLst>
          </a:custGeom>
          <a:gradFill>
            <a:gsLst>
              <a:gs pos="0">
                <a:schemeClr val="lt1"/>
              </a:gs>
              <a:gs pos="100000">
                <a:schemeClr val="dk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3" name="Group 2">
            <a:extLst>
              <a:ext uri="{FF2B5EF4-FFF2-40B4-BE49-F238E27FC236}">
                <a16:creationId xmlns:a16="http://schemas.microsoft.com/office/drawing/2014/main" id="{C1D11DCE-D548-202F-0181-57EB4C58F3A4}"/>
              </a:ext>
            </a:extLst>
          </p:cNvPr>
          <p:cNvGrpSpPr/>
          <p:nvPr/>
        </p:nvGrpSpPr>
        <p:grpSpPr>
          <a:xfrm>
            <a:off x="74892" y="249473"/>
            <a:ext cx="9069108" cy="4414951"/>
            <a:chOff x="1459846" y="2652254"/>
            <a:chExt cx="9069108" cy="4414951"/>
          </a:xfrm>
        </p:grpSpPr>
        <p:sp>
          <p:nvSpPr>
            <p:cNvPr id="4" name="TextBox 3">
              <a:extLst>
                <a:ext uri="{FF2B5EF4-FFF2-40B4-BE49-F238E27FC236}">
                  <a16:creationId xmlns:a16="http://schemas.microsoft.com/office/drawing/2014/main" id="{28E19CF0-C84C-48D1-B6D2-26FCA0FCC828}"/>
                </a:ext>
              </a:extLst>
            </p:cNvPr>
            <p:cNvSpPr txBox="1"/>
            <p:nvPr/>
          </p:nvSpPr>
          <p:spPr>
            <a:xfrm>
              <a:off x="4775200" y="6728651"/>
              <a:ext cx="5715000" cy="338554"/>
            </a:xfrm>
            <a:prstGeom prst="rect">
              <a:avLst/>
            </a:prstGeom>
            <a:noFill/>
          </p:spPr>
          <p:txBody>
            <a:bodyPr wrap="square" rtlCol="0">
              <a:spAutoFit/>
            </a:bodyPr>
            <a:lstStyle/>
            <a:p>
              <a:pPr algn="ctr"/>
              <a:r>
                <a:rPr lang="en-US" sz="1600" dirty="0">
                  <a:solidFill>
                    <a:srgbClr val="3F5A42"/>
                  </a:solidFill>
                  <a:latin typeface="SF Pro Text" panose="00000500000000000000" pitchFamily="2" charset="0"/>
                  <a:ea typeface="SF Pro Text" panose="00000500000000000000" pitchFamily="2" charset="0"/>
                  <a:cs typeface="Mongolian Baiti" panose="03000500000000000000" pitchFamily="66" charset="0"/>
                </a:rPr>
                <a:t>Fig : Classification of Electric Vehicle Motors</a:t>
              </a:r>
              <a:endParaRPr lang="en-IN" sz="1600" dirty="0">
                <a:solidFill>
                  <a:srgbClr val="3F5A42"/>
                </a:solidFill>
                <a:latin typeface="SF Pro Text" panose="00000500000000000000" pitchFamily="2" charset="0"/>
                <a:ea typeface="SF Pro Text" panose="00000500000000000000" pitchFamily="2" charset="0"/>
                <a:cs typeface="Mongolian Baiti" panose="03000500000000000000" pitchFamily="66" charset="0"/>
              </a:endParaRPr>
            </a:p>
          </p:txBody>
        </p:sp>
        <p:pic>
          <p:nvPicPr>
            <p:cNvPr id="5" name="Picture 4">
              <a:extLst>
                <a:ext uri="{FF2B5EF4-FFF2-40B4-BE49-F238E27FC236}">
                  <a16:creationId xmlns:a16="http://schemas.microsoft.com/office/drawing/2014/main" id="{348BAFBE-2DA3-ACF8-6462-21492F9A77A4}"/>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2500" b="96429" l="3526" r="96924">
                          <a14:foregroundMark x1="28282" y1="39464" x2="22206" y2="36786"/>
                          <a14:foregroundMark x1="22206" y1="36786" x2="16804" y2="51250"/>
                          <a14:foregroundMark x1="16804" y1="51250" x2="24981" y2="59821"/>
                          <a14:foregroundMark x1="24981" y1="59821" x2="29107" y2="47857"/>
                          <a14:foregroundMark x1="29107" y1="47857" x2="28582" y2="38393"/>
                          <a14:foregroundMark x1="22956" y1="42857" x2="22131" y2="42500"/>
                          <a14:foregroundMark x1="51238" y1="3750" x2="44411" y2="3571"/>
                          <a14:foregroundMark x1="44411" y1="3571" x2="43661" y2="16250"/>
                          <a14:foregroundMark x1="43661" y1="16250" x2="50113" y2="21607"/>
                          <a14:foregroundMark x1="50113" y1="21607" x2="55964" y2="15714"/>
                          <a14:foregroundMark x1="55964" y1="15714" x2="53413" y2="3393"/>
                          <a14:foregroundMark x1="53413" y1="3393" x2="51238" y2="2500"/>
                          <a14:foregroundMark x1="64291" y1="81786" x2="57389" y2="81429"/>
                          <a14:foregroundMark x1="57389" y1="81429" x2="58515" y2="94643"/>
                          <a14:foregroundMark x1="58515" y1="94643" x2="67067" y2="94464"/>
                          <a14:foregroundMark x1="67067" y1="94464" x2="68417" y2="80000"/>
                          <a14:foregroundMark x1="68417" y1="80000" x2="62191" y2="78393"/>
                          <a14:foregroundMark x1="62191" y1="78393" x2="61740" y2="80179"/>
                          <a14:foregroundMark x1="92573" y1="79107" x2="83571" y2="83571"/>
                          <a14:foregroundMark x1="83571" y1="83571" x2="88672" y2="95536"/>
                          <a14:foregroundMark x1="88672" y1="95536" x2="95799" y2="92143"/>
                          <a14:foregroundMark x1="95799" y1="92143" x2="94599" y2="79643"/>
                          <a14:foregroundMark x1="94599" y1="79643" x2="91148" y2="78750"/>
                          <a14:foregroundMark x1="15979" y1="79821" x2="5626" y2="81786"/>
                          <a14:foregroundMark x1="5626" y1="81786" x2="6602" y2="95179"/>
                          <a14:foregroundMark x1="6602" y1="95179" x2="12603" y2="96250"/>
                          <a14:foregroundMark x1="12603" y1="96250" x2="15604" y2="82679"/>
                          <a14:foregroundMark x1="15604" y1="82679" x2="15154" y2="78750"/>
                          <a14:foregroundMark x1="8252" y1="80179" x2="4126" y2="88929"/>
                          <a14:foregroundMark x1="4126" y1="88929" x2="9677" y2="92857"/>
                          <a14:foregroundMark x1="2101" y1="77857" x2="3526" y2="93929"/>
                          <a14:foregroundMark x1="3526" y1="93929" x2="5326" y2="94107"/>
                          <a14:foregroundMark x1="29707" y1="92857" x2="38560" y2="96607"/>
                          <a14:foregroundMark x1="38560" y1="96607" x2="42836" y2="92143"/>
                          <a14:foregroundMark x1="95199" y1="79821" x2="95424" y2="92679"/>
                          <a14:foregroundMark x1="95424" y1="92679" x2="96924" y2="91786"/>
                          <a14:foregroundMark x1="78695" y1="43214" x2="72993" y2="51786"/>
                          <a14:foregroundMark x1="72993" y1="51786" x2="78545" y2="54643"/>
                          <a14:foregroundMark x1="78545" y1="54643" x2="78845" y2="44464"/>
                          <a14:foregroundMark x1="69017" y1="48750" x2="62491" y2="50179"/>
                          <a14:foregroundMark x1="62491" y1="50179" x2="63016" y2="75714"/>
                          <a14:foregroundMark x1="84996" y1="50536" x2="90323" y2="62679"/>
                          <a14:foregroundMark x1="90323" y1="62679" x2="90473" y2="75179"/>
                          <a14:foregroundMark x1="90323" y1="62143" x2="90173" y2="77321"/>
                          <a14:foregroundMark x1="90173" y1="77321" x2="90473" y2="80179"/>
                          <a14:foregroundMark x1="85671" y1="48214" x2="90773" y2="56429"/>
                          <a14:foregroundMark x1="90773" y1="56429" x2="90773" y2="56429"/>
                          <a14:foregroundMark x1="66542" y1="49107" x2="62341" y2="57679"/>
                          <a14:foregroundMark x1="62341" y1="57679" x2="62191" y2="61071"/>
                          <a14:foregroundMark x1="50938" y1="5179" x2="43286" y2="8571"/>
                          <a14:foregroundMark x1="43286" y1="8571" x2="49062" y2="11786"/>
                          <a14:foregroundMark x1="49062" y1="11786" x2="51088" y2="9821"/>
                          <a14:foregroundMark x1="22806" y1="33750" x2="22656" y2="17857"/>
                          <a14:foregroundMark x1="25638" y1="14977" x2="27832" y2="12857"/>
                          <a14:foregroundMark x1="22656" y1="17857" x2="23574" y2="16970"/>
                          <a14:foregroundMark x1="27832" y1="12857" x2="42161" y2="13214"/>
                          <a14:foregroundMark x1="59115" y1="12143" x2="73143" y2="14643"/>
                          <a14:foregroundMark x1="75004" y1="21236" x2="76369" y2="26071"/>
                          <a14:foregroundMark x1="73143" y1="14643" x2="73621" y2="16337"/>
                          <a14:foregroundMark x1="76369" y1="26071" x2="77044" y2="36786"/>
                          <a14:backgroundMark x1="23631" y1="16786" x2="25731" y2="17857"/>
                          <a14:backgroundMark x1="69992" y1="19464" x2="66917" y2="25536"/>
                          <a14:backgroundMark x1="72993" y1="19821" x2="69992" y2="21429"/>
                          <a14:backgroundMark x1="74644" y1="18393" x2="74044" y2="19107"/>
                        </a14:backgroundRemoval>
                      </a14:imgEffect>
                    </a14:imgLayer>
                  </a14:imgProps>
                </a:ex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1459846" y="2652254"/>
              <a:ext cx="9069108" cy="3809977"/>
            </a:xfrm>
            <a:prstGeom prst="rect">
              <a:avLst/>
            </a:prstGeom>
          </p:spPr>
        </p:pic>
      </p:grpSp>
    </p:spTree>
    <p:extLst>
      <p:ext uri="{BB962C8B-B14F-4D97-AF65-F5344CB8AC3E}">
        <p14:creationId xmlns:p14="http://schemas.microsoft.com/office/powerpoint/2010/main" val="99743117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5165;p68">
            <a:extLst>
              <a:ext uri="{FF2B5EF4-FFF2-40B4-BE49-F238E27FC236}">
                <a16:creationId xmlns:a16="http://schemas.microsoft.com/office/drawing/2014/main" id="{7736C18F-7B15-D6ED-108A-27CE47A9E634}"/>
              </a:ext>
            </a:extLst>
          </p:cNvPr>
          <p:cNvSpPr/>
          <p:nvPr/>
        </p:nvSpPr>
        <p:spPr>
          <a:xfrm>
            <a:off x="713247" y="301485"/>
            <a:ext cx="7717500" cy="697975"/>
          </a:xfrm>
          <a:prstGeom prst="round2DiagRect">
            <a:avLst>
              <a:gd name="adj1" fmla="val 16667"/>
              <a:gd name="adj2" fmla="val 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 name="Title 1">
            <a:extLst>
              <a:ext uri="{FF2B5EF4-FFF2-40B4-BE49-F238E27FC236}">
                <a16:creationId xmlns:a16="http://schemas.microsoft.com/office/drawing/2014/main" id="{22466FAF-ED79-2380-155C-390F0FEE82E7}"/>
              </a:ext>
            </a:extLst>
          </p:cNvPr>
          <p:cNvSpPr>
            <a:spLocks noGrp="1"/>
          </p:cNvSpPr>
          <p:nvPr>
            <p:ph type="title"/>
          </p:nvPr>
        </p:nvSpPr>
        <p:spPr>
          <a:xfrm flipH="1">
            <a:off x="1547454" y="380882"/>
            <a:ext cx="6049085" cy="559751"/>
          </a:xfrm>
        </p:spPr>
        <p:txBody>
          <a:bodyPr/>
          <a:lstStyle/>
          <a:p>
            <a:pPr algn="ctr"/>
            <a:r>
              <a:rPr lang="en-US" sz="3200" b="0" dirty="0">
                <a:solidFill>
                  <a:schemeClr val="bg1"/>
                </a:solidFill>
                <a:effectLst/>
                <a:latin typeface="Montserrat" panose="00000500000000000000" pitchFamily="2" charset="0"/>
              </a:rPr>
              <a:t>Motor</a:t>
            </a:r>
            <a:endParaRPr lang="en-US" b="0" dirty="0">
              <a:solidFill>
                <a:schemeClr val="bg1"/>
              </a:solidFill>
              <a:effectLst/>
              <a:latin typeface="Montserrat" panose="00000500000000000000" pitchFamily="2" charset="0"/>
            </a:endParaRPr>
          </a:p>
        </p:txBody>
      </p:sp>
      <p:sp>
        <p:nvSpPr>
          <p:cNvPr id="3" name="Subtitle 2">
            <a:extLst>
              <a:ext uri="{FF2B5EF4-FFF2-40B4-BE49-F238E27FC236}">
                <a16:creationId xmlns:a16="http://schemas.microsoft.com/office/drawing/2014/main" id="{EB98BFEC-DB24-D7FF-6270-08878CC586E8}"/>
              </a:ext>
            </a:extLst>
          </p:cNvPr>
          <p:cNvSpPr>
            <a:spLocks noGrp="1"/>
          </p:cNvSpPr>
          <p:nvPr>
            <p:ph type="subTitle" idx="4294967295"/>
          </p:nvPr>
        </p:nvSpPr>
        <p:spPr>
          <a:xfrm>
            <a:off x="0" y="1147763"/>
            <a:ext cx="8702675" cy="3694112"/>
          </a:xfrm>
        </p:spPr>
        <p:txBody>
          <a:bodyPr>
            <a:normAutofit fontScale="92500" lnSpcReduction="20000"/>
          </a:bodyPr>
          <a:lstStyle/>
          <a:p>
            <a:pPr marL="285750" indent="-285750">
              <a:lnSpc>
                <a:spcPct val="150000"/>
              </a:lnSpc>
              <a:buClr>
                <a:schemeClr val="accent1"/>
              </a:buClr>
              <a:buSzPct val="100000"/>
              <a:buFont typeface="Arial" panose="020B0604020202020204" pitchFamily="34" charset="0"/>
              <a:buChar char="•"/>
            </a:pPr>
            <a:r>
              <a:rPr lang="en-US" sz="1300" dirty="0">
                <a:solidFill>
                  <a:schemeClr val="tx1"/>
                </a:solidFill>
                <a:latin typeface="SF Pro Text" panose="00000500000000000000" pitchFamily="2" charset="0"/>
                <a:ea typeface="SF Pro Text" panose="00000500000000000000" pitchFamily="2" charset="0"/>
              </a:rPr>
              <a:t>Electric vehicles can utilize both DC and AC motors. </a:t>
            </a:r>
          </a:p>
          <a:p>
            <a:pPr marL="285750" indent="-285750">
              <a:lnSpc>
                <a:spcPct val="150000"/>
              </a:lnSpc>
              <a:buClr>
                <a:schemeClr val="accent1"/>
              </a:buClr>
              <a:buSzPct val="100000"/>
              <a:buFont typeface="Arial" panose="020B0604020202020204" pitchFamily="34" charset="0"/>
              <a:buChar char="•"/>
            </a:pPr>
            <a:r>
              <a:rPr lang="en-US" sz="1300" dirty="0">
                <a:solidFill>
                  <a:schemeClr val="tx1"/>
                </a:solidFill>
                <a:latin typeface="SF Pro Text" panose="00000500000000000000" pitchFamily="2" charset="0"/>
                <a:ea typeface="SF Pro Text" panose="00000500000000000000" pitchFamily="2" charset="0"/>
              </a:rPr>
              <a:t>On the above power parameter we need a either 2kW or 3kW or 4kW  motor which runs on the RPM of 3000 at 48 rated voltage which generates the Torque of 15.7 Nm.</a:t>
            </a:r>
          </a:p>
          <a:p>
            <a:pPr marL="285750" indent="-285750">
              <a:lnSpc>
                <a:spcPct val="150000"/>
              </a:lnSpc>
              <a:buClr>
                <a:schemeClr val="accent1"/>
              </a:buClr>
              <a:buSzPct val="100000"/>
              <a:buFont typeface="Arial" panose="020B0604020202020204" pitchFamily="34" charset="0"/>
              <a:buChar char="•"/>
            </a:pPr>
            <a:r>
              <a:rPr lang="en-US" sz="1300" dirty="0">
                <a:solidFill>
                  <a:schemeClr val="tx1"/>
                </a:solidFill>
                <a:latin typeface="SF Pro Text" panose="00000500000000000000" pitchFamily="2" charset="0"/>
                <a:ea typeface="SF Pro Text" panose="00000500000000000000" pitchFamily="2" charset="0"/>
              </a:rPr>
              <a:t>On the above parameter various types of motor are present in the Market.</a:t>
            </a:r>
          </a:p>
          <a:p>
            <a:pPr marL="285750" indent="-285750">
              <a:lnSpc>
                <a:spcPct val="150000"/>
              </a:lnSpc>
              <a:buClr>
                <a:schemeClr val="accent1"/>
              </a:buClr>
              <a:buSzPct val="100000"/>
              <a:buFont typeface="Arial" panose="020B0604020202020204" pitchFamily="34" charset="0"/>
              <a:buChar char="•"/>
            </a:pPr>
            <a:r>
              <a:rPr lang="en-US" sz="1300" dirty="0">
                <a:solidFill>
                  <a:schemeClr val="tx1"/>
                </a:solidFill>
                <a:latin typeface="SF Pro Text" panose="00000500000000000000" pitchFamily="2" charset="0"/>
                <a:ea typeface="SF Pro Text" panose="00000500000000000000" pitchFamily="2" charset="0"/>
              </a:rPr>
              <a:t>Classification Of Motors	 </a:t>
            </a:r>
          </a:p>
          <a:p>
            <a:pPr marL="800100" lvl="1" indent="-342900">
              <a:lnSpc>
                <a:spcPct val="150000"/>
              </a:lnSpc>
              <a:buFont typeface="Wingdings" panose="05000000000000000000" pitchFamily="2" charset="2"/>
              <a:buChar char="Ø"/>
            </a:pPr>
            <a:r>
              <a:rPr lang="en-US" sz="1300" dirty="0">
                <a:solidFill>
                  <a:schemeClr val="tx1"/>
                </a:solidFill>
                <a:latin typeface="SF Pro Text" panose="00000500000000000000" pitchFamily="2" charset="0"/>
                <a:ea typeface="SF Pro Text" panose="00000500000000000000" pitchFamily="2" charset="0"/>
              </a:rPr>
              <a:t>Induction Motor</a:t>
            </a:r>
          </a:p>
          <a:p>
            <a:pPr marL="800100" lvl="1" indent="-342900">
              <a:lnSpc>
                <a:spcPct val="150000"/>
              </a:lnSpc>
              <a:buFont typeface="Wingdings" panose="05000000000000000000" pitchFamily="2" charset="2"/>
              <a:buChar char="Ø"/>
            </a:pPr>
            <a:r>
              <a:rPr lang="en-US" sz="1300" dirty="0">
                <a:solidFill>
                  <a:schemeClr val="tx1"/>
                </a:solidFill>
                <a:latin typeface="SF Pro Text" panose="00000500000000000000" pitchFamily="2" charset="0"/>
                <a:ea typeface="SF Pro Text" panose="00000500000000000000" pitchFamily="2" charset="0"/>
              </a:rPr>
              <a:t>Permanent Magnet Synchronous Motor</a:t>
            </a:r>
          </a:p>
          <a:p>
            <a:pPr marL="800100" lvl="1" indent="-342900">
              <a:lnSpc>
                <a:spcPct val="150000"/>
              </a:lnSpc>
              <a:buFont typeface="Wingdings" panose="05000000000000000000" pitchFamily="2" charset="2"/>
              <a:buChar char="Ø"/>
            </a:pPr>
            <a:r>
              <a:rPr lang="en-US" sz="1300" dirty="0">
                <a:solidFill>
                  <a:schemeClr val="tx1"/>
                </a:solidFill>
                <a:latin typeface="SF Pro Text" panose="00000500000000000000" pitchFamily="2" charset="0"/>
                <a:ea typeface="SF Pro Text" panose="00000500000000000000" pitchFamily="2" charset="0"/>
              </a:rPr>
              <a:t>Brushless DC Motor</a:t>
            </a:r>
          </a:p>
          <a:p>
            <a:pPr marL="800100" lvl="1" indent="-342900">
              <a:lnSpc>
                <a:spcPct val="150000"/>
              </a:lnSpc>
              <a:buFont typeface="Wingdings" panose="05000000000000000000" pitchFamily="2" charset="2"/>
              <a:buChar char="Ø"/>
            </a:pPr>
            <a:r>
              <a:rPr lang="en-US" sz="1300" dirty="0">
                <a:solidFill>
                  <a:schemeClr val="tx1"/>
                </a:solidFill>
                <a:latin typeface="SF Pro Text" panose="00000500000000000000" pitchFamily="2" charset="0"/>
                <a:ea typeface="SF Pro Text" panose="00000500000000000000" pitchFamily="2" charset="0"/>
              </a:rPr>
              <a:t>Switched Reluctance Motor</a:t>
            </a:r>
          </a:p>
          <a:p>
            <a:pPr marL="285750" indent="-285750">
              <a:lnSpc>
                <a:spcPct val="150000"/>
              </a:lnSpc>
              <a:buClr>
                <a:schemeClr val="accent1"/>
              </a:buClr>
              <a:buSzPct val="100000"/>
              <a:buFont typeface="Arial" panose="020B0604020202020204" pitchFamily="34" charset="0"/>
              <a:buChar char="•"/>
            </a:pPr>
            <a:r>
              <a:rPr lang="en-US" sz="1300" dirty="0">
                <a:solidFill>
                  <a:schemeClr val="tx1"/>
                </a:solidFill>
                <a:latin typeface="SF Pro Text" panose="00000500000000000000" pitchFamily="2" charset="0"/>
                <a:ea typeface="SF Pro Text" panose="00000500000000000000" pitchFamily="2" charset="0"/>
              </a:rPr>
              <a:t>From the above Parameters and Classification of motor Brushless DC Motor should be used because of following difference between the motors.</a:t>
            </a:r>
          </a:p>
          <a:p>
            <a:pPr marL="342900" indent="-342900">
              <a:lnSpc>
                <a:spcPct val="150000"/>
              </a:lnSpc>
              <a:buBlip>
                <a:blip r:embed="rId2">
                  <a:extLst>
                    <a:ext uri="{96DAC541-7B7A-43D3-8B79-37D633B846F1}">
                      <asvg:svgBlip xmlns:asvg="http://schemas.microsoft.com/office/drawing/2016/SVG/main" r:embed="rId3"/>
                    </a:ext>
                  </a:extLst>
                </a:blip>
              </a:buBlip>
            </a:pPr>
            <a:endParaRPr lang="en-US" sz="1300" dirty="0">
              <a:solidFill>
                <a:schemeClr val="tx1"/>
              </a:solidFill>
              <a:latin typeface="SF Pro Text" panose="00000500000000000000" pitchFamily="2" charset="0"/>
              <a:ea typeface="SF Pro Text" panose="00000500000000000000" pitchFamily="2" charset="0"/>
            </a:endParaRPr>
          </a:p>
          <a:p>
            <a:pPr marL="0" indent="0">
              <a:lnSpc>
                <a:spcPct val="150000"/>
              </a:lnSpc>
              <a:buNone/>
            </a:pPr>
            <a:endParaRPr lang="en-US" sz="1300" dirty="0">
              <a:solidFill>
                <a:schemeClr val="tx1"/>
              </a:solidFill>
              <a:latin typeface="SF Pro Text" panose="00000500000000000000" pitchFamily="2" charset="0"/>
              <a:ea typeface="SF Pro Text" panose="00000500000000000000" pitchFamily="2" charset="0"/>
            </a:endParaRPr>
          </a:p>
          <a:p>
            <a:pPr marL="0" indent="0">
              <a:lnSpc>
                <a:spcPct val="150000"/>
              </a:lnSpc>
              <a:buNone/>
            </a:pPr>
            <a:endParaRPr lang="en-US" sz="1300" dirty="0">
              <a:solidFill>
                <a:schemeClr val="tx1"/>
              </a:solidFill>
              <a:latin typeface="SF Pro Text" panose="00000500000000000000" pitchFamily="2" charset="0"/>
              <a:ea typeface="SF Pro Text" panose="00000500000000000000" pitchFamily="2" charset="0"/>
            </a:endParaRPr>
          </a:p>
        </p:txBody>
      </p:sp>
      <p:sp>
        <p:nvSpPr>
          <p:cNvPr id="6" name="Google Shape;852;p55">
            <a:extLst>
              <a:ext uri="{FF2B5EF4-FFF2-40B4-BE49-F238E27FC236}">
                <a16:creationId xmlns:a16="http://schemas.microsoft.com/office/drawing/2014/main" id="{0968D90E-E42B-14BA-61B7-08EE673105AC}"/>
              </a:ext>
            </a:extLst>
          </p:cNvPr>
          <p:cNvSpPr/>
          <p:nvPr/>
        </p:nvSpPr>
        <p:spPr>
          <a:xfrm>
            <a:off x="2079775" y="2817432"/>
            <a:ext cx="1369839" cy="324620"/>
          </a:xfrm>
          <a:custGeom>
            <a:avLst/>
            <a:gdLst/>
            <a:ahLst/>
            <a:cxnLst/>
            <a:rect l="l" t="t" r="r" b="b"/>
            <a:pathLst>
              <a:path w="30587" h="7248" extrusionOk="0">
                <a:moveTo>
                  <a:pt x="15926" y="0"/>
                </a:moveTo>
                <a:cubicBezTo>
                  <a:pt x="13961" y="0"/>
                  <a:pt x="12266" y="6080"/>
                  <a:pt x="12266" y="6080"/>
                </a:cubicBezTo>
                <a:cubicBezTo>
                  <a:pt x="12266" y="6080"/>
                  <a:pt x="12617" y="3734"/>
                  <a:pt x="10866" y="3624"/>
                </a:cubicBezTo>
                <a:cubicBezTo>
                  <a:pt x="10828" y="3621"/>
                  <a:pt x="10789" y="3620"/>
                  <a:pt x="10751" y="3620"/>
                </a:cubicBezTo>
                <a:cubicBezTo>
                  <a:pt x="9060" y="3620"/>
                  <a:pt x="7833" y="5963"/>
                  <a:pt x="7833" y="5963"/>
                </a:cubicBezTo>
                <a:lnTo>
                  <a:pt x="1" y="7248"/>
                </a:lnTo>
                <a:lnTo>
                  <a:pt x="30587" y="7248"/>
                </a:lnTo>
                <a:cubicBezTo>
                  <a:pt x="30587" y="7248"/>
                  <a:pt x="23118" y="6780"/>
                  <a:pt x="22652" y="6080"/>
                </a:cubicBezTo>
                <a:cubicBezTo>
                  <a:pt x="22185" y="5381"/>
                  <a:pt x="21404" y="2579"/>
                  <a:pt x="19519" y="2346"/>
                </a:cubicBezTo>
                <a:cubicBezTo>
                  <a:pt x="19441" y="2336"/>
                  <a:pt x="19365" y="2332"/>
                  <a:pt x="19291" y="2332"/>
                </a:cubicBezTo>
                <a:cubicBezTo>
                  <a:pt x="18256" y="2332"/>
                  <a:pt x="17651" y="3241"/>
                  <a:pt x="17336" y="3955"/>
                </a:cubicBezTo>
                <a:lnTo>
                  <a:pt x="17336" y="3955"/>
                </a:lnTo>
                <a:cubicBezTo>
                  <a:pt x="17642" y="2843"/>
                  <a:pt x="17903" y="933"/>
                  <a:pt x="16414" y="130"/>
                </a:cubicBezTo>
                <a:cubicBezTo>
                  <a:pt x="16250" y="41"/>
                  <a:pt x="16087" y="0"/>
                  <a:pt x="1592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 name="Google Shape;854;p55">
            <a:extLst>
              <a:ext uri="{FF2B5EF4-FFF2-40B4-BE49-F238E27FC236}">
                <a16:creationId xmlns:a16="http://schemas.microsoft.com/office/drawing/2014/main" id="{6F82C81A-E18C-71CC-D6A9-AAA0C2FC2DA1}"/>
              </a:ext>
            </a:extLst>
          </p:cNvPr>
          <p:cNvSpPr/>
          <p:nvPr/>
        </p:nvSpPr>
        <p:spPr>
          <a:xfrm flipH="1">
            <a:off x="5816533" y="1148551"/>
            <a:ext cx="1446765" cy="342849"/>
          </a:xfrm>
          <a:custGeom>
            <a:avLst/>
            <a:gdLst/>
            <a:ahLst/>
            <a:cxnLst/>
            <a:rect l="l" t="t" r="r" b="b"/>
            <a:pathLst>
              <a:path w="30587" h="7248" extrusionOk="0">
                <a:moveTo>
                  <a:pt x="15926" y="0"/>
                </a:moveTo>
                <a:cubicBezTo>
                  <a:pt x="13961" y="0"/>
                  <a:pt x="12266" y="6080"/>
                  <a:pt x="12266" y="6080"/>
                </a:cubicBezTo>
                <a:cubicBezTo>
                  <a:pt x="12266" y="6080"/>
                  <a:pt x="12617" y="3734"/>
                  <a:pt x="10866" y="3624"/>
                </a:cubicBezTo>
                <a:cubicBezTo>
                  <a:pt x="10828" y="3621"/>
                  <a:pt x="10789" y="3620"/>
                  <a:pt x="10751" y="3620"/>
                </a:cubicBezTo>
                <a:cubicBezTo>
                  <a:pt x="9060" y="3620"/>
                  <a:pt x="7833" y="5963"/>
                  <a:pt x="7833" y="5963"/>
                </a:cubicBezTo>
                <a:lnTo>
                  <a:pt x="1" y="7248"/>
                </a:lnTo>
                <a:lnTo>
                  <a:pt x="30587" y="7248"/>
                </a:lnTo>
                <a:cubicBezTo>
                  <a:pt x="30587" y="7248"/>
                  <a:pt x="23118" y="6780"/>
                  <a:pt x="22652" y="6080"/>
                </a:cubicBezTo>
                <a:cubicBezTo>
                  <a:pt x="22185" y="5381"/>
                  <a:pt x="21404" y="2579"/>
                  <a:pt x="19519" y="2346"/>
                </a:cubicBezTo>
                <a:cubicBezTo>
                  <a:pt x="19441" y="2336"/>
                  <a:pt x="19365" y="2332"/>
                  <a:pt x="19291" y="2332"/>
                </a:cubicBezTo>
                <a:cubicBezTo>
                  <a:pt x="18256" y="2332"/>
                  <a:pt x="17651" y="3241"/>
                  <a:pt x="17336" y="3955"/>
                </a:cubicBezTo>
                <a:lnTo>
                  <a:pt x="17336" y="3955"/>
                </a:lnTo>
                <a:cubicBezTo>
                  <a:pt x="17642" y="2843"/>
                  <a:pt x="17903" y="933"/>
                  <a:pt x="16414" y="130"/>
                </a:cubicBezTo>
                <a:cubicBezTo>
                  <a:pt x="16250" y="41"/>
                  <a:pt x="16087" y="0"/>
                  <a:pt x="1592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 name="Google Shape;5166;p68">
            <a:extLst>
              <a:ext uri="{FF2B5EF4-FFF2-40B4-BE49-F238E27FC236}">
                <a16:creationId xmlns:a16="http://schemas.microsoft.com/office/drawing/2014/main" id="{218CDD37-C61D-A0FF-AF5B-6497048B2E9B}"/>
              </a:ext>
            </a:extLst>
          </p:cNvPr>
          <p:cNvSpPr/>
          <p:nvPr/>
        </p:nvSpPr>
        <p:spPr>
          <a:xfrm rot="16200000">
            <a:off x="6542334" y="2257520"/>
            <a:ext cx="4226946" cy="930116"/>
          </a:xfrm>
          <a:custGeom>
            <a:avLst/>
            <a:gdLst/>
            <a:ahLst/>
            <a:cxnLst/>
            <a:rect l="l" t="t" r="r" b="b"/>
            <a:pathLst>
              <a:path w="53074" h="11679" extrusionOk="0">
                <a:moveTo>
                  <a:pt x="4423" y="398"/>
                </a:moveTo>
                <a:cubicBezTo>
                  <a:pt x="4545" y="398"/>
                  <a:pt x="4645" y="497"/>
                  <a:pt x="4645" y="618"/>
                </a:cubicBezTo>
                <a:lnTo>
                  <a:pt x="4645" y="1647"/>
                </a:lnTo>
                <a:cubicBezTo>
                  <a:pt x="4645" y="1770"/>
                  <a:pt x="4545" y="1869"/>
                  <a:pt x="4423" y="1869"/>
                </a:cubicBezTo>
                <a:cubicBezTo>
                  <a:pt x="4300" y="1869"/>
                  <a:pt x="4200" y="1770"/>
                  <a:pt x="4200" y="1647"/>
                </a:cubicBezTo>
                <a:lnTo>
                  <a:pt x="4200" y="618"/>
                </a:lnTo>
                <a:cubicBezTo>
                  <a:pt x="4200" y="497"/>
                  <a:pt x="4300" y="398"/>
                  <a:pt x="4423" y="398"/>
                </a:cubicBezTo>
                <a:close/>
                <a:moveTo>
                  <a:pt x="1463" y="446"/>
                </a:moveTo>
                <a:cubicBezTo>
                  <a:pt x="1585" y="446"/>
                  <a:pt x="1684" y="546"/>
                  <a:pt x="1684" y="668"/>
                </a:cubicBezTo>
                <a:lnTo>
                  <a:pt x="1684" y="1697"/>
                </a:lnTo>
                <a:cubicBezTo>
                  <a:pt x="1684" y="1820"/>
                  <a:pt x="1585" y="1919"/>
                  <a:pt x="1463" y="1919"/>
                </a:cubicBezTo>
                <a:cubicBezTo>
                  <a:pt x="1339" y="1919"/>
                  <a:pt x="1240" y="1820"/>
                  <a:pt x="1240" y="1697"/>
                </a:cubicBezTo>
                <a:lnTo>
                  <a:pt x="1240" y="668"/>
                </a:lnTo>
                <a:cubicBezTo>
                  <a:pt x="1240" y="546"/>
                  <a:pt x="1339" y="446"/>
                  <a:pt x="1463" y="446"/>
                </a:cubicBezTo>
                <a:close/>
                <a:moveTo>
                  <a:pt x="4249" y="1"/>
                </a:moveTo>
                <a:cubicBezTo>
                  <a:pt x="3923" y="1"/>
                  <a:pt x="3658" y="265"/>
                  <a:pt x="3658" y="591"/>
                </a:cubicBezTo>
                <a:lnTo>
                  <a:pt x="3658" y="3202"/>
                </a:lnTo>
                <a:lnTo>
                  <a:pt x="1981" y="3202"/>
                </a:lnTo>
                <a:lnTo>
                  <a:pt x="1981" y="673"/>
                </a:lnTo>
                <a:cubicBezTo>
                  <a:pt x="1981" y="510"/>
                  <a:pt x="1914" y="364"/>
                  <a:pt x="1808" y="257"/>
                </a:cubicBezTo>
                <a:cubicBezTo>
                  <a:pt x="1701" y="149"/>
                  <a:pt x="1552" y="81"/>
                  <a:pt x="1390" y="81"/>
                </a:cubicBezTo>
                <a:cubicBezTo>
                  <a:pt x="1065" y="81"/>
                  <a:pt x="799" y="348"/>
                  <a:pt x="799" y="672"/>
                </a:cubicBezTo>
                <a:lnTo>
                  <a:pt x="799" y="3202"/>
                </a:lnTo>
                <a:lnTo>
                  <a:pt x="734" y="3202"/>
                </a:lnTo>
                <a:cubicBezTo>
                  <a:pt x="330" y="3202"/>
                  <a:pt x="0" y="3533"/>
                  <a:pt x="0" y="3939"/>
                </a:cubicBezTo>
                <a:lnTo>
                  <a:pt x="0" y="7273"/>
                </a:lnTo>
                <a:cubicBezTo>
                  <a:pt x="0" y="7677"/>
                  <a:pt x="330" y="8008"/>
                  <a:pt x="734" y="8008"/>
                </a:cubicBezTo>
                <a:lnTo>
                  <a:pt x="1369" y="8008"/>
                </a:lnTo>
                <a:lnTo>
                  <a:pt x="1369" y="8946"/>
                </a:lnTo>
                <a:lnTo>
                  <a:pt x="2522" y="8946"/>
                </a:lnTo>
                <a:lnTo>
                  <a:pt x="2522" y="9290"/>
                </a:lnTo>
                <a:cubicBezTo>
                  <a:pt x="2522" y="10607"/>
                  <a:pt x="3593" y="11679"/>
                  <a:pt x="4911" y="11679"/>
                </a:cubicBezTo>
                <a:lnTo>
                  <a:pt x="50099" y="11679"/>
                </a:lnTo>
                <a:cubicBezTo>
                  <a:pt x="51739" y="11679"/>
                  <a:pt x="53073" y="10344"/>
                  <a:pt x="53073" y="8705"/>
                </a:cubicBezTo>
                <a:lnTo>
                  <a:pt x="53073" y="3031"/>
                </a:lnTo>
                <a:lnTo>
                  <a:pt x="52282" y="3031"/>
                </a:lnTo>
                <a:lnTo>
                  <a:pt x="52282" y="8705"/>
                </a:lnTo>
                <a:cubicBezTo>
                  <a:pt x="52282" y="9908"/>
                  <a:pt x="51302" y="10887"/>
                  <a:pt x="50099" y="10887"/>
                </a:cubicBezTo>
                <a:lnTo>
                  <a:pt x="4911" y="10887"/>
                </a:lnTo>
                <a:cubicBezTo>
                  <a:pt x="4030" y="10887"/>
                  <a:pt x="3313" y="10171"/>
                  <a:pt x="3313" y="9290"/>
                </a:cubicBezTo>
                <a:lnTo>
                  <a:pt x="3313" y="8948"/>
                </a:lnTo>
                <a:lnTo>
                  <a:pt x="4463" y="8948"/>
                </a:lnTo>
                <a:lnTo>
                  <a:pt x="4463" y="8009"/>
                </a:lnTo>
                <a:lnTo>
                  <a:pt x="4864" y="8009"/>
                </a:lnTo>
                <a:cubicBezTo>
                  <a:pt x="5270" y="8009"/>
                  <a:pt x="5600" y="7677"/>
                  <a:pt x="5600" y="7273"/>
                </a:cubicBezTo>
                <a:lnTo>
                  <a:pt x="5600" y="3939"/>
                </a:lnTo>
                <a:cubicBezTo>
                  <a:pt x="5600" y="3533"/>
                  <a:pt x="5270" y="3202"/>
                  <a:pt x="4864" y="3202"/>
                </a:cubicBezTo>
                <a:lnTo>
                  <a:pt x="4840" y="3202"/>
                </a:lnTo>
                <a:lnTo>
                  <a:pt x="4840" y="591"/>
                </a:lnTo>
                <a:cubicBezTo>
                  <a:pt x="4840" y="428"/>
                  <a:pt x="4774" y="281"/>
                  <a:pt x="4666" y="173"/>
                </a:cubicBezTo>
                <a:cubicBezTo>
                  <a:pt x="4560" y="66"/>
                  <a:pt x="4412" y="1"/>
                  <a:pt x="4249" y="1"/>
                </a:cubicBezTo>
                <a:close/>
              </a:path>
            </a:pathLst>
          </a:custGeom>
          <a:gradFill>
            <a:gsLst>
              <a:gs pos="0">
                <a:schemeClr val="lt1"/>
              </a:gs>
              <a:gs pos="100000">
                <a:schemeClr val="dk2"/>
              </a:gs>
            </a:gsLst>
            <a:lin ang="5400012"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p>
        </p:txBody>
      </p:sp>
    </p:spTree>
    <p:extLst>
      <p:ext uri="{BB962C8B-B14F-4D97-AF65-F5344CB8AC3E}">
        <p14:creationId xmlns:p14="http://schemas.microsoft.com/office/powerpoint/2010/main" val="318132223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5165;p68">
            <a:extLst>
              <a:ext uri="{FF2B5EF4-FFF2-40B4-BE49-F238E27FC236}">
                <a16:creationId xmlns:a16="http://schemas.microsoft.com/office/drawing/2014/main" id="{7736C18F-7B15-D6ED-108A-27CE47A9E634}"/>
              </a:ext>
            </a:extLst>
          </p:cNvPr>
          <p:cNvSpPr/>
          <p:nvPr/>
        </p:nvSpPr>
        <p:spPr>
          <a:xfrm>
            <a:off x="603918" y="297749"/>
            <a:ext cx="7717500" cy="697975"/>
          </a:xfrm>
          <a:prstGeom prst="round2DiagRect">
            <a:avLst>
              <a:gd name="adj1" fmla="val 16667"/>
              <a:gd name="adj2" fmla="val 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 name="Title 1">
            <a:extLst>
              <a:ext uri="{FF2B5EF4-FFF2-40B4-BE49-F238E27FC236}">
                <a16:creationId xmlns:a16="http://schemas.microsoft.com/office/drawing/2014/main" id="{22466FAF-ED79-2380-155C-390F0FEE82E7}"/>
              </a:ext>
            </a:extLst>
          </p:cNvPr>
          <p:cNvSpPr>
            <a:spLocks noGrp="1"/>
          </p:cNvSpPr>
          <p:nvPr>
            <p:ph type="title"/>
          </p:nvPr>
        </p:nvSpPr>
        <p:spPr>
          <a:xfrm flipH="1">
            <a:off x="1547454" y="380882"/>
            <a:ext cx="6049085" cy="559751"/>
          </a:xfrm>
        </p:spPr>
        <p:txBody>
          <a:bodyPr/>
          <a:lstStyle/>
          <a:p>
            <a:pPr algn="ctr"/>
            <a:r>
              <a:rPr lang="en-US" sz="3200" b="0" dirty="0">
                <a:solidFill>
                  <a:schemeClr val="bg1"/>
                </a:solidFill>
                <a:effectLst/>
                <a:latin typeface="Montserrat" panose="00000500000000000000" pitchFamily="2" charset="0"/>
              </a:rPr>
              <a:t>Classification of Motor</a:t>
            </a:r>
            <a:endParaRPr lang="en-US" b="0" dirty="0">
              <a:solidFill>
                <a:schemeClr val="bg1"/>
              </a:solidFill>
              <a:effectLst/>
              <a:latin typeface="Montserrat" panose="00000500000000000000" pitchFamily="2" charset="0"/>
            </a:endParaRPr>
          </a:p>
        </p:txBody>
      </p:sp>
      <p:sp>
        <p:nvSpPr>
          <p:cNvPr id="5" name="Google Shape;5166;p68">
            <a:extLst>
              <a:ext uri="{FF2B5EF4-FFF2-40B4-BE49-F238E27FC236}">
                <a16:creationId xmlns:a16="http://schemas.microsoft.com/office/drawing/2014/main" id="{218CDD37-C61D-A0FF-AF5B-6497048B2E9B}"/>
              </a:ext>
            </a:extLst>
          </p:cNvPr>
          <p:cNvSpPr/>
          <p:nvPr/>
        </p:nvSpPr>
        <p:spPr>
          <a:xfrm rot="16200000">
            <a:off x="6536914" y="2252098"/>
            <a:ext cx="4226946" cy="940959"/>
          </a:xfrm>
          <a:custGeom>
            <a:avLst/>
            <a:gdLst/>
            <a:ahLst/>
            <a:cxnLst/>
            <a:rect l="l" t="t" r="r" b="b"/>
            <a:pathLst>
              <a:path w="53074" h="11679" extrusionOk="0">
                <a:moveTo>
                  <a:pt x="4423" y="398"/>
                </a:moveTo>
                <a:cubicBezTo>
                  <a:pt x="4545" y="398"/>
                  <a:pt x="4645" y="497"/>
                  <a:pt x="4645" y="618"/>
                </a:cubicBezTo>
                <a:lnTo>
                  <a:pt x="4645" y="1647"/>
                </a:lnTo>
                <a:cubicBezTo>
                  <a:pt x="4645" y="1770"/>
                  <a:pt x="4545" y="1869"/>
                  <a:pt x="4423" y="1869"/>
                </a:cubicBezTo>
                <a:cubicBezTo>
                  <a:pt x="4300" y="1869"/>
                  <a:pt x="4200" y="1770"/>
                  <a:pt x="4200" y="1647"/>
                </a:cubicBezTo>
                <a:lnTo>
                  <a:pt x="4200" y="618"/>
                </a:lnTo>
                <a:cubicBezTo>
                  <a:pt x="4200" y="497"/>
                  <a:pt x="4300" y="398"/>
                  <a:pt x="4423" y="398"/>
                </a:cubicBezTo>
                <a:close/>
                <a:moveTo>
                  <a:pt x="1463" y="446"/>
                </a:moveTo>
                <a:cubicBezTo>
                  <a:pt x="1585" y="446"/>
                  <a:pt x="1684" y="546"/>
                  <a:pt x="1684" y="668"/>
                </a:cubicBezTo>
                <a:lnTo>
                  <a:pt x="1684" y="1697"/>
                </a:lnTo>
                <a:cubicBezTo>
                  <a:pt x="1684" y="1820"/>
                  <a:pt x="1585" y="1919"/>
                  <a:pt x="1463" y="1919"/>
                </a:cubicBezTo>
                <a:cubicBezTo>
                  <a:pt x="1339" y="1919"/>
                  <a:pt x="1240" y="1820"/>
                  <a:pt x="1240" y="1697"/>
                </a:cubicBezTo>
                <a:lnTo>
                  <a:pt x="1240" y="668"/>
                </a:lnTo>
                <a:cubicBezTo>
                  <a:pt x="1240" y="546"/>
                  <a:pt x="1339" y="446"/>
                  <a:pt x="1463" y="446"/>
                </a:cubicBezTo>
                <a:close/>
                <a:moveTo>
                  <a:pt x="4249" y="1"/>
                </a:moveTo>
                <a:cubicBezTo>
                  <a:pt x="3923" y="1"/>
                  <a:pt x="3658" y="265"/>
                  <a:pt x="3658" y="591"/>
                </a:cubicBezTo>
                <a:lnTo>
                  <a:pt x="3658" y="3202"/>
                </a:lnTo>
                <a:lnTo>
                  <a:pt x="1981" y="3202"/>
                </a:lnTo>
                <a:lnTo>
                  <a:pt x="1981" y="673"/>
                </a:lnTo>
                <a:cubicBezTo>
                  <a:pt x="1981" y="510"/>
                  <a:pt x="1914" y="364"/>
                  <a:pt x="1808" y="257"/>
                </a:cubicBezTo>
                <a:cubicBezTo>
                  <a:pt x="1701" y="149"/>
                  <a:pt x="1552" y="81"/>
                  <a:pt x="1390" y="81"/>
                </a:cubicBezTo>
                <a:cubicBezTo>
                  <a:pt x="1065" y="81"/>
                  <a:pt x="799" y="348"/>
                  <a:pt x="799" y="672"/>
                </a:cubicBezTo>
                <a:lnTo>
                  <a:pt x="799" y="3202"/>
                </a:lnTo>
                <a:lnTo>
                  <a:pt x="734" y="3202"/>
                </a:lnTo>
                <a:cubicBezTo>
                  <a:pt x="330" y="3202"/>
                  <a:pt x="0" y="3533"/>
                  <a:pt x="0" y="3939"/>
                </a:cubicBezTo>
                <a:lnTo>
                  <a:pt x="0" y="7273"/>
                </a:lnTo>
                <a:cubicBezTo>
                  <a:pt x="0" y="7677"/>
                  <a:pt x="330" y="8008"/>
                  <a:pt x="734" y="8008"/>
                </a:cubicBezTo>
                <a:lnTo>
                  <a:pt x="1369" y="8008"/>
                </a:lnTo>
                <a:lnTo>
                  <a:pt x="1369" y="8946"/>
                </a:lnTo>
                <a:lnTo>
                  <a:pt x="2522" y="8946"/>
                </a:lnTo>
                <a:lnTo>
                  <a:pt x="2522" y="9290"/>
                </a:lnTo>
                <a:cubicBezTo>
                  <a:pt x="2522" y="10607"/>
                  <a:pt x="3593" y="11679"/>
                  <a:pt x="4911" y="11679"/>
                </a:cubicBezTo>
                <a:lnTo>
                  <a:pt x="50099" y="11679"/>
                </a:lnTo>
                <a:cubicBezTo>
                  <a:pt x="51739" y="11679"/>
                  <a:pt x="53073" y="10344"/>
                  <a:pt x="53073" y="8705"/>
                </a:cubicBezTo>
                <a:lnTo>
                  <a:pt x="53073" y="3031"/>
                </a:lnTo>
                <a:lnTo>
                  <a:pt x="52282" y="3031"/>
                </a:lnTo>
                <a:lnTo>
                  <a:pt x="52282" y="8705"/>
                </a:lnTo>
                <a:cubicBezTo>
                  <a:pt x="52282" y="9908"/>
                  <a:pt x="51302" y="10887"/>
                  <a:pt x="50099" y="10887"/>
                </a:cubicBezTo>
                <a:lnTo>
                  <a:pt x="4911" y="10887"/>
                </a:lnTo>
                <a:cubicBezTo>
                  <a:pt x="4030" y="10887"/>
                  <a:pt x="3313" y="10171"/>
                  <a:pt x="3313" y="9290"/>
                </a:cubicBezTo>
                <a:lnTo>
                  <a:pt x="3313" y="8948"/>
                </a:lnTo>
                <a:lnTo>
                  <a:pt x="4463" y="8948"/>
                </a:lnTo>
                <a:lnTo>
                  <a:pt x="4463" y="8009"/>
                </a:lnTo>
                <a:lnTo>
                  <a:pt x="4864" y="8009"/>
                </a:lnTo>
                <a:cubicBezTo>
                  <a:pt x="5270" y="8009"/>
                  <a:pt x="5600" y="7677"/>
                  <a:pt x="5600" y="7273"/>
                </a:cubicBezTo>
                <a:lnTo>
                  <a:pt x="5600" y="3939"/>
                </a:lnTo>
                <a:cubicBezTo>
                  <a:pt x="5600" y="3533"/>
                  <a:pt x="5270" y="3202"/>
                  <a:pt x="4864" y="3202"/>
                </a:cubicBezTo>
                <a:lnTo>
                  <a:pt x="4840" y="3202"/>
                </a:lnTo>
                <a:lnTo>
                  <a:pt x="4840" y="591"/>
                </a:lnTo>
                <a:cubicBezTo>
                  <a:pt x="4840" y="428"/>
                  <a:pt x="4774" y="281"/>
                  <a:pt x="4666" y="173"/>
                </a:cubicBezTo>
                <a:cubicBezTo>
                  <a:pt x="4560" y="66"/>
                  <a:pt x="4412" y="1"/>
                  <a:pt x="4249" y="1"/>
                </a:cubicBezTo>
                <a:close/>
              </a:path>
            </a:pathLst>
          </a:custGeom>
          <a:gradFill>
            <a:gsLst>
              <a:gs pos="0">
                <a:schemeClr val="lt1"/>
              </a:gs>
              <a:gs pos="100000">
                <a:schemeClr val="dk2"/>
              </a:gs>
            </a:gsLst>
            <a:lin ang="5400012"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p>
        </p:txBody>
      </p:sp>
      <p:graphicFrame>
        <p:nvGraphicFramePr>
          <p:cNvPr id="8" name="Table 7">
            <a:extLst>
              <a:ext uri="{FF2B5EF4-FFF2-40B4-BE49-F238E27FC236}">
                <a16:creationId xmlns:a16="http://schemas.microsoft.com/office/drawing/2014/main" id="{B49F5EB9-B623-489B-AAD0-4E2354C31FBA}"/>
              </a:ext>
            </a:extLst>
          </p:cNvPr>
          <p:cNvGraphicFramePr>
            <a:graphicFrameLocks noGrp="1"/>
          </p:cNvGraphicFramePr>
          <p:nvPr>
            <p:extLst>
              <p:ext uri="{D42A27DB-BD31-4B8C-83A1-F6EECF244321}">
                <p14:modId xmlns:p14="http://schemas.microsoft.com/office/powerpoint/2010/main" val="74724434"/>
              </p:ext>
            </p:extLst>
          </p:nvPr>
        </p:nvGraphicFramePr>
        <p:xfrm>
          <a:off x="603918" y="1050815"/>
          <a:ext cx="7575989" cy="3787416"/>
        </p:xfrm>
        <a:graphic>
          <a:graphicData uri="http://schemas.openxmlformats.org/drawingml/2006/table">
            <a:tbl>
              <a:tblPr>
                <a:tableStyleId>{8BA0A24B-535D-4496-85AC-89E9A91CF1F9}</a:tableStyleId>
              </a:tblPr>
              <a:tblGrid>
                <a:gridCol w="2218177">
                  <a:extLst>
                    <a:ext uri="{9D8B030D-6E8A-4147-A177-3AD203B41FA5}">
                      <a16:colId xmlns:a16="http://schemas.microsoft.com/office/drawing/2014/main" val="588879644"/>
                    </a:ext>
                  </a:extLst>
                </a:gridCol>
                <a:gridCol w="1339453">
                  <a:extLst>
                    <a:ext uri="{9D8B030D-6E8A-4147-A177-3AD203B41FA5}">
                      <a16:colId xmlns:a16="http://schemas.microsoft.com/office/drawing/2014/main" val="384432609"/>
                    </a:ext>
                  </a:extLst>
                </a:gridCol>
                <a:gridCol w="1339453">
                  <a:extLst>
                    <a:ext uri="{9D8B030D-6E8A-4147-A177-3AD203B41FA5}">
                      <a16:colId xmlns:a16="http://schemas.microsoft.com/office/drawing/2014/main" val="1841361319"/>
                    </a:ext>
                  </a:extLst>
                </a:gridCol>
                <a:gridCol w="1339453">
                  <a:extLst>
                    <a:ext uri="{9D8B030D-6E8A-4147-A177-3AD203B41FA5}">
                      <a16:colId xmlns:a16="http://schemas.microsoft.com/office/drawing/2014/main" val="1296731342"/>
                    </a:ext>
                  </a:extLst>
                </a:gridCol>
                <a:gridCol w="1339453">
                  <a:extLst>
                    <a:ext uri="{9D8B030D-6E8A-4147-A177-3AD203B41FA5}">
                      <a16:colId xmlns:a16="http://schemas.microsoft.com/office/drawing/2014/main" val="3776495374"/>
                    </a:ext>
                  </a:extLst>
                </a:gridCol>
              </a:tblGrid>
              <a:tr h="277136">
                <a:tc>
                  <a:txBody>
                    <a:bodyPr/>
                    <a:lstStyle/>
                    <a:p>
                      <a:pPr algn="ctr" rtl="0" fontAlgn="b"/>
                      <a:r>
                        <a:rPr lang="en-IN" sz="1300" b="1" u="sng" dirty="0">
                          <a:solidFill>
                            <a:schemeClr val="tx1"/>
                          </a:solidFill>
                          <a:effectLst/>
                          <a:latin typeface="SF Pro Text"/>
                        </a:rPr>
                        <a:t>Characteristic</a:t>
                      </a:r>
                    </a:p>
                  </a:txBody>
                  <a:tcPr marL="19093" marR="19093" marT="12728" marB="12728" anchor="b"/>
                </a:tc>
                <a:tc>
                  <a:txBody>
                    <a:bodyPr/>
                    <a:lstStyle/>
                    <a:p>
                      <a:pPr algn="ctr" rtl="0" fontAlgn="b"/>
                      <a:r>
                        <a:rPr lang="en-IN" sz="1300" b="1" u="sng" dirty="0">
                          <a:solidFill>
                            <a:schemeClr val="tx1"/>
                          </a:solidFill>
                          <a:effectLst/>
                          <a:latin typeface="SF Pro Text"/>
                        </a:rPr>
                        <a:t>PMSM</a:t>
                      </a:r>
                    </a:p>
                  </a:txBody>
                  <a:tcPr marL="19093" marR="19093" marT="12728" marB="12728" anchor="b"/>
                </a:tc>
                <a:tc>
                  <a:txBody>
                    <a:bodyPr/>
                    <a:lstStyle/>
                    <a:p>
                      <a:pPr algn="ctr" rtl="0" fontAlgn="b"/>
                      <a:r>
                        <a:rPr lang="en-IN" sz="1300" b="1" u="sng" dirty="0">
                          <a:solidFill>
                            <a:schemeClr val="tx1"/>
                          </a:solidFill>
                          <a:effectLst/>
                          <a:latin typeface="SF Pro Text"/>
                        </a:rPr>
                        <a:t>BLDC</a:t>
                      </a:r>
                    </a:p>
                  </a:txBody>
                  <a:tcPr marL="19093" marR="19093" marT="12728" marB="12728" anchor="b"/>
                </a:tc>
                <a:tc>
                  <a:txBody>
                    <a:bodyPr/>
                    <a:lstStyle/>
                    <a:p>
                      <a:pPr algn="ctr" rtl="0" fontAlgn="b"/>
                      <a:r>
                        <a:rPr lang="en-IN" sz="1300" b="1" u="sng" dirty="0">
                          <a:solidFill>
                            <a:schemeClr val="tx1"/>
                          </a:solidFill>
                          <a:effectLst/>
                          <a:latin typeface="SF Pro Text"/>
                        </a:rPr>
                        <a:t>Induction</a:t>
                      </a:r>
                    </a:p>
                  </a:txBody>
                  <a:tcPr marL="19093" marR="19093" marT="12728" marB="12728" anchor="b"/>
                </a:tc>
                <a:tc>
                  <a:txBody>
                    <a:bodyPr/>
                    <a:lstStyle/>
                    <a:p>
                      <a:pPr algn="ctr" rtl="0" fontAlgn="b"/>
                      <a:r>
                        <a:rPr lang="en-IN" sz="1300" b="1" u="sng" dirty="0">
                          <a:solidFill>
                            <a:schemeClr val="tx1"/>
                          </a:solidFill>
                          <a:effectLst/>
                          <a:latin typeface="SF Pro Text"/>
                        </a:rPr>
                        <a:t>SRM</a:t>
                      </a:r>
                    </a:p>
                  </a:txBody>
                  <a:tcPr marL="19093" marR="19093" marT="12728" marB="12728" anchor="b"/>
                </a:tc>
                <a:extLst>
                  <a:ext uri="{0D108BD9-81ED-4DB2-BD59-A6C34878D82A}">
                    <a16:rowId xmlns:a16="http://schemas.microsoft.com/office/drawing/2014/main" val="2079415846"/>
                  </a:ext>
                </a:extLst>
              </a:tr>
              <a:tr h="277136">
                <a:tc>
                  <a:txBody>
                    <a:bodyPr/>
                    <a:lstStyle/>
                    <a:p>
                      <a:pPr algn="ctr" rtl="0" fontAlgn="b"/>
                      <a:r>
                        <a:rPr lang="en-IN" sz="1300" b="1" dirty="0">
                          <a:solidFill>
                            <a:schemeClr val="tx1"/>
                          </a:solidFill>
                          <a:effectLst/>
                          <a:latin typeface="SF Pro Text"/>
                        </a:rPr>
                        <a:t>Cost</a:t>
                      </a:r>
                    </a:p>
                  </a:txBody>
                  <a:tcPr marL="19093" marR="19093" marT="12728" marB="12728" anchor="b"/>
                </a:tc>
                <a:tc>
                  <a:txBody>
                    <a:bodyPr/>
                    <a:lstStyle/>
                    <a:p>
                      <a:pPr algn="ctr" rtl="0" fontAlgn="b"/>
                      <a:r>
                        <a:rPr lang="en-IN" sz="1300" dirty="0">
                          <a:solidFill>
                            <a:schemeClr val="tx1"/>
                          </a:solidFill>
                          <a:effectLst/>
                          <a:latin typeface="SF Pro Text"/>
                        </a:rPr>
                        <a:t>High</a:t>
                      </a:r>
                    </a:p>
                  </a:txBody>
                  <a:tcPr marL="19093" marR="19093" marT="12728" marB="12728" anchor="b"/>
                </a:tc>
                <a:tc>
                  <a:txBody>
                    <a:bodyPr/>
                    <a:lstStyle/>
                    <a:p>
                      <a:pPr algn="ctr" rtl="0" fontAlgn="b"/>
                      <a:r>
                        <a:rPr lang="en-IN" sz="1300" dirty="0">
                          <a:solidFill>
                            <a:schemeClr val="tx1"/>
                          </a:solidFill>
                          <a:effectLst/>
                          <a:latin typeface="SF Pro Text"/>
                        </a:rPr>
                        <a:t>Medium</a:t>
                      </a:r>
                    </a:p>
                  </a:txBody>
                  <a:tcPr marL="19093" marR="19093" marT="12728" marB="12728" anchor="b"/>
                </a:tc>
                <a:tc>
                  <a:txBody>
                    <a:bodyPr/>
                    <a:lstStyle/>
                    <a:p>
                      <a:pPr algn="ctr" rtl="0" fontAlgn="b"/>
                      <a:r>
                        <a:rPr lang="en-IN" sz="1300" dirty="0">
                          <a:solidFill>
                            <a:schemeClr val="tx1"/>
                          </a:solidFill>
                          <a:effectLst/>
                          <a:latin typeface="SF Pro Text"/>
                        </a:rPr>
                        <a:t>Low</a:t>
                      </a:r>
                    </a:p>
                  </a:txBody>
                  <a:tcPr marL="19093" marR="19093" marT="12728" marB="12728" anchor="b"/>
                </a:tc>
                <a:tc>
                  <a:txBody>
                    <a:bodyPr/>
                    <a:lstStyle/>
                    <a:p>
                      <a:pPr algn="ctr" rtl="0" fontAlgn="b"/>
                      <a:r>
                        <a:rPr lang="en-IN" sz="1300" dirty="0">
                          <a:solidFill>
                            <a:schemeClr val="tx1"/>
                          </a:solidFill>
                          <a:effectLst/>
                          <a:latin typeface="SF Pro Text"/>
                        </a:rPr>
                        <a:t>Medium</a:t>
                      </a:r>
                    </a:p>
                  </a:txBody>
                  <a:tcPr marL="19093" marR="19093" marT="12728" marB="12728" anchor="b"/>
                </a:tc>
                <a:extLst>
                  <a:ext uri="{0D108BD9-81ED-4DB2-BD59-A6C34878D82A}">
                    <a16:rowId xmlns:a16="http://schemas.microsoft.com/office/drawing/2014/main" val="835539689"/>
                  </a:ext>
                </a:extLst>
              </a:tr>
              <a:tr h="277136">
                <a:tc>
                  <a:txBody>
                    <a:bodyPr/>
                    <a:lstStyle/>
                    <a:p>
                      <a:pPr algn="ctr" rtl="0" fontAlgn="b"/>
                      <a:r>
                        <a:rPr lang="en-IN" sz="1300" b="1" dirty="0">
                          <a:solidFill>
                            <a:schemeClr val="tx1"/>
                          </a:solidFill>
                          <a:effectLst/>
                          <a:latin typeface="SF Pro Text"/>
                        </a:rPr>
                        <a:t>Efficiency</a:t>
                      </a:r>
                    </a:p>
                  </a:txBody>
                  <a:tcPr marL="19093" marR="19093" marT="12728" marB="12728" anchor="b"/>
                </a:tc>
                <a:tc>
                  <a:txBody>
                    <a:bodyPr/>
                    <a:lstStyle/>
                    <a:p>
                      <a:pPr algn="ctr" rtl="0" fontAlgn="b"/>
                      <a:r>
                        <a:rPr lang="en-IN" sz="1300" dirty="0">
                          <a:solidFill>
                            <a:schemeClr val="tx1"/>
                          </a:solidFill>
                          <a:effectLst/>
                          <a:latin typeface="SF Pro Text"/>
                        </a:rPr>
                        <a:t>High</a:t>
                      </a:r>
                    </a:p>
                  </a:txBody>
                  <a:tcPr marL="19093" marR="19093" marT="12728" marB="12728" anchor="b"/>
                </a:tc>
                <a:tc>
                  <a:txBody>
                    <a:bodyPr/>
                    <a:lstStyle/>
                    <a:p>
                      <a:pPr algn="ctr" rtl="0" fontAlgn="b"/>
                      <a:r>
                        <a:rPr lang="en-IN" sz="1300" dirty="0">
                          <a:solidFill>
                            <a:schemeClr val="tx1"/>
                          </a:solidFill>
                          <a:effectLst/>
                          <a:latin typeface="SF Pro Text"/>
                        </a:rPr>
                        <a:t>High</a:t>
                      </a:r>
                    </a:p>
                  </a:txBody>
                  <a:tcPr marL="19093" marR="19093" marT="12728" marB="12728" anchor="b"/>
                </a:tc>
                <a:tc>
                  <a:txBody>
                    <a:bodyPr/>
                    <a:lstStyle/>
                    <a:p>
                      <a:pPr algn="ctr" rtl="0" fontAlgn="b"/>
                      <a:r>
                        <a:rPr lang="en-IN" sz="1300" dirty="0">
                          <a:solidFill>
                            <a:schemeClr val="tx1"/>
                          </a:solidFill>
                          <a:effectLst/>
                          <a:latin typeface="SF Pro Text"/>
                        </a:rPr>
                        <a:t>Medium</a:t>
                      </a:r>
                    </a:p>
                  </a:txBody>
                  <a:tcPr marL="19093" marR="19093" marT="12728" marB="12728" anchor="b"/>
                </a:tc>
                <a:tc>
                  <a:txBody>
                    <a:bodyPr/>
                    <a:lstStyle/>
                    <a:p>
                      <a:pPr algn="ctr" rtl="0" fontAlgn="b"/>
                      <a:r>
                        <a:rPr lang="en-IN" sz="1300" dirty="0">
                          <a:solidFill>
                            <a:schemeClr val="tx1"/>
                          </a:solidFill>
                          <a:effectLst/>
                          <a:latin typeface="SF Pro Text"/>
                        </a:rPr>
                        <a:t>High</a:t>
                      </a:r>
                    </a:p>
                  </a:txBody>
                  <a:tcPr marL="19093" marR="19093" marT="12728" marB="12728" anchor="b"/>
                </a:tc>
                <a:extLst>
                  <a:ext uri="{0D108BD9-81ED-4DB2-BD59-A6C34878D82A}">
                    <a16:rowId xmlns:a16="http://schemas.microsoft.com/office/drawing/2014/main" val="1972344314"/>
                  </a:ext>
                </a:extLst>
              </a:tr>
              <a:tr h="277136">
                <a:tc>
                  <a:txBody>
                    <a:bodyPr/>
                    <a:lstStyle/>
                    <a:p>
                      <a:pPr algn="ctr" rtl="0" fontAlgn="b"/>
                      <a:r>
                        <a:rPr lang="en-IN" sz="1300" b="1" dirty="0">
                          <a:solidFill>
                            <a:schemeClr val="tx1"/>
                          </a:solidFill>
                          <a:effectLst/>
                          <a:latin typeface="SF Pro Text"/>
                        </a:rPr>
                        <a:t>Torque generated</a:t>
                      </a:r>
                    </a:p>
                  </a:txBody>
                  <a:tcPr marL="19093" marR="19093" marT="12728" marB="12728" anchor="b"/>
                </a:tc>
                <a:tc>
                  <a:txBody>
                    <a:bodyPr/>
                    <a:lstStyle/>
                    <a:p>
                      <a:pPr algn="ctr" rtl="0" fontAlgn="b"/>
                      <a:r>
                        <a:rPr lang="en-IN" sz="1300" dirty="0">
                          <a:solidFill>
                            <a:schemeClr val="tx1"/>
                          </a:solidFill>
                          <a:effectLst/>
                          <a:latin typeface="SF Pro Text"/>
                        </a:rPr>
                        <a:t>High</a:t>
                      </a:r>
                    </a:p>
                  </a:txBody>
                  <a:tcPr marL="19093" marR="19093" marT="12728" marB="12728" anchor="b"/>
                </a:tc>
                <a:tc>
                  <a:txBody>
                    <a:bodyPr/>
                    <a:lstStyle/>
                    <a:p>
                      <a:pPr algn="ctr" rtl="0" fontAlgn="b"/>
                      <a:r>
                        <a:rPr lang="en-IN" sz="1300" dirty="0">
                          <a:solidFill>
                            <a:schemeClr val="tx1"/>
                          </a:solidFill>
                          <a:effectLst/>
                          <a:latin typeface="SF Pro Text"/>
                        </a:rPr>
                        <a:t>Medium</a:t>
                      </a:r>
                    </a:p>
                  </a:txBody>
                  <a:tcPr marL="19093" marR="19093" marT="12728" marB="12728" anchor="b"/>
                </a:tc>
                <a:tc>
                  <a:txBody>
                    <a:bodyPr/>
                    <a:lstStyle/>
                    <a:p>
                      <a:pPr algn="ctr" rtl="0" fontAlgn="b"/>
                      <a:r>
                        <a:rPr lang="en-IN" sz="1300" dirty="0">
                          <a:solidFill>
                            <a:schemeClr val="tx1"/>
                          </a:solidFill>
                          <a:effectLst/>
                          <a:latin typeface="SF Pro Text"/>
                        </a:rPr>
                        <a:t>Medium</a:t>
                      </a:r>
                    </a:p>
                  </a:txBody>
                  <a:tcPr marL="19093" marR="19093" marT="12728" marB="12728" anchor="b"/>
                </a:tc>
                <a:tc>
                  <a:txBody>
                    <a:bodyPr/>
                    <a:lstStyle/>
                    <a:p>
                      <a:pPr algn="ctr" rtl="0" fontAlgn="b"/>
                      <a:r>
                        <a:rPr lang="en-IN" sz="1300" dirty="0">
                          <a:solidFill>
                            <a:schemeClr val="tx1"/>
                          </a:solidFill>
                          <a:effectLst/>
                          <a:latin typeface="SF Pro Text"/>
                        </a:rPr>
                        <a:t>High</a:t>
                      </a:r>
                    </a:p>
                  </a:txBody>
                  <a:tcPr marL="19093" marR="19093" marT="12728" marB="12728" anchor="b"/>
                </a:tc>
                <a:extLst>
                  <a:ext uri="{0D108BD9-81ED-4DB2-BD59-A6C34878D82A}">
                    <a16:rowId xmlns:a16="http://schemas.microsoft.com/office/drawing/2014/main" val="1851976941"/>
                  </a:ext>
                </a:extLst>
              </a:tr>
              <a:tr h="277136">
                <a:tc>
                  <a:txBody>
                    <a:bodyPr/>
                    <a:lstStyle/>
                    <a:p>
                      <a:pPr algn="ctr" rtl="0" fontAlgn="b"/>
                      <a:r>
                        <a:rPr lang="en-IN" sz="1300" b="1" dirty="0">
                          <a:solidFill>
                            <a:schemeClr val="tx1"/>
                          </a:solidFill>
                          <a:effectLst/>
                          <a:latin typeface="SF Pro Text"/>
                        </a:rPr>
                        <a:t>Speed range</a:t>
                      </a:r>
                    </a:p>
                  </a:txBody>
                  <a:tcPr marL="19093" marR="19093" marT="12728" marB="12728" anchor="b"/>
                </a:tc>
                <a:tc>
                  <a:txBody>
                    <a:bodyPr/>
                    <a:lstStyle/>
                    <a:p>
                      <a:pPr algn="ctr" rtl="0" fontAlgn="b"/>
                      <a:r>
                        <a:rPr lang="en-IN" sz="1300" dirty="0">
                          <a:solidFill>
                            <a:schemeClr val="tx1"/>
                          </a:solidFill>
                          <a:effectLst/>
                          <a:latin typeface="SF Pro Text"/>
                        </a:rPr>
                        <a:t>High</a:t>
                      </a:r>
                    </a:p>
                  </a:txBody>
                  <a:tcPr marL="19093" marR="19093" marT="12728" marB="12728" anchor="b"/>
                </a:tc>
                <a:tc>
                  <a:txBody>
                    <a:bodyPr/>
                    <a:lstStyle/>
                    <a:p>
                      <a:pPr algn="ctr" rtl="0" fontAlgn="b"/>
                      <a:r>
                        <a:rPr lang="en-IN" sz="1300" dirty="0">
                          <a:solidFill>
                            <a:schemeClr val="tx1"/>
                          </a:solidFill>
                          <a:effectLst/>
                          <a:latin typeface="SF Pro Text"/>
                        </a:rPr>
                        <a:t>High</a:t>
                      </a:r>
                    </a:p>
                  </a:txBody>
                  <a:tcPr marL="19093" marR="19093" marT="12728" marB="12728" anchor="b"/>
                </a:tc>
                <a:tc>
                  <a:txBody>
                    <a:bodyPr/>
                    <a:lstStyle/>
                    <a:p>
                      <a:pPr algn="ctr" rtl="0" fontAlgn="b"/>
                      <a:r>
                        <a:rPr lang="en-IN" sz="1300" dirty="0">
                          <a:solidFill>
                            <a:schemeClr val="tx1"/>
                          </a:solidFill>
                          <a:effectLst/>
                          <a:latin typeface="SF Pro Text"/>
                        </a:rPr>
                        <a:t>High</a:t>
                      </a:r>
                    </a:p>
                  </a:txBody>
                  <a:tcPr marL="19093" marR="19093" marT="12728" marB="12728" anchor="b"/>
                </a:tc>
                <a:tc>
                  <a:txBody>
                    <a:bodyPr/>
                    <a:lstStyle/>
                    <a:p>
                      <a:pPr algn="ctr" rtl="0" fontAlgn="b"/>
                      <a:r>
                        <a:rPr lang="en-IN" sz="1300" dirty="0">
                          <a:solidFill>
                            <a:schemeClr val="tx1"/>
                          </a:solidFill>
                          <a:effectLst/>
                          <a:latin typeface="SF Pro Text"/>
                        </a:rPr>
                        <a:t>High</a:t>
                      </a:r>
                    </a:p>
                  </a:txBody>
                  <a:tcPr marL="19093" marR="19093" marT="12728" marB="12728" anchor="b"/>
                </a:tc>
                <a:extLst>
                  <a:ext uri="{0D108BD9-81ED-4DB2-BD59-A6C34878D82A}">
                    <a16:rowId xmlns:a16="http://schemas.microsoft.com/office/drawing/2014/main" val="1236748426"/>
                  </a:ext>
                </a:extLst>
              </a:tr>
              <a:tr h="277136">
                <a:tc>
                  <a:txBody>
                    <a:bodyPr/>
                    <a:lstStyle/>
                    <a:p>
                      <a:pPr algn="ctr" rtl="0" fontAlgn="b"/>
                      <a:r>
                        <a:rPr lang="en-IN" sz="1300" b="1" dirty="0">
                          <a:solidFill>
                            <a:schemeClr val="tx1"/>
                          </a:solidFill>
                          <a:effectLst/>
                          <a:latin typeface="SF Pro Text"/>
                        </a:rPr>
                        <a:t>Power density</a:t>
                      </a:r>
                    </a:p>
                  </a:txBody>
                  <a:tcPr marL="19093" marR="19093" marT="12728" marB="12728" anchor="b"/>
                </a:tc>
                <a:tc>
                  <a:txBody>
                    <a:bodyPr/>
                    <a:lstStyle/>
                    <a:p>
                      <a:pPr algn="ctr" rtl="0" fontAlgn="b"/>
                      <a:r>
                        <a:rPr lang="en-IN" sz="1300" dirty="0">
                          <a:solidFill>
                            <a:schemeClr val="tx1"/>
                          </a:solidFill>
                          <a:effectLst/>
                          <a:latin typeface="SF Pro Text"/>
                        </a:rPr>
                        <a:t>High</a:t>
                      </a:r>
                    </a:p>
                  </a:txBody>
                  <a:tcPr marL="19093" marR="19093" marT="12728" marB="12728" anchor="b"/>
                </a:tc>
                <a:tc>
                  <a:txBody>
                    <a:bodyPr/>
                    <a:lstStyle/>
                    <a:p>
                      <a:pPr algn="ctr" rtl="0" fontAlgn="b"/>
                      <a:r>
                        <a:rPr lang="en-IN" sz="1300" dirty="0">
                          <a:solidFill>
                            <a:schemeClr val="tx1"/>
                          </a:solidFill>
                          <a:effectLst/>
                          <a:latin typeface="SF Pro Text"/>
                        </a:rPr>
                        <a:t>Medium</a:t>
                      </a:r>
                    </a:p>
                  </a:txBody>
                  <a:tcPr marL="19093" marR="19093" marT="12728" marB="12728" anchor="b"/>
                </a:tc>
                <a:tc>
                  <a:txBody>
                    <a:bodyPr/>
                    <a:lstStyle/>
                    <a:p>
                      <a:pPr algn="ctr" rtl="0" fontAlgn="b"/>
                      <a:r>
                        <a:rPr lang="en-IN" sz="1300" dirty="0">
                          <a:solidFill>
                            <a:schemeClr val="tx1"/>
                          </a:solidFill>
                          <a:effectLst/>
                          <a:latin typeface="SF Pro Text"/>
                        </a:rPr>
                        <a:t>Medium</a:t>
                      </a:r>
                    </a:p>
                  </a:txBody>
                  <a:tcPr marL="19093" marR="19093" marT="12728" marB="12728" anchor="b"/>
                </a:tc>
                <a:tc>
                  <a:txBody>
                    <a:bodyPr/>
                    <a:lstStyle/>
                    <a:p>
                      <a:pPr algn="ctr" rtl="0" fontAlgn="b"/>
                      <a:r>
                        <a:rPr lang="en-IN" sz="1300" dirty="0">
                          <a:solidFill>
                            <a:schemeClr val="tx1"/>
                          </a:solidFill>
                          <a:effectLst/>
                          <a:latin typeface="SF Pro Text"/>
                        </a:rPr>
                        <a:t>High</a:t>
                      </a:r>
                    </a:p>
                  </a:txBody>
                  <a:tcPr marL="19093" marR="19093" marT="12728" marB="12728" anchor="b"/>
                </a:tc>
                <a:extLst>
                  <a:ext uri="{0D108BD9-81ED-4DB2-BD59-A6C34878D82A}">
                    <a16:rowId xmlns:a16="http://schemas.microsoft.com/office/drawing/2014/main" val="2161241812"/>
                  </a:ext>
                </a:extLst>
              </a:tr>
              <a:tr h="277136">
                <a:tc>
                  <a:txBody>
                    <a:bodyPr/>
                    <a:lstStyle/>
                    <a:p>
                      <a:pPr algn="ctr" rtl="0" fontAlgn="b"/>
                      <a:r>
                        <a:rPr lang="en-IN" sz="1300" b="1" dirty="0">
                          <a:solidFill>
                            <a:schemeClr val="tx1"/>
                          </a:solidFill>
                          <a:effectLst/>
                          <a:latin typeface="SF Pro Text"/>
                        </a:rPr>
                        <a:t>Control complexity</a:t>
                      </a:r>
                    </a:p>
                  </a:txBody>
                  <a:tcPr marL="19093" marR="19093" marT="12728" marB="12728" anchor="b"/>
                </a:tc>
                <a:tc>
                  <a:txBody>
                    <a:bodyPr/>
                    <a:lstStyle/>
                    <a:p>
                      <a:pPr algn="ctr" rtl="0" fontAlgn="b"/>
                      <a:r>
                        <a:rPr lang="en-IN" sz="1300" dirty="0">
                          <a:solidFill>
                            <a:schemeClr val="tx1"/>
                          </a:solidFill>
                          <a:effectLst/>
                          <a:latin typeface="SF Pro Text"/>
                        </a:rPr>
                        <a:t>Medium</a:t>
                      </a:r>
                    </a:p>
                  </a:txBody>
                  <a:tcPr marL="19093" marR="19093" marT="12728" marB="12728" anchor="b"/>
                </a:tc>
                <a:tc>
                  <a:txBody>
                    <a:bodyPr/>
                    <a:lstStyle/>
                    <a:p>
                      <a:pPr algn="ctr" rtl="0" fontAlgn="b"/>
                      <a:r>
                        <a:rPr lang="en-IN" sz="1300" dirty="0">
                          <a:solidFill>
                            <a:schemeClr val="tx1"/>
                          </a:solidFill>
                          <a:effectLst/>
                          <a:latin typeface="SF Pro Text"/>
                        </a:rPr>
                        <a:t>Medium</a:t>
                      </a:r>
                    </a:p>
                  </a:txBody>
                  <a:tcPr marL="19093" marR="19093" marT="12728" marB="12728" anchor="b"/>
                </a:tc>
                <a:tc>
                  <a:txBody>
                    <a:bodyPr/>
                    <a:lstStyle/>
                    <a:p>
                      <a:pPr algn="ctr" rtl="0" fontAlgn="b"/>
                      <a:r>
                        <a:rPr lang="en-IN" sz="1300" dirty="0">
                          <a:solidFill>
                            <a:schemeClr val="tx1"/>
                          </a:solidFill>
                          <a:effectLst/>
                          <a:latin typeface="SF Pro Text"/>
                        </a:rPr>
                        <a:t>Low</a:t>
                      </a:r>
                    </a:p>
                  </a:txBody>
                  <a:tcPr marL="19093" marR="19093" marT="12728" marB="12728" anchor="b"/>
                </a:tc>
                <a:tc>
                  <a:txBody>
                    <a:bodyPr/>
                    <a:lstStyle/>
                    <a:p>
                      <a:pPr algn="ctr" rtl="0" fontAlgn="b"/>
                      <a:r>
                        <a:rPr lang="en-IN" sz="1300" dirty="0">
                          <a:solidFill>
                            <a:schemeClr val="tx1"/>
                          </a:solidFill>
                          <a:effectLst/>
                          <a:latin typeface="SF Pro Text"/>
                        </a:rPr>
                        <a:t>Medium</a:t>
                      </a:r>
                    </a:p>
                  </a:txBody>
                  <a:tcPr marL="19093" marR="19093" marT="12728" marB="12728" anchor="b"/>
                </a:tc>
                <a:extLst>
                  <a:ext uri="{0D108BD9-81ED-4DB2-BD59-A6C34878D82A}">
                    <a16:rowId xmlns:a16="http://schemas.microsoft.com/office/drawing/2014/main" val="64531362"/>
                  </a:ext>
                </a:extLst>
              </a:tr>
              <a:tr h="277136">
                <a:tc>
                  <a:txBody>
                    <a:bodyPr/>
                    <a:lstStyle/>
                    <a:p>
                      <a:pPr algn="ctr" rtl="0" fontAlgn="b"/>
                      <a:r>
                        <a:rPr lang="en-IN" sz="1300" b="1" dirty="0">
                          <a:solidFill>
                            <a:schemeClr val="tx1"/>
                          </a:solidFill>
                          <a:effectLst/>
                          <a:latin typeface="SF Pro Text"/>
                        </a:rPr>
                        <a:t>Noise</a:t>
                      </a:r>
                    </a:p>
                  </a:txBody>
                  <a:tcPr marL="19093" marR="19093" marT="12728" marB="12728" anchor="b"/>
                </a:tc>
                <a:tc>
                  <a:txBody>
                    <a:bodyPr/>
                    <a:lstStyle/>
                    <a:p>
                      <a:pPr algn="ctr" rtl="0" fontAlgn="b"/>
                      <a:r>
                        <a:rPr lang="en-IN" sz="1300" dirty="0">
                          <a:solidFill>
                            <a:schemeClr val="tx1"/>
                          </a:solidFill>
                          <a:effectLst/>
                          <a:latin typeface="SF Pro Text"/>
                        </a:rPr>
                        <a:t>Low</a:t>
                      </a:r>
                    </a:p>
                  </a:txBody>
                  <a:tcPr marL="19093" marR="19093" marT="12728" marB="12728" anchor="b"/>
                </a:tc>
                <a:tc>
                  <a:txBody>
                    <a:bodyPr/>
                    <a:lstStyle/>
                    <a:p>
                      <a:pPr algn="ctr" rtl="0" fontAlgn="b"/>
                      <a:r>
                        <a:rPr lang="en-IN" sz="1300" dirty="0">
                          <a:solidFill>
                            <a:schemeClr val="tx1"/>
                          </a:solidFill>
                          <a:effectLst/>
                          <a:latin typeface="SF Pro Text"/>
                        </a:rPr>
                        <a:t>Medium</a:t>
                      </a:r>
                    </a:p>
                  </a:txBody>
                  <a:tcPr marL="19093" marR="19093" marT="12728" marB="12728" anchor="b"/>
                </a:tc>
                <a:tc>
                  <a:txBody>
                    <a:bodyPr/>
                    <a:lstStyle/>
                    <a:p>
                      <a:pPr algn="ctr" rtl="0" fontAlgn="b"/>
                      <a:r>
                        <a:rPr lang="en-IN" sz="1300" dirty="0">
                          <a:solidFill>
                            <a:schemeClr val="tx1"/>
                          </a:solidFill>
                          <a:effectLst/>
                          <a:latin typeface="SF Pro Text"/>
                        </a:rPr>
                        <a:t>Low</a:t>
                      </a:r>
                    </a:p>
                  </a:txBody>
                  <a:tcPr marL="19093" marR="19093" marT="12728" marB="12728" anchor="b"/>
                </a:tc>
                <a:tc>
                  <a:txBody>
                    <a:bodyPr/>
                    <a:lstStyle/>
                    <a:p>
                      <a:pPr algn="ctr" rtl="0" fontAlgn="b"/>
                      <a:r>
                        <a:rPr lang="en-IN" sz="1300" dirty="0">
                          <a:solidFill>
                            <a:schemeClr val="tx1"/>
                          </a:solidFill>
                          <a:effectLst/>
                          <a:latin typeface="SF Pro Text"/>
                        </a:rPr>
                        <a:t>High</a:t>
                      </a:r>
                    </a:p>
                  </a:txBody>
                  <a:tcPr marL="19093" marR="19093" marT="12728" marB="12728" anchor="b"/>
                </a:tc>
                <a:extLst>
                  <a:ext uri="{0D108BD9-81ED-4DB2-BD59-A6C34878D82A}">
                    <a16:rowId xmlns:a16="http://schemas.microsoft.com/office/drawing/2014/main" val="3226920157"/>
                  </a:ext>
                </a:extLst>
              </a:tr>
              <a:tr h="277136">
                <a:tc>
                  <a:txBody>
                    <a:bodyPr/>
                    <a:lstStyle/>
                    <a:p>
                      <a:pPr algn="ctr" rtl="0" fontAlgn="b"/>
                      <a:r>
                        <a:rPr lang="en-IN" sz="1300" b="1" dirty="0">
                          <a:solidFill>
                            <a:schemeClr val="tx1"/>
                          </a:solidFill>
                          <a:effectLst/>
                          <a:latin typeface="SF Pro Text"/>
                        </a:rPr>
                        <a:t>Reliability</a:t>
                      </a:r>
                    </a:p>
                  </a:txBody>
                  <a:tcPr marL="19093" marR="19093" marT="12728" marB="12728" anchor="b"/>
                </a:tc>
                <a:tc>
                  <a:txBody>
                    <a:bodyPr/>
                    <a:lstStyle/>
                    <a:p>
                      <a:pPr algn="ctr" rtl="0" fontAlgn="b"/>
                      <a:r>
                        <a:rPr lang="en-IN" sz="1300" dirty="0">
                          <a:solidFill>
                            <a:schemeClr val="tx1"/>
                          </a:solidFill>
                          <a:effectLst/>
                          <a:latin typeface="SF Pro Text"/>
                        </a:rPr>
                        <a:t>High</a:t>
                      </a:r>
                    </a:p>
                  </a:txBody>
                  <a:tcPr marL="19093" marR="19093" marT="12728" marB="12728" anchor="b"/>
                </a:tc>
                <a:tc>
                  <a:txBody>
                    <a:bodyPr/>
                    <a:lstStyle/>
                    <a:p>
                      <a:pPr algn="ctr" rtl="0" fontAlgn="b"/>
                      <a:r>
                        <a:rPr lang="en-IN" sz="1300" dirty="0">
                          <a:solidFill>
                            <a:schemeClr val="tx1"/>
                          </a:solidFill>
                          <a:effectLst/>
                          <a:latin typeface="SF Pro Text"/>
                        </a:rPr>
                        <a:t>High</a:t>
                      </a:r>
                    </a:p>
                  </a:txBody>
                  <a:tcPr marL="19093" marR="19093" marT="12728" marB="12728" anchor="b"/>
                </a:tc>
                <a:tc>
                  <a:txBody>
                    <a:bodyPr/>
                    <a:lstStyle/>
                    <a:p>
                      <a:pPr algn="ctr" rtl="0" fontAlgn="b"/>
                      <a:r>
                        <a:rPr lang="en-IN" sz="1300" dirty="0">
                          <a:solidFill>
                            <a:schemeClr val="tx1"/>
                          </a:solidFill>
                          <a:effectLst/>
                          <a:latin typeface="SF Pro Text"/>
                        </a:rPr>
                        <a:t>High</a:t>
                      </a:r>
                    </a:p>
                  </a:txBody>
                  <a:tcPr marL="19093" marR="19093" marT="12728" marB="12728" anchor="b"/>
                </a:tc>
                <a:tc>
                  <a:txBody>
                    <a:bodyPr/>
                    <a:lstStyle/>
                    <a:p>
                      <a:pPr algn="ctr" rtl="0" fontAlgn="b"/>
                      <a:r>
                        <a:rPr lang="en-IN" sz="1300" dirty="0">
                          <a:solidFill>
                            <a:schemeClr val="tx1"/>
                          </a:solidFill>
                          <a:effectLst/>
                          <a:latin typeface="SF Pro Text"/>
                        </a:rPr>
                        <a:t>High</a:t>
                      </a:r>
                    </a:p>
                  </a:txBody>
                  <a:tcPr marL="19093" marR="19093" marT="12728" marB="12728" anchor="b"/>
                </a:tc>
                <a:extLst>
                  <a:ext uri="{0D108BD9-81ED-4DB2-BD59-A6C34878D82A}">
                    <a16:rowId xmlns:a16="http://schemas.microsoft.com/office/drawing/2014/main" val="2104310087"/>
                  </a:ext>
                </a:extLst>
              </a:tr>
              <a:tr h="277136">
                <a:tc>
                  <a:txBody>
                    <a:bodyPr/>
                    <a:lstStyle/>
                    <a:p>
                      <a:pPr algn="ctr" rtl="0" fontAlgn="b"/>
                      <a:r>
                        <a:rPr lang="en-IN" sz="1300" b="1" dirty="0">
                          <a:solidFill>
                            <a:schemeClr val="tx1"/>
                          </a:solidFill>
                          <a:effectLst/>
                          <a:latin typeface="SF Pro Text"/>
                        </a:rPr>
                        <a:t>Maintenance</a:t>
                      </a:r>
                    </a:p>
                  </a:txBody>
                  <a:tcPr marL="19093" marR="19093" marT="12728" marB="12728" anchor="b"/>
                </a:tc>
                <a:tc>
                  <a:txBody>
                    <a:bodyPr/>
                    <a:lstStyle/>
                    <a:p>
                      <a:pPr algn="ctr" rtl="0" fontAlgn="b"/>
                      <a:r>
                        <a:rPr lang="en-IN" sz="1300" dirty="0">
                          <a:solidFill>
                            <a:schemeClr val="tx1"/>
                          </a:solidFill>
                          <a:effectLst/>
                          <a:latin typeface="SF Pro Text"/>
                        </a:rPr>
                        <a:t>Low</a:t>
                      </a:r>
                    </a:p>
                  </a:txBody>
                  <a:tcPr marL="19093" marR="19093" marT="12728" marB="12728" anchor="b"/>
                </a:tc>
                <a:tc>
                  <a:txBody>
                    <a:bodyPr/>
                    <a:lstStyle/>
                    <a:p>
                      <a:pPr algn="ctr" rtl="0" fontAlgn="b"/>
                      <a:r>
                        <a:rPr lang="en-IN" sz="1300" dirty="0">
                          <a:solidFill>
                            <a:schemeClr val="tx1"/>
                          </a:solidFill>
                          <a:effectLst/>
                          <a:latin typeface="SF Pro Text"/>
                        </a:rPr>
                        <a:t>Low</a:t>
                      </a:r>
                    </a:p>
                  </a:txBody>
                  <a:tcPr marL="19093" marR="19093" marT="12728" marB="12728" anchor="b"/>
                </a:tc>
                <a:tc>
                  <a:txBody>
                    <a:bodyPr/>
                    <a:lstStyle/>
                    <a:p>
                      <a:pPr algn="ctr" rtl="0" fontAlgn="b"/>
                      <a:r>
                        <a:rPr lang="en-IN" sz="1300" dirty="0">
                          <a:solidFill>
                            <a:schemeClr val="tx1"/>
                          </a:solidFill>
                          <a:effectLst/>
                          <a:latin typeface="SF Pro Text"/>
                        </a:rPr>
                        <a:t>Low</a:t>
                      </a:r>
                    </a:p>
                  </a:txBody>
                  <a:tcPr marL="19093" marR="19093" marT="12728" marB="12728" anchor="b"/>
                </a:tc>
                <a:tc>
                  <a:txBody>
                    <a:bodyPr/>
                    <a:lstStyle/>
                    <a:p>
                      <a:pPr algn="ctr" rtl="0" fontAlgn="b"/>
                      <a:r>
                        <a:rPr lang="en-IN" sz="1300" dirty="0">
                          <a:solidFill>
                            <a:schemeClr val="tx1"/>
                          </a:solidFill>
                          <a:effectLst/>
                          <a:latin typeface="SF Pro Text"/>
                        </a:rPr>
                        <a:t>Low</a:t>
                      </a:r>
                    </a:p>
                  </a:txBody>
                  <a:tcPr marL="19093" marR="19093" marT="12728" marB="12728" anchor="b"/>
                </a:tc>
                <a:extLst>
                  <a:ext uri="{0D108BD9-81ED-4DB2-BD59-A6C34878D82A}">
                    <a16:rowId xmlns:a16="http://schemas.microsoft.com/office/drawing/2014/main" val="1899270084"/>
                  </a:ext>
                </a:extLst>
              </a:tr>
              <a:tr h="1013880">
                <a:tc>
                  <a:txBody>
                    <a:bodyPr/>
                    <a:lstStyle/>
                    <a:p>
                      <a:pPr algn="ctr" rtl="0" fontAlgn="b"/>
                      <a:r>
                        <a:rPr lang="en-IN" sz="1300" b="1" dirty="0">
                          <a:solidFill>
                            <a:schemeClr val="tx1"/>
                          </a:solidFill>
                          <a:effectLst/>
                          <a:latin typeface="SF Pro Text"/>
                        </a:rPr>
                        <a:t>Applications</a:t>
                      </a:r>
                    </a:p>
                  </a:txBody>
                  <a:tcPr marL="19093" marR="19093" marT="12728" marB="12728" anchor="b"/>
                </a:tc>
                <a:tc>
                  <a:txBody>
                    <a:bodyPr/>
                    <a:lstStyle/>
                    <a:p>
                      <a:pPr algn="ctr" rtl="0" fontAlgn="b"/>
                      <a:r>
                        <a:rPr lang="en-IN" sz="1300" dirty="0">
                          <a:solidFill>
                            <a:schemeClr val="tx1"/>
                          </a:solidFill>
                          <a:effectLst/>
                          <a:latin typeface="SF Pro Text"/>
                        </a:rPr>
                        <a:t>Electric vehicles, robotics, servo drives, aerospace</a:t>
                      </a:r>
                    </a:p>
                  </a:txBody>
                  <a:tcPr marL="19093" marR="19093" marT="12728" marB="12728" anchor="b"/>
                </a:tc>
                <a:tc>
                  <a:txBody>
                    <a:bodyPr/>
                    <a:lstStyle/>
                    <a:p>
                      <a:pPr algn="ctr" rtl="0" fontAlgn="b"/>
                      <a:r>
                        <a:rPr lang="en-IN" sz="1300" dirty="0">
                          <a:solidFill>
                            <a:schemeClr val="tx1"/>
                          </a:solidFill>
                          <a:effectLst/>
                          <a:latin typeface="SF Pro Text"/>
                        </a:rPr>
                        <a:t>Electric vehicles, drones, fans, pumps, robotics</a:t>
                      </a:r>
                    </a:p>
                  </a:txBody>
                  <a:tcPr marL="19093" marR="19093" marT="12728" marB="12728" anchor="b"/>
                </a:tc>
                <a:tc>
                  <a:txBody>
                    <a:bodyPr/>
                    <a:lstStyle/>
                    <a:p>
                      <a:pPr algn="ctr" rtl="0" fontAlgn="b"/>
                      <a:r>
                        <a:rPr lang="en-US" sz="1300" dirty="0">
                          <a:solidFill>
                            <a:schemeClr val="tx1"/>
                          </a:solidFill>
                          <a:effectLst/>
                          <a:latin typeface="SF Pro Text"/>
                        </a:rPr>
                        <a:t>Industrial applications, appliances, power tools</a:t>
                      </a:r>
                    </a:p>
                  </a:txBody>
                  <a:tcPr marL="19093" marR="19093" marT="12728" marB="12728" anchor="b"/>
                </a:tc>
                <a:tc>
                  <a:txBody>
                    <a:bodyPr/>
                    <a:lstStyle/>
                    <a:p>
                      <a:pPr algn="ctr" rtl="0" fontAlgn="b"/>
                      <a:r>
                        <a:rPr lang="en-IN" sz="1300" dirty="0">
                          <a:solidFill>
                            <a:schemeClr val="tx1"/>
                          </a:solidFill>
                          <a:effectLst/>
                          <a:latin typeface="SF Pro Text"/>
                        </a:rPr>
                        <a:t>Industrial applications, electric vehicles, aerospace</a:t>
                      </a:r>
                    </a:p>
                  </a:txBody>
                  <a:tcPr marL="19093" marR="19093" marT="12728" marB="12728" anchor="b"/>
                </a:tc>
                <a:extLst>
                  <a:ext uri="{0D108BD9-81ED-4DB2-BD59-A6C34878D82A}">
                    <a16:rowId xmlns:a16="http://schemas.microsoft.com/office/drawing/2014/main" val="4069254011"/>
                  </a:ext>
                </a:extLst>
              </a:tr>
            </a:tbl>
          </a:graphicData>
        </a:graphic>
      </p:graphicFrame>
    </p:spTree>
    <p:extLst>
      <p:ext uri="{BB962C8B-B14F-4D97-AF65-F5344CB8AC3E}">
        <p14:creationId xmlns:p14="http://schemas.microsoft.com/office/powerpoint/2010/main" val="81724593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Google Shape;5165;p68">
            <a:extLst>
              <a:ext uri="{FF2B5EF4-FFF2-40B4-BE49-F238E27FC236}">
                <a16:creationId xmlns:a16="http://schemas.microsoft.com/office/drawing/2014/main" id="{242DDF98-2599-08EC-0BA4-3E185FCE6E57}"/>
              </a:ext>
            </a:extLst>
          </p:cNvPr>
          <p:cNvSpPr/>
          <p:nvPr/>
        </p:nvSpPr>
        <p:spPr>
          <a:xfrm>
            <a:off x="722772" y="301485"/>
            <a:ext cx="7717500" cy="697975"/>
          </a:xfrm>
          <a:prstGeom prst="round2DiagRect">
            <a:avLst>
              <a:gd name="adj1" fmla="val 16667"/>
              <a:gd name="adj2" fmla="val 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 name="TextBox 3">
            <a:extLst>
              <a:ext uri="{FF2B5EF4-FFF2-40B4-BE49-F238E27FC236}">
                <a16:creationId xmlns:a16="http://schemas.microsoft.com/office/drawing/2014/main" id="{F8CC9F70-FC47-A071-B618-3012883D911C}"/>
              </a:ext>
            </a:extLst>
          </p:cNvPr>
          <p:cNvSpPr txBox="1"/>
          <p:nvPr/>
        </p:nvSpPr>
        <p:spPr>
          <a:xfrm>
            <a:off x="664095" y="361505"/>
            <a:ext cx="7908405" cy="584775"/>
          </a:xfrm>
          <a:prstGeom prst="rect">
            <a:avLst/>
          </a:prstGeom>
          <a:noFill/>
        </p:spPr>
        <p:txBody>
          <a:bodyPr wrap="square" rtlCol="0">
            <a:spAutoFit/>
          </a:bodyPr>
          <a:lstStyle/>
          <a:p>
            <a:r>
              <a:rPr lang="en-US" sz="3200" dirty="0">
                <a:solidFill>
                  <a:schemeClr val="bg1"/>
                </a:solidFill>
                <a:latin typeface="Montserrat" panose="00000500000000000000" pitchFamily="2" charset="0"/>
              </a:rPr>
              <a:t>Construction of Brushless DC Motor</a:t>
            </a:r>
          </a:p>
        </p:txBody>
      </p:sp>
      <p:sp>
        <p:nvSpPr>
          <p:cNvPr id="9" name="Google Shape;5165;p68">
            <a:extLst>
              <a:ext uri="{FF2B5EF4-FFF2-40B4-BE49-F238E27FC236}">
                <a16:creationId xmlns:a16="http://schemas.microsoft.com/office/drawing/2014/main" id="{AD51651E-C59C-D20E-77D9-F48E4FD1859F}"/>
              </a:ext>
            </a:extLst>
          </p:cNvPr>
          <p:cNvSpPr/>
          <p:nvPr/>
        </p:nvSpPr>
        <p:spPr>
          <a:xfrm>
            <a:off x="713247" y="1059480"/>
            <a:ext cx="7771645" cy="3522045"/>
          </a:xfrm>
          <a:prstGeom prst="round2DiagRect">
            <a:avLst>
              <a:gd name="adj1" fmla="val 16667"/>
              <a:gd name="adj2" fmla="val 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pic>
        <p:nvPicPr>
          <p:cNvPr id="7" name="Picture 6">
            <a:extLst>
              <a:ext uri="{FF2B5EF4-FFF2-40B4-BE49-F238E27FC236}">
                <a16:creationId xmlns:a16="http://schemas.microsoft.com/office/drawing/2014/main" id="{8C240876-42D5-4F61-83BA-AA640059B19E}"/>
              </a:ext>
            </a:extLst>
          </p:cNvPr>
          <p:cNvPicPr>
            <a:picLocks noChangeAspect="1"/>
          </p:cNvPicPr>
          <p:nvPr/>
        </p:nvPicPr>
        <p:blipFill>
          <a:blip r:embed="rId2">
            <a:extLst>
              <a:ext uri="{837473B0-CC2E-450A-ABE3-18F120FF3D39}">
                <a1611:picAttrSrcUrl xmlns:a1611="http://schemas.microsoft.com/office/drawing/2016/11/main" r:id="rId3"/>
              </a:ext>
            </a:extLst>
          </a:blip>
          <a:stretch>
            <a:fillRect/>
          </a:stretch>
        </p:blipFill>
        <p:spPr>
          <a:xfrm>
            <a:off x="4944191" y="1794131"/>
            <a:ext cx="3540701" cy="2174406"/>
          </a:xfrm>
          <a:prstGeom prst="rect">
            <a:avLst/>
          </a:prstGeom>
        </p:spPr>
      </p:pic>
      <p:sp>
        <p:nvSpPr>
          <p:cNvPr id="6" name="TextBox 5">
            <a:extLst>
              <a:ext uri="{FF2B5EF4-FFF2-40B4-BE49-F238E27FC236}">
                <a16:creationId xmlns:a16="http://schemas.microsoft.com/office/drawing/2014/main" id="{3AEA99C3-02F4-D79A-16FE-2A295EEFD79A}"/>
              </a:ext>
            </a:extLst>
          </p:cNvPr>
          <p:cNvSpPr txBox="1"/>
          <p:nvPr/>
        </p:nvSpPr>
        <p:spPr>
          <a:xfrm>
            <a:off x="798972" y="1325255"/>
            <a:ext cx="4571246" cy="2492990"/>
          </a:xfrm>
          <a:prstGeom prst="rect">
            <a:avLst/>
          </a:prstGeom>
          <a:noFill/>
        </p:spPr>
        <p:txBody>
          <a:bodyPr wrap="square" rtlCol="0">
            <a:spAutoFit/>
          </a:bodyPr>
          <a:lstStyle/>
          <a:p>
            <a:r>
              <a:rPr lang="en-US" sz="1300" dirty="0">
                <a:solidFill>
                  <a:schemeClr val="bg1"/>
                </a:solidFill>
                <a:latin typeface="SF Pro Text" panose="00000500000000000000"/>
              </a:rPr>
              <a:t>A brushless DC (BLDC) motor has two main parts: the stator and the rotor. The stator is the fixed part of the motor and contains the windings, while the rotor is the rotating part and contains the permanent magnets.</a:t>
            </a:r>
          </a:p>
          <a:p>
            <a:endParaRPr lang="en-US" sz="1300" dirty="0">
              <a:solidFill>
                <a:schemeClr val="bg1"/>
              </a:solidFill>
              <a:latin typeface="SF Pro Text" panose="00000500000000000000"/>
            </a:endParaRPr>
          </a:p>
          <a:p>
            <a:endParaRPr lang="en-US" sz="1300" dirty="0">
              <a:solidFill>
                <a:schemeClr val="bg1"/>
              </a:solidFill>
              <a:latin typeface="SF Pro Text" panose="00000500000000000000"/>
            </a:endParaRPr>
          </a:p>
          <a:p>
            <a:r>
              <a:rPr lang="en-US" sz="1300" b="1" i="1" dirty="0">
                <a:solidFill>
                  <a:schemeClr val="bg1"/>
                </a:solidFill>
                <a:latin typeface="SF Pro Text" panose="00000500000000000000"/>
              </a:rPr>
              <a:t>Stator</a:t>
            </a:r>
          </a:p>
          <a:p>
            <a:r>
              <a:rPr lang="en-US" sz="1300" dirty="0">
                <a:solidFill>
                  <a:schemeClr val="bg1"/>
                </a:solidFill>
                <a:latin typeface="SF Pro Text" panose="00000500000000000000"/>
              </a:rPr>
              <a:t>The stator of a BLDC motor is made up of a stack of laminated steel laminations. These laminations are slotted to accommodate the windings. The windings are typically arranged in a three-phase star connection.</a:t>
            </a:r>
          </a:p>
          <a:p>
            <a:endParaRPr lang="en-US" sz="1300" dirty="0">
              <a:solidFill>
                <a:schemeClr val="bg1"/>
              </a:solidFill>
              <a:latin typeface="SF Pro Text" panose="00000500000000000000"/>
              <a:ea typeface="SF Pro Text" panose="00000500000000000000" pitchFamily="2" charset="0"/>
            </a:endParaRPr>
          </a:p>
        </p:txBody>
      </p:sp>
    </p:spTree>
    <p:extLst>
      <p:ext uri="{BB962C8B-B14F-4D97-AF65-F5344CB8AC3E}">
        <p14:creationId xmlns:p14="http://schemas.microsoft.com/office/powerpoint/2010/main" val="389899110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Google Shape;5165;p68">
            <a:extLst>
              <a:ext uri="{FF2B5EF4-FFF2-40B4-BE49-F238E27FC236}">
                <a16:creationId xmlns:a16="http://schemas.microsoft.com/office/drawing/2014/main" id="{242DDF98-2599-08EC-0BA4-3E185FCE6E57}"/>
              </a:ext>
            </a:extLst>
          </p:cNvPr>
          <p:cNvSpPr/>
          <p:nvPr/>
        </p:nvSpPr>
        <p:spPr>
          <a:xfrm>
            <a:off x="722772" y="301485"/>
            <a:ext cx="7717500" cy="697975"/>
          </a:xfrm>
          <a:prstGeom prst="round2DiagRect">
            <a:avLst>
              <a:gd name="adj1" fmla="val 16667"/>
              <a:gd name="adj2" fmla="val 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 name="TextBox 3">
            <a:extLst>
              <a:ext uri="{FF2B5EF4-FFF2-40B4-BE49-F238E27FC236}">
                <a16:creationId xmlns:a16="http://schemas.microsoft.com/office/drawing/2014/main" id="{F8CC9F70-FC47-A071-B618-3012883D911C}"/>
              </a:ext>
            </a:extLst>
          </p:cNvPr>
          <p:cNvSpPr txBox="1"/>
          <p:nvPr/>
        </p:nvSpPr>
        <p:spPr>
          <a:xfrm>
            <a:off x="664095" y="361505"/>
            <a:ext cx="7908405" cy="584775"/>
          </a:xfrm>
          <a:prstGeom prst="rect">
            <a:avLst/>
          </a:prstGeom>
          <a:noFill/>
        </p:spPr>
        <p:txBody>
          <a:bodyPr wrap="square" rtlCol="0">
            <a:spAutoFit/>
          </a:bodyPr>
          <a:lstStyle/>
          <a:p>
            <a:r>
              <a:rPr lang="en-US" sz="3200" dirty="0">
                <a:solidFill>
                  <a:schemeClr val="bg1"/>
                </a:solidFill>
                <a:latin typeface="Montserrat" panose="00000500000000000000" pitchFamily="2" charset="0"/>
              </a:rPr>
              <a:t>Construction of Brushless DC Motor</a:t>
            </a:r>
          </a:p>
        </p:txBody>
      </p:sp>
      <p:sp>
        <p:nvSpPr>
          <p:cNvPr id="9" name="Google Shape;5165;p68">
            <a:extLst>
              <a:ext uri="{FF2B5EF4-FFF2-40B4-BE49-F238E27FC236}">
                <a16:creationId xmlns:a16="http://schemas.microsoft.com/office/drawing/2014/main" id="{AD51651E-C59C-D20E-77D9-F48E4FD1859F}"/>
              </a:ext>
            </a:extLst>
          </p:cNvPr>
          <p:cNvSpPr/>
          <p:nvPr/>
        </p:nvSpPr>
        <p:spPr>
          <a:xfrm>
            <a:off x="713247" y="1059480"/>
            <a:ext cx="7771645" cy="3522045"/>
          </a:xfrm>
          <a:prstGeom prst="round2DiagRect">
            <a:avLst>
              <a:gd name="adj1" fmla="val 16667"/>
              <a:gd name="adj2" fmla="val 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pic>
        <p:nvPicPr>
          <p:cNvPr id="10" name="Picture 9">
            <a:extLst>
              <a:ext uri="{FF2B5EF4-FFF2-40B4-BE49-F238E27FC236}">
                <a16:creationId xmlns:a16="http://schemas.microsoft.com/office/drawing/2014/main" id="{57B92F9C-9EBF-4E79-8DA5-91669F0510DB}"/>
              </a:ext>
            </a:extLst>
          </p:cNvPr>
          <p:cNvPicPr>
            <a:picLocks noChangeAspect="1"/>
          </p:cNvPicPr>
          <p:nvPr/>
        </p:nvPicPr>
        <p:blipFill>
          <a:blip r:embed="rId2">
            <a:extLst>
              <a:ext uri="{837473B0-CC2E-450A-ABE3-18F120FF3D39}">
                <a1611:picAttrSrcUrl xmlns:a1611="http://schemas.microsoft.com/office/drawing/2016/11/main" r:id="rId3"/>
              </a:ext>
            </a:extLst>
          </a:blip>
          <a:stretch>
            <a:fillRect/>
          </a:stretch>
        </p:blipFill>
        <p:spPr>
          <a:xfrm>
            <a:off x="4930526" y="2013598"/>
            <a:ext cx="3540701" cy="2174406"/>
          </a:xfrm>
          <a:prstGeom prst="rect">
            <a:avLst/>
          </a:prstGeom>
        </p:spPr>
      </p:pic>
      <p:sp>
        <p:nvSpPr>
          <p:cNvPr id="6" name="TextBox 5">
            <a:extLst>
              <a:ext uri="{FF2B5EF4-FFF2-40B4-BE49-F238E27FC236}">
                <a16:creationId xmlns:a16="http://schemas.microsoft.com/office/drawing/2014/main" id="{3AEA99C3-02F4-D79A-16FE-2A295EEFD79A}"/>
              </a:ext>
            </a:extLst>
          </p:cNvPr>
          <p:cNvSpPr txBox="1"/>
          <p:nvPr/>
        </p:nvSpPr>
        <p:spPr>
          <a:xfrm>
            <a:off x="798972" y="1307805"/>
            <a:ext cx="4571246" cy="2539157"/>
          </a:xfrm>
          <a:prstGeom prst="rect">
            <a:avLst/>
          </a:prstGeom>
          <a:noFill/>
        </p:spPr>
        <p:txBody>
          <a:bodyPr wrap="square" rtlCol="0">
            <a:spAutoFit/>
          </a:bodyPr>
          <a:lstStyle/>
          <a:p>
            <a:r>
              <a:rPr lang="en-US" sz="1300" b="1" i="1" dirty="0">
                <a:solidFill>
                  <a:schemeClr val="bg1"/>
                </a:solidFill>
                <a:latin typeface="SF Pro Text" panose="00000500000000000000"/>
              </a:rPr>
              <a:t>Rotor</a:t>
            </a:r>
          </a:p>
          <a:p>
            <a:r>
              <a:rPr lang="en-US" sz="1300" dirty="0">
                <a:solidFill>
                  <a:schemeClr val="bg1"/>
                </a:solidFill>
                <a:latin typeface="SF Pro Text" panose="00000500000000000000"/>
              </a:rPr>
              <a:t>The rotor of a BLDC motor is made up of a shaft and a hub with permanent magnets arranged to form between two to eight pole pairs that alternate between north and south poles.</a:t>
            </a:r>
          </a:p>
          <a:p>
            <a:endParaRPr lang="en-US" sz="1300" dirty="0">
              <a:solidFill>
                <a:schemeClr val="bg1"/>
              </a:solidFill>
              <a:latin typeface="SF Pro Text" panose="00000500000000000000"/>
            </a:endParaRPr>
          </a:p>
          <a:p>
            <a:r>
              <a:rPr lang="en-US" sz="1300" b="1" i="1" dirty="0">
                <a:solidFill>
                  <a:schemeClr val="bg1"/>
                </a:solidFill>
                <a:latin typeface="SF Pro Text" panose="00000500000000000000"/>
              </a:rPr>
              <a:t>Construction</a:t>
            </a:r>
          </a:p>
          <a:p>
            <a:r>
              <a:rPr lang="en-US" sz="1300" dirty="0">
                <a:solidFill>
                  <a:schemeClr val="bg1"/>
                </a:solidFill>
                <a:latin typeface="SF Pro Text" panose="00000500000000000000"/>
              </a:rPr>
              <a:t>The stator and rotor are assembled into a housing. The housing is typically made of aluminum or steel. The shaft of the rotor extends through the housing and is supported by bearings.</a:t>
            </a:r>
          </a:p>
          <a:p>
            <a:endParaRPr lang="en-US" sz="1300" dirty="0">
              <a:solidFill>
                <a:schemeClr val="bg1"/>
              </a:solidFill>
              <a:latin typeface="SF Pro Text" panose="00000500000000000000"/>
              <a:ea typeface="SF Pro Text" panose="00000500000000000000" pitchFamily="2" charset="0"/>
            </a:endParaRPr>
          </a:p>
        </p:txBody>
      </p:sp>
    </p:spTree>
    <p:extLst>
      <p:ext uri="{BB962C8B-B14F-4D97-AF65-F5344CB8AC3E}">
        <p14:creationId xmlns:p14="http://schemas.microsoft.com/office/powerpoint/2010/main" val="417440699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Google Shape;5165;p68">
            <a:extLst>
              <a:ext uri="{FF2B5EF4-FFF2-40B4-BE49-F238E27FC236}">
                <a16:creationId xmlns:a16="http://schemas.microsoft.com/office/drawing/2014/main" id="{242DDF98-2599-08EC-0BA4-3E185FCE6E57}"/>
              </a:ext>
            </a:extLst>
          </p:cNvPr>
          <p:cNvSpPr/>
          <p:nvPr/>
        </p:nvSpPr>
        <p:spPr>
          <a:xfrm>
            <a:off x="722772" y="301485"/>
            <a:ext cx="7717500" cy="697975"/>
          </a:xfrm>
          <a:prstGeom prst="round2DiagRect">
            <a:avLst>
              <a:gd name="adj1" fmla="val 16667"/>
              <a:gd name="adj2" fmla="val 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 name="TextBox 3">
            <a:extLst>
              <a:ext uri="{FF2B5EF4-FFF2-40B4-BE49-F238E27FC236}">
                <a16:creationId xmlns:a16="http://schemas.microsoft.com/office/drawing/2014/main" id="{F8CC9F70-FC47-A071-B618-3012883D911C}"/>
              </a:ext>
            </a:extLst>
          </p:cNvPr>
          <p:cNvSpPr txBox="1"/>
          <p:nvPr/>
        </p:nvSpPr>
        <p:spPr>
          <a:xfrm>
            <a:off x="664095" y="361505"/>
            <a:ext cx="7908405" cy="584775"/>
          </a:xfrm>
          <a:prstGeom prst="rect">
            <a:avLst/>
          </a:prstGeom>
          <a:noFill/>
        </p:spPr>
        <p:txBody>
          <a:bodyPr wrap="square" rtlCol="0">
            <a:spAutoFit/>
          </a:bodyPr>
          <a:lstStyle/>
          <a:p>
            <a:r>
              <a:rPr lang="en-US" sz="3200" dirty="0">
                <a:solidFill>
                  <a:schemeClr val="bg1"/>
                </a:solidFill>
                <a:latin typeface="Montserrat" panose="00000500000000000000" pitchFamily="2" charset="0"/>
              </a:rPr>
              <a:t>Construction of Brushless DC Motor</a:t>
            </a:r>
          </a:p>
        </p:txBody>
      </p:sp>
      <p:sp>
        <p:nvSpPr>
          <p:cNvPr id="9" name="Google Shape;5165;p68">
            <a:extLst>
              <a:ext uri="{FF2B5EF4-FFF2-40B4-BE49-F238E27FC236}">
                <a16:creationId xmlns:a16="http://schemas.microsoft.com/office/drawing/2014/main" id="{AD51651E-C59C-D20E-77D9-F48E4FD1859F}"/>
              </a:ext>
            </a:extLst>
          </p:cNvPr>
          <p:cNvSpPr/>
          <p:nvPr/>
        </p:nvSpPr>
        <p:spPr>
          <a:xfrm>
            <a:off x="713247" y="1059480"/>
            <a:ext cx="7771645" cy="3522045"/>
          </a:xfrm>
          <a:prstGeom prst="round2DiagRect">
            <a:avLst>
              <a:gd name="adj1" fmla="val 16667"/>
              <a:gd name="adj2" fmla="val 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pic>
        <p:nvPicPr>
          <p:cNvPr id="7" name="Picture 6">
            <a:extLst>
              <a:ext uri="{FF2B5EF4-FFF2-40B4-BE49-F238E27FC236}">
                <a16:creationId xmlns:a16="http://schemas.microsoft.com/office/drawing/2014/main" id="{317196BE-0DEF-4898-AFAB-309F6EDF739E}"/>
              </a:ext>
            </a:extLst>
          </p:cNvPr>
          <p:cNvPicPr>
            <a:picLocks noChangeAspect="1"/>
          </p:cNvPicPr>
          <p:nvPr/>
        </p:nvPicPr>
        <p:blipFill>
          <a:blip r:embed="rId2">
            <a:extLst>
              <a:ext uri="{837473B0-CC2E-450A-ABE3-18F120FF3D39}">
                <a1611:picAttrSrcUrl xmlns:a1611="http://schemas.microsoft.com/office/drawing/2016/11/main" r:id="rId3"/>
              </a:ext>
            </a:extLst>
          </a:blip>
          <a:stretch>
            <a:fillRect/>
          </a:stretch>
        </p:blipFill>
        <p:spPr>
          <a:xfrm>
            <a:off x="4944191" y="1733299"/>
            <a:ext cx="3540701" cy="2174406"/>
          </a:xfrm>
          <a:prstGeom prst="rect">
            <a:avLst/>
          </a:prstGeom>
        </p:spPr>
      </p:pic>
      <p:sp>
        <p:nvSpPr>
          <p:cNvPr id="6" name="TextBox 5">
            <a:extLst>
              <a:ext uri="{FF2B5EF4-FFF2-40B4-BE49-F238E27FC236}">
                <a16:creationId xmlns:a16="http://schemas.microsoft.com/office/drawing/2014/main" id="{3AEA99C3-02F4-D79A-16FE-2A295EEFD79A}"/>
              </a:ext>
            </a:extLst>
          </p:cNvPr>
          <p:cNvSpPr txBox="1"/>
          <p:nvPr/>
        </p:nvSpPr>
        <p:spPr>
          <a:xfrm>
            <a:off x="798972" y="1590620"/>
            <a:ext cx="4571246" cy="1692771"/>
          </a:xfrm>
          <a:prstGeom prst="rect">
            <a:avLst/>
          </a:prstGeom>
          <a:noFill/>
        </p:spPr>
        <p:txBody>
          <a:bodyPr wrap="square" rtlCol="0">
            <a:spAutoFit/>
          </a:bodyPr>
          <a:lstStyle/>
          <a:p>
            <a:r>
              <a:rPr lang="en-US" sz="1300" b="1" i="1" dirty="0">
                <a:solidFill>
                  <a:schemeClr val="bg1"/>
                </a:solidFill>
                <a:latin typeface="SF Pro Text" panose="00000500000000000000"/>
              </a:rPr>
              <a:t>Commutation</a:t>
            </a:r>
          </a:p>
          <a:p>
            <a:endParaRPr lang="en-US" sz="1300" dirty="0">
              <a:solidFill>
                <a:schemeClr val="bg1"/>
              </a:solidFill>
              <a:latin typeface="SF Pro Text" panose="00000500000000000000"/>
            </a:endParaRPr>
          </a:p>
          <a:p>
            <a:r>
              <a:rPr lang="en-US" sz="1300" dirty="0">
                <a:solidFill>
                  <a:schemeClr val="bg1"/>
                </a:solidFill>
                <a:latin typeface="SF Pro Text" panose="00000500000000000000"/>
              </a:rPr>
              <a:t>BLDC motors use electronic commutation to control the </a:t>
            </a:r>
          </a:p>
          <a:p>
            <a:r>
              <a:rPr lang="en-US" sz="1300" dirty="0">
                <a:solidFill>
                  <a:schemeClr val="bg1"/>
                </a:solidFill>
                <a:latin typeface="SF Pro Text" panose="00000500000000000000"/>
              </a:rPr>
              <a:t>rotation of the rotor. The electronic commutation circuit switches the current to the stator windings in a sequence that creates a rotating magnetic field. The rotor magnets then follow the rotating magnetic field, causing the rotor to rotate.</a:t>
            </a:r>
          </a:p>
        </p:txBody>
      </p:sp>
    </p:spTree>
    <p:extLst>
      <p:ext uri="{BB962C8B-B14F-4D97-AF65-F5344CB8AC3E}">
        <p14:creationId xmlns:p14="http://schemas.microsoft.com/office/powerpoint/2010/main" val="203557562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5165;p68">
            <a:extLst>
              <a:ext uri="{FF2B5EF4-FFF2-40B4-BE49-F238E27FC236}">
                <a16:creationId xmlns:a16="http://schemas.microsoft.com/office/drawing/2014/main" id="{58E52AEC-AC89-0304-9279-6E1BEEB8340A}"/>
              </a:ext>
            </a:extLst>
          </p:cNvPr>
          <p:cNvSpPr/>
          <p:nvPr/>
        </p:nvSpPr>
        <p:spPr>
          <a:xfrm>
            <a:off x="713247" y="301485"/>
            <a:ext cx="7717500" cy="697975"/>
          </a:xfrm>
          <a:prstGeom prst="round2DiagRect">
            <a:avLst>
              <a:gd name="adj1" fmla="val 16667"/>
              <a:gd name="adj2" fmla="val 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 name="TextBox 1">
            <a:extLst>
              <a:ext uri="{FF2B5EF4-FFF2-40B4-BE49-F238E27FC236}">
                <a16:creationId xmlns:a16="http://schemas.microsoft.com/office/drawing/2014/main" id="{C70196A8-74B1-51B0-B7E8-7535A2ECBE3E}"/>
              </a:ext>
            </a:extLst>
          </p:cNvPr>
          <p:cNvSpPr txBox="1"/>
          <p:nvPr/>
        </p:nvSpPr>
        <p:spPr>
          <a:xfrm>
            <a:off x="1770318" y="414685"/>
            <a:ext cx="5603358" cy="584775"/>
          </a:xfrm>
          <a:prstGeom prst="rect">
            <a:avLst/>
          </a:prstGeom>
          <a:noFill/>
        </p:spPr>
        <p:txBody>
          <a:bodyPr wrap="square" rtlCol="0">
            <a:spAutoFit/>
          </a:bodyPr>
          <a:lstStyle/>
          <a:p>
            <a:pPr algn="ctr"/>
            <a:r>
              <a:rPr lang="en-US" sz="3200" dirty="0">
                <a:solidFill>
                  <a:schemeClr val="bg1"/>
                </a:solidFill>
                <a:latin typeface="Montserrat" panose="00000500000000000000" pitchFamily="2" charset="0"/>
              </a:rPr>
              <a:t>How it works</a:t>
            </a:r>
          </a:p>
        </p:txBody>
      </p:sp>
      <p:sp>
        <p:nvSpPr>
          <p:cNvPr id="9" name="Google Shape;5165;p68">
            <a:extLst>
              <a:ext uri="{FF2B5EF4-FFF2-40B4-BE49-F238E27FC236}">
                <a16:creationId xmlns:a16="http://schemas.microsoft.com/office/drawing/2014/main" id="{5EF105F2-A5F1-CAF2-A4F5-081D24E097C5}"/>
              </a:ext>
            </a:extLst>
          </p:cNvPr>
          <p:cNvSpPr/>
          <p:nvPr/>
        </p:nvSpPr>
        <p:spPr>
          <a:xfrm>
            <a:off x="713247" y="1231472"/>
            <a:ext cx="7717500" cy="3022740"/>
          </a:xfrm>
          <a:prstGeom prst="round2DiagRect">
            <a:avLst>
              <a:gd name="adj1" fmla="val 16667"/>
              <a:gd name="adj2" fmla="val 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pic>
        <p:nvPicPr>
          <p:cNvPr id="6" name="Picture 5">
            <a:extLst>
              <a:ext uri="{FF2B5EF4-FFF2-40B4-BE49-F238E27FC236}">
                <a16:creationId xmlns:a16="http://schemas.microsoft.com/office/drawing/2014/main" id="{611E2859-508A-A6CE-5519-062A87313037}"/>
              </a:ext>
            </a:extLst>
          </p:cNvPr>
          <p:cNvPicPr>
            <a:picLocks noChangeAspect="1"/>
          </p:cNvPicPr>
          <p:nvPr/>
        </p:nvPicPr>
        <p:blipFill>
          <a:blip r:embed="rId2"/>
          <a:stretch>
            <a:fillRect/>
          </a:stretch>
        </p:blipFill>
        <p:spPr>
          <a:xfrm>
            <a:off x="834252" y="1511736"/>
            <a:ext cx="2721393" cy="2462213"/>
          </a:xfrm>
          <a:prstGeom prst="rect">
            <a:avLst/>
          </a:prstGeom>
        </p:spPr>
      </p:pic>
      <p:sp>
        <p:nvSpPr>
          <p:cNvPr id="7" name="Google Shape;641;p49">
            <a:extLst>
              <a:ext uri="{FF2B5EF4-FFF2-40B4-BE49-F238E27FC236}">
                <a16:creationId xmlns:a16="http://schemas.microsoft.com/office/drawing/2014/main" id="{6702A263-67A7-4487-B151-451794575207}"/>
              </a:ext>
            </a:extLst>
          </p:cNvPr>
          <p:cNvSpPr txBox="1">
            <a:spLocks/>
          </p:cNvSpPr>
          <p:nvPr/>
        </p:nvSpPr>
        <p:spPr>
          <a:xfrm>
            <a:off x="3398736" y="1710029"/>
            <a:ext cx="4979708" cy="2544183"/>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Nanum Gothic"/>
              <a:buChar char="●"/>
              <a:defRPr sz="1400" b="0" i="0" u="none" strike="noStrike" cap="none">
                <a:solidFill>
                  <a:schemeClr val="dk1"/>
                </a:solidFill>
                <a:latin typeface="Nanum Gothic"/>
                <a:ea typeface="Nanum Gothic"/>
                <a:cs typeface="Nanum Gothic"/>
                <a:sym typeface="Nanum Gothic"/>
              </a:defRPr>
            </a:lvl1pPr>
            <a:lvl2pPr marL="914400" marR="0" lvl="1" indent="-317500" algn="l" rtl="0">
              <a:lnSpc>
                <a:spcPct val="100000"/>
              </a:lnSpc>
              <a:spcBef>
                <a:spcPts val="0"/>
              </a:spcBef>
              <a:spcAft>
                <a:spcPts val="0"/>
              </a:spcAft>
              <a:buClr>
                <a:schemeClr val="dk1"/>
              </a:buClr>
              <a:buSzPts val="1400"/>
              <a:buFont typeface="Nanum Gothic"/>
              <a:buChar char="○"/>
              <a:defRPr sz="1400" b="0" i="0" u="none" strike="noStrike" cap="none">
                <a:solidFill>
                  <a:schemeClr val="dk1"/>
                </a:solidFill>
                <a:latin typeface="Nanum Gothic"/>
                <a:ea typeface="Nanum Gothic"/>
                <a:cs typeface="Nanum Gothic"/>
                <a:sym typeface="Nanum Gothic"/>
              </a:defRPr>
            </a:lvl2pPr>
            <a:lvl3pPr marL="1371600" marR="0" lvl="2" indent="-317500" algn="l" rtl="0">
              <a:lnSpc>
                <a:spcPct val="100000"/>
              </a:lnSpc>
              <a:spcBef>
                <a:spcPts val="0"/>
              </a:spcBef>
              <a:spcAft>
                <a:spcPts val="0"/>
              </a:spcAft>
              <a:buClr>
                <a:schemeClr val="dk1"/>
              </a:buClr>
              <a:buSzPts val="1400"/>
              <a:buFont typeface="Nanum Gothic"/>
              <a:buChar char="■"/>
              <a:defRPr sz="1400" b="0" i="0" u="none" strike="noStrike" cap="none">
                <a:solidFill>
                  <a:schemeClr val="dk1"/>
                </a:solidFill>
                <a:latin typeface="Nanum Gothic"/>
                <a:ea typeface="Nanum Gothic"/>
                <a:cs typeface="Nanum Gothic"/>
                <a:sym typeface="Nanum Gothic"/>
              </a:defRPr>
            </a:lvl3pPr>
            <a:lvl4pPr marL="1828800" marR="0" lvl="3" indent="-317500" algn="l" rtl="0">
              <a:lnSpc>
                <a:spcPct val="100000"/>
              </a:lnSpc>
              <a:spcBef>
                <a:spcPts val="0"/>
              </a:spcBef>
              <a:spcAft>
                <a:spcPts val="0"/>
              </a:spcAft>
              <a:buClr>
                <a:schemeClr val="dk1"/>
              </a:buClr>
              <a:buSzPts val="1400"/>
              <a:buFont typeface="Nanum Gothic"/>
              <a:buChar char="●"/>
              <a:defRPr sz="1400" b="0" i="0" u="none" strike="noStrike" cap="none">
                <a:solidFill>
                  <a:schemeClr val="dk1"/>
                </a:solidFill>
                <a:latin typeface="Nanum Gothic"/>
                <a:ea typeface="Nanum Gothic"/>
                <a:cs typeface="Nanum Gothic"/>
                <a:sym typeface="Nanum Gothic"/>
              </a:defRPr>
            </a:lvl4pPr>
            <a:lvl5pPr marL="2286000" marR="0" lvl="4" indent="-317500" algn="l" rtl="0">
              <a:lnSpc>
                <a:spcPct val="100000"/>
              </a:lnSpc>
              <a:spcBef>
                <a:spcPts val="0"/>
              </a:spcBef>
              <a:spcAft>
                <a:spcPts val="0"/>
              </a:spcAft>
              <a:buClr>
                <a:schemeClr val="dk1"/>
              </a:buClr>
              <a:buSzPts val="1400"/>
              <a:buFont typeface="Nanum Gothic"/>
              <a:buChar char="○"/>
              <a:defRPr sz="1400" b="0" i="0" u="none" strike="noStrike" cap="none">
                <a:solidFill>
                  <a:schemeClr val="dk1"/>
                </a:solidFill>
                <a:latin typeface="Nanum Gothic"/>
                <a:ea typeface="Nanum Gothic"/>
                <a:cs typeface="Nanum Gothic"/>
                <a:sym typeface="Nanum Gothic"/>
              </a:defRPr>
            </a:lvl5pPr>
            <a:lvl6pPr marL="2743200" marR="0" lvl="5" indent="-317500" algn="l" rtl="0">
              <a:lnSpc>
                <a:spcPct val="100000"/>
              </a:lnSpc>
              <a:spcBef>
                <a:spcPts val="0"/>
              </a:spcBef>
              <a:spcAft>
                <a:spcPts val="0"/>
              </a:spcAft>
              <a:buClr>
                <a:schemeClr val="dk1"/>
              </a:buClr>
              <a:buSzPts val="1400"/>
              <a:buFont typeface="Nanum Gothic"/>
              <a:buChar char="■"/>
              <a:defRPr sz="1400" b="0" i="0" u="none" strike="noStrike" cap="none">
                <a:solidFill>
                  <a:schemeClr val="dk1"/>
                </a:solidFill>
                <a:latin typeface="Nanum Gothic"/>
                <a:ea typeface="Nanum Gothic"/>
                <a:cs typeface="Nanum Gothic"/>
                <a:sym typeface="Nanum Gothic"/>
              </a:defRPr>
            </a:lvl6pPr>
            <a:lvl7pPr marL="3200400" marR="0" lvl="6" indent="-317500" algn="l" rtl="0">
              <a:lnSpc>
                <a:spcPct val="100000"/>
              </a:lnSpc>
              <a:spcBef>
                <a:spcPts val="0"/>
              </a:spcBef>
              <a:spcAft>
                <a:spcPts val="0"/>
              </a:spcAft>
              <a:buClr>
                <a:schemeClr val="dk1"/>
              </a:buClr>
              <a:buSzPts val="1400"/>
              <a:buFont typeface="Nanum Gothic"/>
              <a:buChar char="●"/>
              <a:defRPr sz="1400" b="0" i="0" u="none" strike="noStrike" cap="none">
                <a:solidFill>
                  <a:schemeClr val="dk1"/>
                </a:solidFill>
                <a:latin typeface="Nanum Gothic"/>
                <a:ea typeface="Nanum Gothic"/>
                <a:cs typeface="Nanum Gothic"/>
                <a:sym typeface="Nanum Gothic"/>
              </a:defRPr>
            </a:lvl7pPr>
            <a:lvl8pPr marL="3657600" marR="0" lvl="7" indent="-317500" algn="l" rtl="0">
              <a:lnSpc>
                <a:spcPct val="100000"/>
              </a:lnSpc>
              <a:spcBef>
                <a:spcPts val="0"/>
              </a:spcBef>
              <a:spcAft>
                <a:spcPts val="0"/>
              </a:spcAft>
              <a:buClr>
                <a:schemeClr val="dk1"/>
              </a:buClr>
              <a:buSzPts val="1400"/>
              <a:buFont typeface="Nanum Gothic"/>
              <a:buChar char="○"/>
              <a:defRPr sz="1400" b="0" i="0" u="none" strike="noStrike" cap="none">
                <a:solidFill>
                  <a:schemeClr val="dk1"/>
                </a:solidFill>
                <a:latin typeface="Nanum Gothic"/>
                <a:ea typeface="Nanum Gothic"/>
                <a:cs typeface="Nanum Gothic"/>
                <a:sym typeface="Nanum Gothic"/>
              </a:defRPr>
            </a:lvl8pPr>
            <a:lvl9pPr marL="4114800" marR="0" lvl="8" indent="-317500" algn="l" rtl="0">
              <a:lnSpc>
                <a:spcPct val="100000"/>
              </a:lnSpc>
              <a:spcBef>
                <a:spcPts val="0"/>
              </a:spcBef>
              <a:spcAft>
                <a:spcPts val="0"/>
              </a:spcAft>
              <a:buClr>
                <a:schemeClr val="dk1"/>
              </a:buClr>
              <a:buSzPts val="1400"/>
              <a:buFont typeface="Nanum Gothic"/>
              <a:buChar char="■"/>
              <a:defRPr sz="1400" b="0" i="0" u="none" strike="noStrike" cap="none">
                <a:solidFill>
                  <a:schemeClr val="dk1"/>
                </a:solidFill>
                <a:latin typeface="Nanum Gothic"/>
                <a:ea typeface="Nanum Gothic"/>
                <a:cs typeface="Nanum Gothic"/>
                <a:sym typeface="Nanum Gothic"/>
              </a:defRPr>
            </a:lvl9pPr>
          </a:lstStyle>
          <a:p>
            <a:pPr marL="342900" indent="-342900">
              <a:lnSpc>
                <a:spcPct val="150000"/>
              </a:lnSpc>
              <a:buBlip>
                <a:blip r:embed="rId3">
                  <a:extLst>
                    <a:ext uri="{96DAC541-7B7A-43D3-8B79-37D633B846F1}">
                      <asvg:svgBlip xmlns:asvg="http://schemas.microsoft.com/office/drawing/2016/SVG/main" r:embed="rId4"/>
                    </a:ext>
                  </a:extLst>
                </a:blip>
              </a:buBlip>
            </a:pPr>
            <a:endParaRPr lang="en-US" dirty="0">
              <a:latin typeface="SF Pro Text" panose="00000500000000000000" pitchFamily="2" charset="0"/>
              <a:ea typeface="SF Pro Text" panose="00000500000000000000" pitchFamily="2" charset="0"/>
            </a:endParaRPr>
          </a:p>
          <a:p>
            <a:pPr marL="342900" indent="-342900">
              <a:lnSpc>
                <a:spcPct val="150000"/>
              </a:lnSpc>
              <a:buBlip>
                <a:blip r:embed="rId3">
                  <a:extLst>
                    <a:ext uri="{96DAC541-7B7A-43D3-8B79-37D633B846F1}">
                      <asvg:svgBlip xmlns:asvg="http://schemas.microsoft.com/office/drawing/2016/SVG/main" r:embed="rId4"/>
                    </a:ext>
                  </a:extLst>
                </a:blip>
              </a:buBlip>
            </a:pPr>
            <a:r>
              <a:rPr lang="en-US" dirty="0">
                <a:latin typeface="SF Pro Text" panose="00000500000000000000" pitchFamily="2" charset="0"/>
                <a:ea typeface="SF Pro Text" panose="00000500000000000000" pitchFamily="2" charset="0"/>
              </a:rPr>
              <a:t>A brushless DC (BLDC) motor works by using an electronic controller to switch DC currents to the motor windings, which produces a rotating magnetic field. The rotor magnets then follow the rotating magnetic field, causing the rotor to rotate.</a:t>
            </a:r>
          </a:p>
          <a:p>
            <a:pPr marL="342900" indent="-342900">
              <a:lnSpc>
                <a:spcPct val="150000"/>
              </a:lnSpc>
              <a:buBlip>
                <a:blip r:embed="rId3">
                  <a:extLst>
                    <a:ext uri="{96DAC541-7B7A-43D3-8B79-37D633B846F1}">
                      <asvg:svgBlip xmlns:asvg="http://schemas.microsoft.com/office/drawing/2016/SVG/main" r:embed="rId4"/>
                    </a:ext>
                  </a:extLst>
                </a:blip>
              </a:buBlip>
            </a:pPr>
            <a:r>
              <a:rPr lang="en-US" dirty="0">
                <a:latin typeface="SF Pro Text" panose="00000500000000000000" pitchFamily="2" charset="0"/>
                <a:ea typeface="SF Pro Text" panose="00000500000000000000" pitchFamily="2" charset="0"/>
              </a:rPr>
              <a:t>In simple terms, a BLDC motor works like a spinning magnet following a moving electric field. The electric field is created by the motor windings, and the magnetic field is created by the rotor magnets.</a:t>
            </a:r>
            <a:endParaRPr lang="en-US" dirty="0"/>
          </a:p>
        </p:txBody>
      </p:sp>
    </p:spTree>
    <p:extLst>
      <p:ext uri="{BB962C8B-B14F-4D97-AF65-F5344CB8AC3E}">
        <p14:creationId xmlns:p14="http://schemas.microsoft.com/office/powerpoint/2010/main" val="140800252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5128"/>
        <p:cNvGrpSpPr/>
        <p:nvPr/>
      </p:nvGrpSpPr>
      <p:grpSpPr>
        <a:xfrm>
          <a:off x="0" y="0"/>
          <a:ext cx="0" cy="0"/>
          <a:chOff x="0" y="0"/>
          <a:chExt cx="0" cy="0"/>
        </a:xfrm>
      </p:grpSpPr>
      <p:sp>
        <p:nvSpPr>
          <p:cNvPr id="5165" name="Google Shape;5165;p68"/>
          <p:cNvSpPr/>
          <p:nvPr/>
        </p:nvSpPr>
        <p:spPr>
          <a:xfrm>
            <a:off x="713250" y="3011185"/>
            <a:ext cx="7717500" cy="1061100"/>
          </a:xfrm>
          <a:prstGeom prst="round2DiagRect">
            <a:avLst>
              <a:gd name="adj1" fmla="val 16667"/>
              <a:gd name="adj2" fmla="val 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5129" name="Google Shape;5129;p68"/>
          <p:cNvGrpSpPr/>
          <p:nvPr/>
        </p:nvGrpSpPr>
        <p:grpSpPr>
          <a:xfrm>
            <a:off x="1890547" y="582718"/>
            <a:ext cx="5362906" cy="2633862"/>
            <a:chOff x="1913116" y="379546"/>
            <a:chExt cx="5597439" cy="2749047"/>
          </a:xfrm>
        </p:grpSpPr>
        <p:grpSp>
          <p:nvGrpSpPr>
            <p:cNvPr id="5130" name="Google Shape;5130;p68"/>
            <p:cNvGrpSpPr/>
            <p:nvPr/>
          </p:nvGrpSpPr>
          <p:grpSpPr>
            <a:xfrm flipH="1">
              <a:off x="2830072" y="750444"/>
              <a:ext cx="4006464" cy="2378149"/>
              <a:chOff x="4352672" y="2230153"/>
              <a:chExt cx="4618934" cy="2913327"/>
            </a:xfrm>
          </p:grpSpPr>
          <p:sp>
            <p:nvSpPr>
              <p:cNvPr id="5131" name="Google Shape;5131;p68"/>
              <p:cNvSpPr/>
              <p:nvPr/>
            </p:nvSpPr>
            <p:spPr>
              <a:xfrm>
                <a:off x="4352672" y="2230153"/>
                <a:ext cx="4618934" cy="2913327"/>
              </a:xfrm>
              <a:custGeom>
                <a:avLst/>
                <a:gdLst/>
                <a:ahLst/>
                <a:cxnLst/>
                <a:rect l="l" t="t" r="r" b="b"/>
                <a:pathLst>
                  <a:path w="74532" h="47010" extrusionOk="0">
                    <a:moveTo>
                      <a:pt x="54653" y="0"/>
                    </a:moveTo>
                    <a:cubicBezTo>
                      <a:pt x="53200" y="0"/>
                      <a:pt x="51847" y="308"/>
                      <a:pt x="50723" y="888"/>
                    </a:cubicBezTo>
                    <a:cubicBezTo>
                      <a:pt x="43140" y="4799"/>
                      <a:pt x="42201" y="11965"/>
                      <a:pt x="35079" y="12941"/>
                    </a:cubicBezTo>
                    <a:cubicBezTo>
                      <a:pt x="34640" y="13001"/>
                      <a:pt x="34220" y="13029"/>
                      <a:pt x="33817" y="13029"/>
                    </a:cubicBezTo>
                    <a:cubicBezTo>
                      <a:pt x="28008" y="13029"/>
                      <a:pt x="25638" y="7193"/>
                      <a:pt x="17704" y="7193"/>
                    </a:cubicBezTo>
                    <a:cubicBezTo>
                      <a:pt x="17261" y="7193"/>
                      <a:pt x="16800" y="7212"/>
                      <a:pt x="16321" y="7250"/>
                    </a:cubicBezTo>
                    <a:cubicBezTo>
                      <a:pt x="7445" y="7962"/>
                      <a:pt x="5255" y="19804"/>
                      <a:pt x="6743" y="26511"/>
                    </a:cubicBezTo>
                    <a:cubicBezTo>
                      <a:pt x="8230" y="33220"/>
                      <a:pt x="2193" y="31857"/>
                      <a:pt x="962" y="37812"/>
                    </a:cubicBezTo>
                    <a:cubicBezTo>
                      <a:pt x="1" y="42459"/>
                      <a:pt x="6264" y="47009"/>
                      <a:pt x="6264" y="47009"/>
                    </a:cubicBezTo>
                    <a:lnTo>
                      <a:pt x="65131" y="47009"/>
                    </a:lnTo>
                    <a:cubicBezTo>
                      <a:pt x="65131" y="47009"/>
                      <a:pt x="74486" y="44516"/>
                      <a:pt x="74509" y="34367"/>
                    </a:cubicBezTo>
                    <a:cubicBezTo>
                      <a:pt x="74532" y="24219"/>
                      <a:pt x="70861" y="24838"/>
                      <a:pt x="68203" y="13020"/>
                    </a:cubicBezTo>
                    <a:cubicBezTo>
                      <a:pt x="66134" y="3817"/>
                      <a:pt x="59769" y="0"/>
                      <a:pt x="5465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132" name="Google Shape;5132;p68"/>
              <p:cNvSpPr/>
              <p:nvPr/>
            </p:nvSpPr>
            <p:spPr>
              <a:xfrm>
                <a:off x="4454125" y="2726100"/>
                <a:ext cx="4463197" cy="2417337"/>
              </a:xfrm>
              <a:custGeom>
                <a:avLst/>
                <a:gdLst/>
                <a:ahLst/>
                <a:cxnLst/>
                <a:rect l="l" t="t" r="r" b="b"/>
                <a:pathLst>
                  <a:path w="72019" h="37217" extrusionOk="0">
                    <a:moveTo>
                      <a:pt x="53179" y="0"/>
                    </a:moveTo>
                    <a:cubicBezTo>
                      <a:pt x="52371" y="0"/>
                      <a:pt x="51548" y="99"/>
                      <a:pt x="50717" y="290"/>
                    </a:cubicBezTo>
                    <a:cubicBezTo>
                      <a:pt x="45513" y="1483"/>
                      <a:pt x="42522" y="9504"/>
                      <a:pt x="35118" y="10338"/>
                    </a:cubicBezTo>
                    <a:cubicBezTo>
                      <a:pt x="34572" y="10399"/>
                      <a:pt x="34055" y="10427"/>
                      <a:pt x="33564" y="10427"/>
                    </a:cubicBezTo>
                    <a:cubicBezTo>
                      <a:pt x="29031" y="10427"/>
                      <a:pt x="26654" y="8070"/>
                      <a:pt x="23116" y="8070"/>
                    </a:cubicBezTo>
                    <a:cubicBezTo>
                      <a:pt x="21839" y="8070"/>
                      <a:pt x="20411" y="8377"/>
                      <a:pt x="18675" y="9213"/>
                    </a:cubicBezTo>
                    <a:cubicBezTo>
                      <a:pt x="13322" y="11794"/>
                      <a:pt x="12285" y="15179"/>
                      <a:pt x="12210" y="21131"/>
                    </a:cubicBezTo>
                    <a:cubicBezTo>
                      <a:pt x="12134" y="27068"/>
                      <a:pt x="3842" y="23291"/>
                      <a:pt x="1786" y="27647"/>
                    </a:cubicBezTo>
                    <a:cubicBezTo>
                      <a:pt x="0" y="31427"/>
                      <a:pt x="4754" y="37216"/>
                      <a:pt x="4754" y="37216"/>
                    </a:cubicBezTo>
                    <a:lnTo>
                      <a:pt x="65942" y="37216"/>
                    </a:lnTo>
                    <a:cubicBezTo>
                      <a:pt x="65942" y="37216"/>
                      <a:pt x="71970" y="35247"/>
                      <a:pt x="71994" y="26577"/>
                    </a:cubicBezTo>
                    <a:cubicBezTo>
                      <a:pt x="72018" y="17906"/>
                      <a:pt x="67337" y="22180"/>
                      <a:pt x="64575" y="12084"/>
                    </a:cubicBezTo>
                    <a:cubicBezTo>
                      <a:pt x="62214" y="3452"/>
                      <a:pt x="57946" y="0"/>
                      <a:pt x="5317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5133" name="Google Shape;5133;p68"/>
            <p:cNvSpPr/>
            <p:nvPr/>
          </p:nvSpPr>
          <p:spPr>
            <a:xfrm>
              <a:off x="4108301" y="1545060"/>
              <a:ext cx="2977114" cy="1206093"/>
            </a:xfrm>
            <a:custGeom>
              <a:avLst/>
              <a:gdLst/>
              <a:ahLst/>
              <a:cxnLst/>
              <a:rect l="l" t="t" r="r" b="b"/>
              <a:pathLst>
                <a:path w="51002" h="20662" extrusionOk="0">
                  <a:moveTo>
                    <a:pt x="14085" y="7130"/>
                  </a:moveTo>
                  <a:lnTo>
                    <a:pt x="14114" y="7146"/>
                  </a:lnTo>
                  <a:cubicBezTo>
                    <a:pt x="14098" y="7147"/>
                    <a:pt x="14082" y="7148"/>
                    <a:pt x="14066" y="7149"/>
                  </a:cubicBezTo>
                  <a:lnTo>
                    <a:pt x="14066" y="7149"/>
                  </a:lnTo>
                  <a:cubicBezTo>
                    <a:pt x="14072" y="7143"/>
                    <a:pt x="14078" y="7136"/>
                    <a:pt x="14085" y="7130"/>
                  </a:cubicBezTo>
                  <a:close/>
                  <a:moveTo>
                    <a:pt x="32915" y="0"/>
                  </a:moveTo>
                  <a:cubicBezTo>
                    <a:pt x="29975" y="0"/>
                    <a:pt x="26590" y="174"/>
                    <a:pt x="22841" y="633"/>
                  </a:cubicBezTo>
                  <a:cubicBezTo>
                    <a:pt x="22841" y="633"/>
                    <a:pt x="18791" y="2383"/>
                    <a:pt x="14085" y="7130"/>
                  </a:cubicBezTo>
                  <a:lnTo>
                    <a:pt x="14085" y="7130"/>
                  </a:lnTo>
                  <a:lnTo>
                    <a:pt x="4695" y="2042"/>
                  </a:lnTo>
                  <a:lnTo>
                    <a:pt x="5544" y="2956"/>
                  </a:lnTo>
                  <a:cubicBezTo>
                    <a:pt x="5544" y="2956"/>
                    <a:pt x="10013" y="7158"/>
                    <a:pt x="13778" y="7158"/>
                  </a:cubicBezTo>
                  <a:cubicBezTo>
                    <a:pt x="13874" y="7158"/>
                    <a:pt x="13970" y="7155"/>
                    <a:pt x="14066" y="7149"/>
                  </a:cubicBezTo>
                  <a:lnTo>
                    <a:pt x="14066" y="7149"/>
                  </a:lnTo>
                  <a:cubicBezTo>
                    <a:pt x="14063" y="7152"/>
                    <a:pt x="14059" y="7155"/>
                    <a:pt x="14056" y="7159"/>
                  </a:cubicBezTo>
                  <a:cubicBezTo>
                    <a:pt x="14056" y="7159"/>
                    <a:pt x="3515" y="7962"/>
                    <a:pt x="1858" y="13483"/>
                  </a:cubicBezTo>
                  <a:cubicBezTo>
                    <a:pt x="1858" y="13483"/>
                    <a:pt x="929" y="13483"/>
                    <a:pt x="778" y="14487"/>
                  </a:cubicBezTo>
                  <a:lnTo>
                    <a:pt x="778" y="17738"/>
                  </a:lnTo>
                  <a:lnTo>
                    <a:pt x="778" y="19030"/>
                  </a:lnTo>
                  <a:cubicBezTo>
                    <a:pt x="348" y="19030"/>
                    <a:pt x="1" y="19378"/>
                    <a:pt x="1" y="19808"/>
                  </a:cubicBezTo>
                  <a:lnTo>
                    <a:pt x="1" y="19883"/>
                  </a:lnTo>
                  <a:cubicBezTo>
                    <a:pt x="1" y="20312"/>
                    <a:pt x="348" y="20661"/>
                    <a:pt x="778" y="20661"/>
                  </a:cubicBezTo>
                  <a:lnTo>
                    <a:pt x="49722" y="20661"/>
                  </a:lnTo>
                  <a:cubicBezTo>
                    <a:pt x="50429" y="20661"/>
                    <a:pt x="51001" y="20088"/>
                    <a:pt x="51001" y="19381"/>
                  </a:cubicBezTo>
                  <a:lnTo>
                    <a:pt x="51001" y="17775"/>
                  </a:lnTo>
                  <a:lnTo>
                    <a:pt x="51001" y="15959"/>
                  </a:lnTo>
                  <a:cubicBezTo>
                    <a:pt x="51001" y="15374"/>
                    <a:pt x="50642" y="14849"/>
                    <a:pt x="50098" y="14637"/>
                  </a:cubicBezTo>
                  <a:lnTo>
                    <a:pt x="50098" y="14502"/>
                  </a:lnTo>
                  <a:cubicBezTo>
                    <a:pt x="50098" y="12564"/>
                    <a:pt x="49729" y="10641"/>
                    <a:pt x="48976" y="8858"/>
                  </a:cubicBezTo>
                  <a:cubicBezTo>
                    <a:pt x="48737" y="8292"/>
                    <a:pt x="48454" y="7728"/>
                    <a:pt x="48124" y="7208"/>
                  </a:cubicBezTo>
                  <a:cubicBezTo>
                    <a:pt x="46651" y="4899"/>
                    <a:pt x="45714" y="2121"/>
                    <a:pt x="45714" y="2121"/>
                  </a:cubicBezTo>
                  <a:cubicBezTo>
                    <a:pt x="45714" y="2121"/>
                    <a:pt x="45664" y="1843"/>
                    <a:pt x="45380" y="1536"/>
                  </a:cubicBezTo>
                  <a:cubicBezTo>
                    <a:pt x="44999" y="1125"/>
                    <a:pt x="40398" y="0"/>
                    <a:pt x="32915" y="0"/>
                  </a:cubicBezTo>
                  <a:close/>
                </a:path>
              </a:pathLst>
            </a:custGeom>
            <a:gradFill>
              <a:gsLst>
                <a:gs pos="0">
                  <a:schemeClr val="lt1"/>
                </a:gs>
                <a:gs pos="100000">
                  <a:schemeClr val="dk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134" name="Google Shape;5134;p68"/>
            <p:cNvSpPr/>
            <p:nvPr/>
          </p:nvSpPr>
          <p:spPr>
            <a:xfrm>
              <a:off x="5304762" y="1678033"/>
              <a:ext cx="1188055" cy="360100"/>
            </a:xfrm>
            <a:custGeom>
              <a:avLst/>
              <a:gdLst/>
              <a:ahLst/>
              <a:cxnLst/>
              <a:rect l="l" t="t" r="r" b="b"/>
              <a:pathLst>
                <a:path w="20353" h="6169" extrusionOk="0">
                  <a:moveTo>
                    <a:pt x="6931" y="0"/>
                  </a:moveTo>
                  <a:cubicBezTo>
                    <a:pt x="5849" y="1611"/>
                    <a:pt x="4555" y="3071"/>
                    <a:pt x="2895" y="4257"/>
                  </a:cubicBezTo>
                  <a:cubicBezTo>
                    <a:pt x="1944" y="4941"/>
                    <a:pt x="978" y="5578"/>
                    <a:pt x="0" y="6168"/>
                  </a:cubicBezTo>
                  <a:lnTo>
                    <a:pt x="4570" y="6168"/>
                  </a:lnTo>
                  <a:cubicBezTo>
                    <a:pt x="5193" y="5668"/>
                    <a:pt x="5789" y="5128"/>
                    <a:pt x="6358" y="4558"/>
                  </a:cubicBezTo>
                  <a:cubicBezTo>
                    <a:pt x="7646" y="3271"/>
                    <a:pt x="8620" y="1866"/>
                    <a:pt x="9800" y="482"/>
                  </a:cubicBezTo>
                  <a:cubicBezTo>
                    <a:pt x="9642" y="194"/>
                    <a:pt x="9339" y="0"/>
                    <a:pt x="8991" y="0"/>
                  </a:cubicBezTo>
                  <a:close/>
                  <a:moveTo>
                    <a:pt x="17746" y="0"/>
                  </a:moveTo>
                  <a:cubicBezTo>
                    <a:pt x="16730" y="1579"/>
                    <a:pt x="15506" y="3023"/>
                    <a:pt x="13838" y="4157"/>
                  </a:cubicBezTo>
                  <a:cubicBezTo>
                    <a:pt x="13040" y="4703"/>
                    <a:pt x="12225" y="5118"/>
                    <a:pt x="11403" y="5480"/>
                  </a:cubicBezTo>
                  <a:cubicBezTo>
                    <a:pt x="11420" y="5863"/>
                    <a:pt x="11732" y="6168"/>
                    <a:pt x="12117" y="6168"/>
                  </a:cubicBezTo>
                  <a:lnTo>
                    <a:pt x="14667" y="6168"/>
                  </a:lnTo>
                  <a:cubicBezTo>
                    <a:pt x="15852" y="5436"/>
                    <a:pt x="17057" y="4697"/>
                    <a:pt x="18306" y="3856"/>
                  </a:cubicBezTo>
                  <a:cubicBezTo>
                    <a:pt x="19209" y="3254"/>
                    <a:pt x="19911" y="2495"/>
                    <a:pt x="20353" y="1596"/>
                  </a:cubicBezTo>
                  <a:lnTo>
                    <a:pt x="19543" y="331"/>
                  </a:lnTo>
                  <a:cubicBezTo>
                    <a:pt x="19412" y="124"/>
                    <a:pt x="19184" y="0"/>
                    <a:pt x="1894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135" name="Google Shape;5135;p68"/>
            <p:cNvSpPr/>
            <p:nvPr/>
          </p:nvSpPr>
          <p:spPr>
            <a:xfrm>
              <a:off x="5091119" y="1678033"/>
              <a:ext cx="1865410" cy="360100"/>
            </a:xfrm>
            <a:custGeom>
              <a:avLst/>
              <a:gdLst/>
              <a:ahLst/>
              <a:cxnLst/>
              <a:rect l="l" t="t" r="r" b="b"/>
              <a:pathLst>
                <a:path w="31957" h="6169" extrusionOk="0">
                  <a:moveTo>
                    <a:pt x="15777" y="0"/>
                  </a:moveTo>
                  <a:cubicBezTo>
                    <a:pt x="15381" y="0"/>
                    <a:pt x="15061" y="322"/>
                    <a:pt x="15061" y="719"/>
                  </a:cubicBezTo>
                  <a:lnTo>
                    <a:pt x="15061" y="5449"/>
                  </a:lnTo>
                  <a:cubicBezTo>
                    <a:pt x="15061" y="5459"/>
                    <a:pt x="15061" y="5470"/>
                    <a:pt x="15063" y="5480"/>
                  </a:cubicBezTo>
                  <a:cubicBezTo>
                    <a:pt x="15885" y="5118"/>
                    <a:pt x="16700" y="4703"/>
                    <a:pt x="17498" y="4157"/>
                  </a:cubicBezTo>
                  <a:cubicBezTo>
                    <a:pt x="19166" y="3023"/>
                    <a:pt x="20390" y="1579"/>
                    <a:pt x="21406" y="0"/>
                  </a:cubicBezTo>
                  <a:close/>
                  <a:moveTo>
                    <a:pt x="24014" y="1596"/>
                  </a:moveTo>
                  <a:cubicBezTo>
                    <a:pt x="23571" y="2495"/>
                    <a:pt x="22869" y="3254"/>
                    <a:pt x="21966" y="3856"/>
                  </a:cubicBezTo>
                  <a:cubicBezTo>
                    <a:pt x="20717" y="4697"/>
                    <a:pt x="19512" y="5436"/>
                    <a:pt x="18327" y="6167"/>
                  </a:cubicBezTo>
                  <a:lnTo>
                    <a:pt x="25070" y="6167"/>
                  </a:lnTo>
                  <a:cubicBezTo>
                    <a:pt x="25466" y="6167"/>
                    <a:pt x="25787" y="5846"/>
                    <a:pt x="25787" y="5447"/>
                  </a:cubicBezTo>
                  <a:lnTo>
                    <a:pt x="25787" y="4575"/>
                  </a:lnTo>
                  <a:cubicBezTo>
                    <a:pt x="25787" y="4437"/>
                    <a:pt x="25747" y="4301"/>
                    <a:pt x="25672" y="4185"/>
                  </a:cubicBezTo>
                  <a:lnTo>
                    <a:pt x="24014" y="1596"/>
                  </a:lnTo>
                  <a:close/>
                  <a:moveTo>
                    <a:pt x="6773" y="0"/>
                  </a:moveTo>
                  <a:cubicBezTo>
                    <a:pt x="6636" y="0"/>
                    <a:pt x="6499" y="33"/>
                    <a:pt x="6374" y="92"/>
                  </a:cubicBezTo>
                  <a:cubicBezTo>
                    <a:pt x="4944" y="779"/>
                    <a:pt x="351" y="4965"/>
                    <a:pt x="154" y="5505"/>
                  </a:cubicBezTo>
                  <a:cubicBezTo>
                    <a:pt x="1" y="5924"/>
                    <a:pt x="370" y="6084"/>
                    <a:pt x="586" y="6140"/>
                  </a:cubicBezTo>
                  <a:cubicBezTo>
                    <a:pt x="660" y="6158"/>
                    <a:pt x="736" y="6168"/>
                    <a:pt x="812" y="6168"/>
                  </a:cubicBezTo>
                  <a:lnTo>
                    <a:pt x="3660" y="6168"/>
                  </a:lnTo>
                  <a:cubicBezTo>
                    <a:pt x="4638" y="5578"/>
                    <a:pt x="5604" y="4941"/>
                    <a:pt x="6555" y="4257"/>
                  </a:cubicBezTo>
                  <a:cubicBezTo>
                    <a:pt x="8215" y="3071"/>
                    <a:pt x="9509" y="1611"/>
                    <a:pt x="10591" y="0"/>
                  </a:cubicBezTo>
                  <a:close/>
                  <a:moveTo>
                    <a:pt x="13460" y="482"/>
                  </a:moveTo>
                  <a:cubicBezTo>
                    <a:pt x="12280" y="1866"/>
                    <a:pt x="11306" y="3271"/>
                    <a:pt x="10018" y="4558"/>
                  </a:cubicBezTo>
                  <a:cubicBezTo>
                    <a:pt x="9449" y="5128"/>
                    <a:pt x="8853" y="5668"/>
                    <a:pt x="8230" y="6168"/>
                  </a:cubicBezTo>
                  <a:lnTo>
                    <a:pt x="12661" y="6168"/>
                  </a:lnTo>
                  <a:cubicBezTo>
                    <a:pt x="13170" y="6168"/>
                    <a:pt x="13584" y="5753"/>
                    <a:pt x="13584" y="5240"/>
                  </a:cubicBezTo>
                  <a:lnTo>
                    <a:pt x="13584" y="1279"/>
                  </a:lnTo>
                  <a:cubicBezTo>
                    <a:pt x="13584" y="1128"/>
                    <a:pt x="13580" y="995"/>
                    <a:pt x="13573" y="876"/>
                  </a:cubicBezTo>
                  <a:cubicBezTo>
                    <a:pt x="13565" y="734"/>
                    <a:pt x="13525" y="599"/>
                    <a:pt x="13460" y="482"/>
                  </a:cubicBezTo>
                  <a:close/>
                  <a:moveTo>
                    <a:pt x="28998" y="181"/>
                  </a:moveTo>
                  <a:cubicBezTo>
                    <a:pt x="28998" y="181"/>
                    <a:pt x="28212" y="1713"/>
                    <a:pt x="29198" y="3655"/>
                  </a:cubicBezTo>
                  <a:cubicBezTo>
                    <a:pt x="30181" y="5596"/>
                    <a:pt x="31957" y="6168"/>
                    <a:pt x="31957" y="6168"/>
                  </a:cubicBezTo>
                  <a:lnTo>
                    <a:pt x="28998" y="18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136" name="Google Shape;5136;p68"/>
            <p:cNvSpPr/>
            <p:nvPr/>
          </p:nvSpPr>
          <p:spPr>
            <a:xfrm>
              <a:off x="1913116" y="1243662"/>
              <a:ext cx="1836214" cy="435134"/>
            </a:xfrm>
            <a:custGeom>
              <a:avLst/>
              <a:gdLst/>
              <a:ahLst/>
              <a:cxnLst/>
              <a:rect l="l" t="t" r="r" b="b"/>
              <a:pathLst>
                <a:path w="30587" h="7248" extrusionOk="0">
                  <a:moveTo>
                    <a:pt x="15926" y="0"/>
                  </a:moveTo>
                  <a:cubicBezTo>
                    <a:pt x="13961" y="0"/>
                    <a:pt x="12266" y="6080"/>
                    <a:pt x="12266" y="6080"/>
                  </a:cubicBezTo>
                  <a:cubicBezTo>
                    <a:pt x="12266" y="6080"/>
                    <a:pt x="12617" y="3734"/>
                    <a:pt x="10866" y="3624"/>
                  </a:cubicBezTo>
                  <a:cubicBezTo>
                    <a:pt x="10828" y="3621"/>
                    <a:pt x="10789" y="3620"/>
                    <a:pt x="10751" y="3620"/>
                  </a:cubicBezTo>
                  <a:cubicBezTo>
                    <a:pt x="9060" y="3620"/>
                    <a:pt x="7833" y="5963"/>
                    <a:pt x="7833" y="5963"/>
                  </a:cubicBezTo>
                  <a:lnTo>
                    <a:pt x="1" y="7248"/>
                  </a:lnTo>
                  <a:lnTo>
                    <a:pt x="30587" y="7248"/>
                  </a:lnTo>
                  <a:cubicBezTo>
                    <a:pt x="30587" y="7248"/>
                    <a:pt x="23118" y="6780"/>
                    <a:pt x="22652" y="6080"/>
                  </a:cubicBezTo>
                  <a:cubicBezTo>
                    <a:pt x="22185" y="5381"/>
                    <a:pt x="21404" y="2579"/>
                    <a:pt x="19519" y="2346"/>
                  </a:cubicBezTo>
                  <a:cubicBezTo>
                    <a:pt x="19441" y="2336"/>
                    <a:pt x="19365" y="2332"/>
                    <a:pt x="19291" y="2332"/>
                  </a:cubicBezTo>
                  <a:cubicBezTo>
                    <a:pt x="18256" y="2332"/>
                    <a:pt x="17651" y="3241"/>
                    <a:pt x="17336" y="3955"/>
                  </a:cubicBezTo>
                  <a:lnTo>
                    <a:pt x="17336" y="3955"/>
                  </a:lnTo>
                  <a:cubicBezTo>
                    <a:pt x="17642" y="2843"/>
                    <a:pt x="17903" y="933"/>
                    <a:pt x="16414" y="130"/>
                  </a:cubicBezTo>
                  <a:cubicBezTo>
                    <a:pt x="16250" y="41"/>
                    <a:pt x="16087" y="0"/>
                    <a:pt x="1592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137" name="Google Shape;5137;p68"/>
            <p:cNvSpPr/>
            <p:nvPr/>
          </p:nvSpPr>
          <p:spPr>
            <a:xfrm>
              <a:off x="5674341" y="849887"/>
              <a:ext cx="1836214" cy="435134"/>
            </a:xfrm>
            <a:custGeom>
              <a:avLst/>
              <a:gdLst/>
              <a:ahLst/>
              <a:cxnLst/>
              <a:rect l="l" t="t" r="r" b="b"/>
              <a:pathLst>
                <a:path w="30587" h="7248" extrusionOk="0">
                  <a:moveTo>
                    <a:pt x="15926" y="0"/>
                  </a:moveTo>
                  <a:cubicBezTo>
                    <a:pt x="13961" y="0"/>
                    <a:pt x="12266" y="6080"/>
                    <a:pt x="12266" y="6080"/>
                  </a:cubicBezTo>
                  <a:cubicBezTo>
                    <a:pt x="12266" y="6080"/>
                    <a:pt x="12617" y="3734"/>
                    <a:pt x="10866" y="3624"/>
                  </a:cubicBezTo>
                  <a:cubicBezTo>
                    <a:pt x="10828" y="3621"/>
                    <a:pt x="10789" y="3620"/>
                    <a:pt x="10751" y="3620"/>
                  </a:cubicBezTo>
                  <a:cubicBezTo>
                    <a:pt x="9060" y="3620"/>
                    <a:pt x="7833" y="5963"/>
                    <a:pt x="7833" y="5963"/>
                  </a:cubicBezTo>
                  <a:lnTo>
                    <a:pt x="1" y="7248"/>
                  </a:lnTo>
                  <a:lnTo>
                    <a:pt x="30587" y="7248"/>
                  </a:lnTo>
                  <a:cubicBezTo>
                    <a:pt x="30587" y="7248"/>
                    <a:pt x="23118" y="6780"/>
                    <a:pt x="22652" y="6080"/>
                  </a:cubicBezTo>
                  <a:cubicBezTo>
                    <a:pt x="22185" y="5381"/>
                    <a:pt x="21404" y="2579"/>
                    <a:pt x="19519" y="2346"/>
                  </a:cubicBezTo>
                  <a:cubicBezTo>
                    <a:pt x="19441" y="2336"/>
                    <a:pt x="19365" y="2332"/>
                    <a:pt x="19291" y="2332"/>
                  </a:cubicBezTo>
                  <a:cubicBezTo>
                    <a:pt x="18256" y="2332"/>
                    <a:pt x="17651" y="3241"/>
                    <a:pt x="17336" y="3955"/>
                  </a:cubicBezTo>
                  <a:lnTo>
                    <a:pt x="17336" y="3955"/>
                  </a:lnTo>
                  <a:cubicBezTo>
                    <a:pt x="17642" y="2843"/>
                    <a:pt x="17903" y="933"/>
                    <a:pt x="16414" y="130"/>
                  </a:cubicBezTo>
                  <a:cubicBezTo>
                    <a:pt x="16250" y="41"/>
                    <a:pt x="16087" y="0"/>
                    <a:pt x="1592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138" name="Google Shape;5138;p68"/>
            <p:cNvSpPr/>
            <p:nvPr/>
          </p:nvSpPr>
          <p:spPr>
            <a:xfrm>
              <a:off x="4159552" y="2184823"/>
              <a:ext cx="2906775" cy="544324"/>
            </a:xfrm>
            <a:custGeom>
              <a:avLst/>
              <a:gdLst/>
              <a:ahLst/>
              <a:cxnLst/>
              <a:rect l="l" t="t" r="r" b="b"/>
              <a:pathLst>
                <a:path w="49797" h="9325" extrusionOk="0">
                  <a:moveTo>
                    <a:pt x="13676" y="1"/>
                  </a:moveTo>
                  <a:lnTo>
                    <a:pt x="13676" y="52"/>
                  </a:lnTo>
                  <a:lnTo>
                    <a:pt x="46819" y="52"/>
                  </a:lnTo>
                  <a:lnTo>
                    <a:pt x="46819" y="1"/>
                  </a:lnTo>
                  <a:close/>
                  <a:moveTo>
                    <a:pt x="7697" y="8"/>
                  </a:moveTo>
                  <a:cubicBezTo>
                    <a:pt x="6751" y="959"/>
                    <a:pt x="5294" y="2148"/>
                    <a:pt x="3714" y="2418"/>
                  </a:cubicBezTo>
                  <a:cubicBezTo>
                    <a:pt x="3482" y="2457"/>
                    <a:pt x="3275" y="2472"/>
                    <a:pt x="3093" y="2472"/>
                  </a:cubicBezTo>
                  <a:cubicBezTo>
                    <a:pt x="2536" y="2472"/>
                    <a:pt x="2224" y="2331"/>
                    <a:pt x="2220" y="2329"/>
                  </a:cubicBezTo>
                  <a:lnTo>
                    <a:pt x="2198" y="2374"/>
                  </a:lnTo>
                  <a:cubicBezTo>
                    <a:pt x="2215" y="2383"/>
                    <a:pt x="2525" y="2524"/>
                    <a:pt x="3086" y="2524"/>
                  </a:cubicBezTo>
                  <a:cubicBezTo>
                    <a:pt x="3270" y="2524"/>
                    <a:pt x="3482" y="2508"/>
                    <a:pt x="3718" y="2469"/>
                  </a:cubicBezTo>
                  <a:cubicBezTo>
                    <a:pt x="5312" y="2197"/>
                    <a:pt x="6781" y="1000"/>
                    <a:pt x="7732" y="43"/>
                  </a:cubicBezTo>
                  <a:lnTo>
                    <a:pt x="7697" y="8"/>
                  </a:lnTo>
                  <a:close/>
                  <a:moveTo>
                    <a:pt x="44631" y="2202"/>
                  </a:moveTo>
                  <a:lnTo>
                    <a:pt x="44621" y="2251"/>
                  </a:lnTo>
                  <a:cubicBezTo>
                    <a:pt x="44652" y="2257"/>
                    <a:pt x="47650" y="2886"/>
                    <a:pt x="48292" y="5971"/>
                  </a:cubicBezTo>
                  <a:lnTo>
                    <a:pt x="48340" y="5961"/>
                  </a:lnTo>
                  <a:cubicBezTo>
                    <a:pt x="47692" y="2843"/>
                    <a:pt x="44662" y="2207"/>
                    <a:pt x="44631" y="2202"/>
                  </a:cubicBezTo>
                  <a:close/>
                  <a:moveTo>
                    <a:pt x="16340" y="8403"/>
                  </a:moveTo>
                  <a:lnTo>
                    <a:pt x="16340" y="8452"/>
                  </a:lnTo>
                  <a:lnTo>
                    <a:pt x="36383" y="8452"/>
                  </a:lnTo>
                  <a:lnTo>
                    <a:pt x="36383" y="8403"/>
                  </a:lnTo>
                  <a:close/>
                  <a:moveTo>
                    <a:pt x="9943" y="2127"/>
                  </a:moveTo>
                  <a:cubicBezTo>
                    <a:pt x="7160" y="2465"/>
                    <a:pt x="5967" y="4162"/>
                    <a:pt x="5456" y="5525"/>
                  </a:cubicBezTo>
                  <a:cubicBezTo>
                    <a:pt x="4946" y="6889"/>
                    <a:pt x="4998" y="8199"/>
                    <a:pt x="5011" y="8403"/>
                  </a:cubicBezTo>
                  <a:lnTo>
                    <a:pt x="0" y="8403"/>
                  </a:lnTo>
                  <a:lnTo>
                    <a:pt x="0" y="8453"/>
                  </a:lnTo>
                  <a:lnTo>
                    <a:pt x="5065" y="8453"/>
                  </a:lnTo>
                  <a:lnTo>
                    <a:pt x="5065" y="8452"/>
                  </a:lnTo>
                  <a:lnTo>
                    <a:pt x="5062" y="8425"/>
                  </a:lnTo>
                  <a:cubicBezTo>
                    <a:pt x="5062" y="8411"/>
                    <a:pt x="4956" y="7006"/>
                    <a:pt x="5504" y="5542"/>
                  </a:cubicBezTo>
                  <a:cubicBezTo>
                    <a:pt x="6009" y="4192"/>
                    <a:pt x="7191" y="2511"/>
                    <a:pt x="9948" y="2176"/>
                  </a:cubicBezTo>
                  <a:lnTo>
                    <a:pt x="9943" y="2127"/>
                  </a:lnTo>
                  <a:close/>
                  <a:moveTo>
                    <a:pt x="49162" y="4189"/>
                  </a:moveTo>
                  <a:lnTo>
                    <a:pt x="49126" y="4224"/>
                  </a:lnTo>
                  <a:cubicBezTo>
                    <a:pt x="49133" y="4230"/>
                    <a:pt x="49746" y="4859"/>
                    <a:pt x="49746" y="5516"/>
                  </a:cubicBezTo>
                  <a:lnTo>
                    <a:pt x="49746" y="7894"/>
                  </a:lnTo>
                  <a:cubicBezTo>
                    <a:pt x="49746" y="8267"/>
                    <a:pt x="49600" y="8617"/>
                    <a:pt x="49336" y="8880"/>
                  </a:cubicBezTo>
                  <a:cubicBezTo>
                    <a:pt x="49082" y="9135"/>
                    <a:pt x="48745" y="9273"/>
                    <a:pt x="48391" y="9273"/>
                  </a:cubicBezTo>
                  <a:cubicBezTo>
                    <a:pt x="48384" y="9274"/>
                    <a:pt x="48376" y="9274"/>
                    <a:pt x="48369" y="9274"/>
                  </a:cubicBezTo>
                  <a:cubicBezTo>
                    <a:pt x="48352" y="9274"/>
                    <a:pt x="48334" y="9273"/>
                    <a:pt x="48317" y="9272"/>
                  </a:cubicBezTo>
                  <a:lnTo>
                    <a:pt x="48314" y="9323"/>
                  </a:lnTo>
                  <a:cubicBezTo>
                    <a:pt x="48341" y="9324"/>
                    <a:pt x="48365" y="9324"/>
                    <a:pt x="48391" y="9324"/>
                  </a:cubicBezTo>
                  <a:cubicBezTo>
                    <a:pt x="48759" y="9324"/>
                    <a:pt x="49107" y="9179"/>
                    <a:pt x="49373" y="8916"/>
                  </a:cubicBezTo>
                  <a:cubicBezTo>
                    <a:pt x="49646" y="8643"/>
                    <a:pt x="49797" y="8280"/>
                    <a:pt x="49797" y="7894"/>
                  </a:cubicBezTo>
                  <a:lnTo>
                    <a:pt x="49797" y="5516"/>
                  </a:lnTo>
                  <a:cubicBezTo>
                    <a:pt x="49797" y="4838"/>
                    <a:pt x="49188" y="4214"/>
                    <a:pt x="49162" y="4189"/>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139" name="Google Shape;5139;p68"/>
            <p:cNvSpPr/>
            <p:nvPr/>
          </p:nvSpPr>
          <p:spPr>
            <a:xfrm>
              <a:off x="4153715" y="2014492"/>
              <a:ext cx="2797619" cy="894442"/>
            </a:xfrm>
            <a:custGeom>
              <a:avLst/>
              <a:gdLst/>
              <a:ahLst/>
              <a:cxnLst/>
              <a:rect l="l" t="t" r="r" b="b"/>
              <a:pathLst>
                <a:path w="47927" h="15323" extrusionOk="0">
                  <a:moveTo>
                    <a:pt x="12362" y="0"/>
                  </a:moveTo>
                  <a:lnTo>
                    <a:pt x="12362" y="0"/>
                  </a:lnTo>
                  <a:cubicBezTo>
                    <a:pt x="8149" y="112"/>
                    <a:pt x="3445" y="2543"/>
                    <a:pt x="3445" y="2543"/>
                  </a:cubicBezTo>
                  <a:cubicBezTo>
                    <a:pt x="9540" y="2402"/>
                    <a:pt x="12362" y="0"/>
                    <a:pt x="12362" y="0"/>
                  </a:cubicBezTo>
                  <a:close/>
                  <a:moveTo>
                    <a:pt x="291" y="6009"/>
                  </a:moveTo>
                  <a:cubicBezTo>
                    <a:pt x="192" y="6009"/>
                    <a:pt x="105" y="6072"/>
                    <a:pt x="74" y="6166"/>
                  </a:cubicBezTo>
                  <a:cubicBezTo>
                    <a:pt x="31" y="6297"/>
                    <a:pt x="0" y="6444"/>
                    <a:pt x="0" y="6444"/>
                  </a:cubicBezTo>
                  <a:lnTo>
                    <a:pt x="0" y="10863"/>
                  </a:lnTo>
                  <a:lnTo>
                    <a:pt x="2024" y="10863"/>
                  </a:lnTo>
                  <a:cubicBezTo>
                    <a:pt x="2287" y="10863"/>
                    <a:pt x="2500" y="10649"/>
                    <a:pt x="2500" y="10386"/>
                  </a:cubicBezTo>
                  <a:lnTo>
                    <a:pt x="2500" y="6485"/>
                  </a:lnTo>
                  <a:cubicBezTo>
                    <a:pt x="2500" y="6222"/>
                    <a:pt x="2287" y="6009"/>
                    <a:pt x="2024" y="6009"/>
                  </a:cubicBezTo>
                  <a:close/>
                  <a:moveTo>
                    <a:pt x="10263" y="5879"/>
                  </a:moveTo>
                  <a:cubicBezTo>
                    <a:pt x="7695" y="5879"/>
                    <a:pt x="5612" y="7961"/>
                    <a:pt x="5612" y="10530"/>
                  </a:cubicBezTo>
                  <a:cubicBezTo>
                    <a:pt x="5612" y="13099"/>
                    <a:pt x="7694" y="15182"/>
                    <a:pt x="10263" y="15182"/>
                  </a:cubicBezTo>
                  <a:cubicBezTo>
                    <a:pt x="12833" y="15182"/>
                    <a:pt x="14915" y="13099"/>
                    <a:pt x="14915" y="10530"/>
                  </a:cubicBezTo>
                  <a:cubicBezTo>
                    <a:pt x="14915" y="7961"/>
                    <a:pt x="12833" y="5879"/>
                    <a:pt x="10263" y="5879"/>
                  </a:cubicBezTo>
                  <a:close/>
                  <a:moveTo>
                    <a:pt x="43275" y="6019"/>
                  </a:moveTo>
                  <a:cubicBezTo>
                    <a:pt x="40707" y="6019"/>
                    <a:pt x="38623" y="8101"/>
                    <a:pt x="38623" y="10670"/>
                  </a:cubicBezTo>
                  <a:cubicBezTo>
                    <a:pt x="38623" y="13239"/>
                    <a:pt x="40707" y="15322"/>
                    <a:pt x="43275" y="15322"/>
                  </a:cubicBezTo>
                  <a:cubicBezTo>
                    <a:pt x="45845" y="15322"/>
                    <a:pt x="47927" y="13239"/>
                    <a:pt x="47927" y="10670"/>
                  </a:cubicBezTo>
                  <a:cubicBezTo>
                    <a:pt x="47927" y="8101"/>
                    <a:pt x="45845" y="6019"/>
                    <a:pt x="43275" y="6019"/>
                  </a:cubicBezTo>
                  <a:close/>
                </a:path>
              </a:pathLst>
            </a:custGeom>
            <a:gradFill>
              <a:gsLst>
                <a:gs pos="0">
                  <a:schemeClr val="lt1"/>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140" name="Google Shape;5140;p68"/>
            <p:cNvSpPr/>
            <p:nvPr/>
          </p:nvSpPr>
          <p:spPr>
            <a:xfrm>
              <a:off x="4153715" y="2123590"/>
              <a:ext cx="2731424" cy="719091"/>
            </a:xfrm>
            <a:custGeom>
              <a:avLst/>
              <a:gdLst/>
              <a:ahLst/>
              <a:cxnLst/>
              <a:rect l="l" t="t" r="r" b="b"/>
              <a:pathLst>
                <a:path w="46793" h="12319" extrusionOk="0">
                  <a:moveTo>
                    <a:pt x="27085" y="506"/>
                  </a:moveTo>
                  <a:cubicBezTo>
                    <a:pt x="26846" y="506"/>
                    <a:pt x="26650" y="702"/>
                    <a:pt x="26650" y="941"/>
                  </a:cubicBezTo>
                  <a:cubicBezTo>
                    <a:pt x="26650" y="1180"/>
                    <a:pt x="26846" y="1376"/>
                    <a:pt x="27085" y="1376"/>
                  </a:cubicBezTo>
                  <a:lnTo>
                    <a:pt x="28935" y="1376"/>
                  </a:lnTo>
                  <a:cubicBezTo>
                    <a:pt x="29174" y="1376"/>
                    <a:pt x="29371" y="1180"/>
                    <a:pt x="29371" y="941"/>
                  </a:cubicBezTo>
                  <a:cubicBezTo>
                    <a:pt x="29371" y="702"/>
                    <a:pt x="29174" y="506"/>
                    <a:pt x="28935" y="506"/>
                  </a:cubicBezTo>
                  <a:close/>
                  <a:moveTo>
                    <a:pt x="40116" y="506"/>
                  </a:moveTo>
                  <a:cubicBezTo>
                    <a:pt x="39877" y="506"/>
                    <a:pt x="39680" y="702"/>
                    <a:pt x="39680" y="941"/>
                  </a:cubicBezTo>
                  <a:cubicBezTo>
                    <a:pt x="39680" y="1180"/>
                    <a:pt x="39877" y="1376"/>
                    <a:pt x="40116" y="1376"/>
                  </a:cubicBezTo>
                  <a:lnTo>
                    <a:pt x="41965" y="1376"/>
                  </a:lnTo>
                  <a:cubicBezTo>
                    <a:pt x="42205" y="1376"/>
                    <a:pt x="42400" y="1180"/>
                    <a:pt x="42400" y="941"/>
                  </a:cubicBezTo>
                  <a:cubicBezTo>
                    <a:pt x="42400" y="702"/>
                    <a:pt x="42205" y="506"/>
                    <a:pt x="41965" y="506"/>
                  </a:cubicBezTo>
                  <a:close/>
                  <a:moveTo>
                    <a:pt x="6738" y="1"/>
                  </a:moveTo>
                  <a:cubicBezTo>
                    <a:pt x="6174" y="1"/>
                    <a:pt x="5485" y="98"/>
                    <a:pt x="4954" y="191"/>
                  </a:cubicBezTo>
                  <a:cubicBezTo>
                    <a:pt x="4184" y="326"/>
                    <a:pt x="3477" y="721"/>
                    <a:pt x="2984" y="1328"/>
                  </a:cubicBezTo>
                  <a:cubicBezTo>
                    <a:pt x="2669" y="1717"/>
                    <a:pt x="2433" y="2193"/>
                    <a:pt x="2519" y="2702"/>
                  </a:cubicBezTo>
                  <a:cubicBezTo>
                    <a:pt x="2561" y="2947"/>
                    <a:pt x="2779" y="3051"/>
                    <a:pt x="3104" y="3051"/>
                  </a:cubicBezTo>
                  <a:cubicBezTo>
                    <a:pt x="4466" y="3051"/>
                    <a:pt x="7705" y="1243"/>
                    <a:pt x="7773" y="459"/>
                  </a:cubicBezTo>
                  <a:cubicBezTo>
                    <a:pt x="7803" y="112"/>
                    <a:pt x="7342" y="1"/>
                    <a:pt x="6738" y="1"/>
                  </a:cubicBezTo>
                  <a:close/>
                  <a:moveTo>
                    <a:pt x="10368" y="5487"/>
                  </a:moveTo>
                  <a:cubicBezTo>
                    <a:pt x="10461" y="5487"/>
                    <a:pt x="10530" y="5866"/>
                    <a:pt x="10509" y="6263"/>
                  </a:cubicBezTo>
                  <a:lnTo>
                    <a:pt x="10487" y="6670"/>
                  </a:lnTo>
                  <a:cubicBezTo>
                    <a:pt x="10406" y="6660"/>
                    <a:pt x="10323" y="6654"/>
                    <a:pt x="10239" y="6654"/>
                  </a:cubicBezTo>
                  <a:cubicBezTo>
                    <a:pt x="10171" y="6654"/>
                    <a:pt x="10106" y="6659"/>
                    <a:pt x="10041" y="6664"/>
                  </a:cubicBezTo>
                  <a:lnTo>
                    <a:pt x="10019" y="6271"/>
                  </a:lnTo>
                  <a:cubicBezTo>
                    <a:pt x="9995" y="5873"/>
                    <a:pt x="10064" y="5487"/>
                    <a:pt x="10159" y="5487"/>
                  </a:cubicBezTo>
                  <a:close/>
                  <a:moveTo>
                    <a:pt x="43379" y="5625"/>
                  </a:moveTo>
                  <a:cubicBezTo>
                    <a:pt x="43473" y="5625"/>
                    <a:pt x="43542" y="6006"/>
                    <a:pt x="43521" y="6401"/>
                  </a:cubicBezTo>
                  <a:lnTo>
                    <a:pt x="43498" y="6810"/>
                  </a:lnTo>
                  <a:cubicBezTo>
                    <a:pt x="43418" y="6800"/>
                    <a:pt x="43334" y="6794"/>
                    <a:pt x="43251" y="6794"/>
                  </a:cubicBezTo>
                  <a:cubicBezTo>
                    <a:pt x="43184" y="6794"/>
                    <a:pt x="43118" y="6798"/>
                    <a:pt x="43053" y="6804"/>
                  </a:cubicBezTo>
                  <a:lnTo>
                    <a:pt x="43030" y="6411"/>
                  </a:lnTo>
                  <a:cubicBezTo>
                    <a:pt x="43006" y="6013"/>
                    <a:pt x="43076" y="5625"/>
                    <a:pt x="43170" y="5625"/>
                  </a:cubicBezTo>
                  <a:close/>
                  <a:moveTo>
                    <a:pt x="11176" y="5620"/>
                  </a:moveTo>
                  <a:cubicBezTo>
                    <a:pt x="11180" y="5620"/>
                    <a:pt x="11184" y="5621"/>
                    <a:pt x="11188" y="5622"/>
                  </a:cubicBezTo>
                  <a:lnTo>
                    <a:pt x="11386" y="5689"/>
                  </a:lnTo>
                  <a:cubicBezTo>
                    <a:pt x="11473" y="5720"/>
                    <a:pt x="11417" y="6102"/>
                    <a:pt x="11268" y="6469"/>
                  </a:cubicBezTo>
                  <a:lnTo>
                    <a:pt x="11114" y="6855"/>
                  </a:lnTo>
                  <a:cubicBezTo>
                    <a:pt x="10981" y="6791"/>
                    <a:pt x="10841" y="6741"/>
                    <a:pt x="10694" y="6707"/>
                  </a:cubicBezTo>
                  <a:lnTo>
                    <a:pt x="10800" y="6319"/>
                  </a:lnTo>
                  <a:cubicBezTo>
                    <a:pt x="10903" y="5951"/>
                    <a:pt x="11081" y="5620"/>
                    <a:pt x="11176" y="5620"/>
                  </a:cubicBezTo>
                  <a:close/>
                  <a:moveTo>
                    <a:pt x="9204" y="5669"/>
                  </a:moveTo>
                  <a:cubicBezTo>
                    <a:pt x="9297" y="5669"/>
                    <a:pt x="9488" y="5983"/>
                    <a:pt x="9607" y="6340"/>
                  </a:cubicBezTo>
                  <a:lnTo>
                    <a:pt x="9735" y="6719"/>
                  </a:lnTo>
                  <a:cubicBezTo>
                    <a:pt x="9588" y="6757"/>
                    <a:pt x="9448" y="6811"/>
                    <a:pt x="9316" y="6879"/>
                  </a:cubicBezTo>
                  <a:lnTo>
                    <a:pt x="9155" y="6530"/>
                  </a:lnTo>
                  <a:cubicBezTo>
                    <a:pt x="8987" y="6168"/>
                    <a:pt x="8908" y="5784"/>
                    <a:pt x="8995" y="5748"/>
                  </a:cubicBezTo>
                  <a:lnTo>
                    <a:pt x="9190" y="5672"/>
                  </a:lnTo>
                  <a:cubicBezTo>
                    <a:pt x="9195" y="5670"/>
                    <a:pt x="9199" y="5669"/>
                    <a:pt x="9204" y="5669"/>
                  </a:cubicBezTo>
                  <a:close/>
                  <a:moveTo>
                    <a:pt x="44188" y="5759"/>
                  </a:moveTo>
                  <a:cubicBezTo>
                    <a:pt x="44192" y="5759"/>
                    <a:pt x="44196" y="5760"/>
                    <a:pt x="44199" y="5761"/>
                  </a:cubicBezTo>
                  <a:lnTo>
                    <a:pt x="44397" y="5829"/>
                  </a:lnTo>
                  <a:cubicBezTo>
                    <a:pt x="44485" y="5859"/>
                    <a:pt x="44428" y="6240"/>
                    <a:pt x="44280" y="6609"/>
                  </a:cubicBezTo>
                  <a:lnTo>
                    <a:pt x="44126" y="6995"/>
                  </a:lnTo>
                  <a:cubicBezTo>
                    <a:pt x="43993" y="6930"/>
                    <a:pt x="43853" y="6880"/>
                    <a:pt x="43706" y="6847"/>
                  </a:cubicBezTo>
                  <a:lnTo>
                    <a:pt x="43813" y="6459"/>
                  </a:lnTo>
                  <a:cubicBezTo>
                    <a:pt x="43915" y="6090"/>
                    <a:pt x="44094" y="5759"/>
                    <a:pt x="44188" y="5759"/>
                  </a:cubicBezTo>
                  <a:close/>
                  <a:moveTo>
                    <a:pt x="42215" y="5808"/>
                  </a:moveTo>
                  <a:cubicBezTo>
                    <a:pt x="42309" y="5808"/>
                    <a:pt x="42499" y="6122"/>
                    <a:pt x="42619" y="6480"/>
                  </a:cubicBezTo>
                  <a:lnTo>
                    <a:pt x="42746" y="6858"/>
                  </a:lnTo>
                  <a:cubicBezTo>
                    <a:pt x="42600" y="6896"/>
                    <a:pt x="42460" y="6951"/>
                    <a:pt x="42329" y="7018"/>
                  </a:cubicBezTo>
                  <a:lnTo>
                    <a:pt x="42329" y="7018"/>
                  </a:lnTo>
                  <a:lnTo>
                    <a:pt x="42167" y="6670"/>
                  </a:lnTo>
                  <a:cubicBezTo>
                    <a:pt x="41998" y="6308"/>
                    <a:pt x="41919" y="5922"/>
                    <a:pt x="42008" y="5888"/>
                  </a:cubicBezTo>
                  <a:lnTo>
                    <a:pt x="42202" y="5810"/>
                  </a:lnTo>
                  <a:cubicBezTo>
                    <a:pt x="42206" y="5809"/>
                    <a:pt x="42211" y="5808"/>
                    <a:pt x="42215" y="5808"/>
                  </a:cubicBezTo>
                  <a:close/>
                  <a:moveTo>
                    <a:pt x="12091" y="6074"/>
                  </a:moveTo>
                  <a:cubicBezTo>
                    <a:pt x="12102" y="6074"/>
                    <a:pt x="12111" y="6076"/>
                    <a:pt x="12118" y="6082"/>
                  </a:cubicBezTo>
                  <a:lnTo>
                    <a:pt x="12283" y="6209"/>
                  </a:lnTo>
                  <a:cubicBezTo>
                    <a:pt x="12357" y="6267"/>
                    <a:pt x="12180" y="6609"/>
                    <a:pt x="11921" y="6910"/>
                  </a:cubicBezTo>
                  <a:lnTo>
                    <a:pt x="11646" y="7231"/>
                  </a:lnTo>
                  <a:cubicBezTo>
                    <a:pt x="11541" y="7126"/>
                    <a:pt x="11424" y="7035"/>
                    <a:pt x="11297" y="6957"/>
                  </a:cubicBezTo>
                  <a:lnTo>
                    <a:pt x="11527" y="6619"/>
                  </a:lnTo>
                  <a:cubicBezTo>
                    <a:pt x="11731" y="6319"/>
                    <a:pt x="11989" y="6074"/>
                    <a:pt x="12091" y="6074"/>
                  </a:cubicBezTo>
                  <a:close/>
                  <a:moveTo>
                    <a:pt x="8313" y="6167"/>
                  </a:moveTo>
                  <a:cubicBezTo>
                    <a:pt x="8417" y="6167"/>
                    <a:pt x="8680" y="6393"/>
                    <a:pt x="8895" y="6675"/>
                  </a:cubicBezTo>
                  <a:lnTo>
                    <a:pt x="9132" y="6988"/>
                  </a:lnTo>
                  <a:cubicBezTo>
                    <a:pt x="9007" y="7070"/>
                    <a:pt x="8892" y="7167"/>
                    <a:pt x="8789" y="7275"/>
                  </a:cubicBezTo>
                  <a:lnTo>
                    <a:pt x="8528" y="7001"/>
                  </a:lnTo>
                  <a:cubicBezTo>
                    <a:pt x="8250" y="6712"/>
                    <a:pt x="8053" y="6373"/>
                    <a:pt x="8125" y="6312"/>
                  </a:cubicBezTo>
                  <a:lnTo>
                    <a:pt x="8284" y="6177"/>
                  </a:lnTo>
                  <a:cubicBezTo>
                    <a:pt x="8292" y="6170"/>
                    <a:pt x="8302" y="6167"/>
                    <a:pt x="8313" y="6167"/>
                  </a:cubicBezTo>
                  <a:close/>
                  <a:moveTo>
                    <a:pt x="45103" y="6214"/>
                  </a:moveTo>
                  <a:cubicBezTo>
                    <a:pt x="45113" y="6214"/>
                    <a:pt x="45122" y="6216"/>
                    <a:pt x="45129" y="6222"/>
                  </a:cubicBezTo>
                  <a:lnTo>
                    <a:pt x="45295" y="6349"/>
                  </a:lnTo>
                  <a:cubicBezTo>
                    <a:pt x="45368" y="6406"/>
                    <a:pt x="45192" y="6749"/>
                    <a:pt x="44933" y="7050"/>
                  </a:cubicBezTo>
                  <a:lnTo>
                    <a:pt x="44657" y="7371"/>
                  </a:lnTo>
                  <a:cubicBezTo>
                    <a:pt x="44553" y="7266"/>
                    <a:pt x="44435" y="7174"/>
                    <a:pt x="44308" y="7095"/>
                  </a:cubicBezTo>
                  <a:lnTo>
                    <a:pt x="44538" y="6757"/>
                  </a:lnTo>
                  <a:cubicBezTo>
                    <a:pt x="44742" y="6459"/>
                    <a:pt x="45001" y="6214"/>
                    <a:pt x="45103" y="6214"/>
                  </a:cubicBezTo>
                  <a:close/>
                  <a:moveTo>
                    <a:pt x="41325" y="6307"/>
                  </a:moveTo>
                  <a:cubicBezTo>
                    <a:pt x="41428" y="6307"/>
                    <a:pt x="41691" y="6533"/>
                    <a:pt x="41907" y="6815"/>
                  </a:cubicBezTo>
                  <a:lnTo>
                    <a:pt x="42144" y="7128"/>
                  </a:lnTo>
                  <a:cubicBezTo>
                    <a:pt x="42020" y="7210"/>
                    <a:pt x="41904" y="7306"/>
                    <a:pt x="41801" y="7415"/>
                  </a:cubicBezTo>
                  <a:lnTo>
                    <a:pt x="41539" y="7141"/>
                  </a:lnTo>
                  <a:cubicBezTo>
                    <a:pt x="41262" y="6852"/>
                    <a:pt x="41064" y="6513"/>
                    <a:pt x="41136" y="6452"/>
                  </a:cubicBezTo>
                  <a:lnTo>
                    <a:pt x="41296" y="6316"/>
                  </a:lnTo>
                  <a:cubicBezTo>
                    <a:pt x="41303" y="6310"/>
                    <a:pt x="41313" y="6307"/>
                    <a:pt x="41325" y="6307"/>
                  </a:cubicBezTo>
                  <a:close/>
                  <a:moveTo>
                    <a:pt x="12795" y="6796"/>
                  </a:moveTo>
                  <a:cubicBezTo>
                    <a:pt x="12822" y="6796"/>
                    <a:pt x="12841" y="6803"/>
                    <a:pt x="12850" y="6817"/>
                  </a:cubicBezTo>
                  <a:lnTo>
                    <a:pt x="12966" y="6991"/>
                  </a:lnTo>
                  <a:cubicBezTo>
                    <a:pt x="13017" y="7068"/>
                    <a:pt x="12740" y="7337"/>
                    <a:pt x="12398" y="7538"/>
                  </a:cubicBezTo>
                  <a:lnTo>
                    <a:pt x="12030" y="7755"/>
                  </a:lnTo>
                  <a:cubicBezTo>
                    <a:pt x="11962" y="7621"/>
                    <a:pt x="11880" y="7497"/>
                    <a:pt x="11786" y="7384"/>
                  </a:cubicBezTo>
                  <a:lnTo>
                    <a:pt x="11787" y="7384"/>
                  </a:lnTo>
                  <a:lnTo>
                    <a:pt x="12118" y="7135"/>
                  </a:lnTo>
                  <a:cubicBezTo>
                    <a:pt x="12380" y="6937"/>
                    <a:pt x="12671" y="6796"/>
                    <a:pt x="12795" y="6796"/>
                  </a:cubicBezTo>
                  <a:close/>
                  <a:moveTo>
                    <a:pt x="7652" y="6923"/>
                  </a:moveTo>
                  <a:cubicBezTo>
                    <a:pt x="7779" y="6923"/>
                    <a:pt x="8064" y="7046"/>
                    <a:pt x="8327" y="7222"/>
                  </a:cubicBezTo>
                  <a:lnTo>
                    <a:pt x="8649" y="7437"/>
                  </a:lnTo>
                  <a:cubicBezTo>
                    <a:pt x="8557" y="7556"/>
                    <a:pt x="8479" y="7685"/>
                    <a:pt x="8416" y="7822"/>
                  </a:cubicBezTo>
                  <a:lnTo>
                    <a:pt x="8085" y="7649"/>
                  </a:lnTo>
                  <a:cubicBezTo>
                    <a:pt x="7730" y="7466"/>
                    <a:pt x="7433" y="7208"/>
                    <a:pt x="7482" y="7126"/>
                  </a:cubicBezTo>
                  <a:lnTo>
                    <a:pt x="7589" y="6947"/>
                  </a:lnTo>
                  <a:cubicBezTo>
                    <a:pt x="7598" y="6931"/>
                    <a:pt x="7620" y="6923"/>
                    <a:pt x="7652" y="6923"/>
                  </a:cubicBezTo>
                  <a:close/>
                  <a:moveTo>
                    <a:pt x="45806" y="6936"/>
                  </a:moveTo>
                  <a:cubicBezTo>
                    <a:pt x="45833" y="6936"/>
                    <a:pt x="45852" y="6943"/>
                    <a:pt x="45862" y="6957"/>
                  </a:cubicBezTo>
                  <a:lnTo>
                    <a:pt x="45977" y="7131"/>
                  </a:lnTo>
                  <a:cubicBezTo>
                    <a:pt x="46028" y="7208"/>
                    <a:pt x="45751" y="7476"/>
                    <a:pt x="45409" y="7678"/>
                  </a:cubicBezTo>
                  <a:lnTo>
                    <a:pt x="45042" y="7894"/>
                  </a:lnTo>
                  <a:cubicBezTo>
                    <a:pt x="44974" y="7761"/>
                    <a:pt x="44892" y="7637"/>
                    <a:pt x="44797" y="7524"/>
                  </a:cubicBezTo>
                  <a:lnTo>
                    <a:pt x="44799" y="7524"/>
                  </a:lnTo>
                  <a:lnTo>
                    <a:pt x="45129" y="7275"/>
                  </a:lnTo>
                  <a:cubicBezTo>
                    <a:pt x="45392" y="7077"/>
                    <a:pt x="45682" y="6936"/>
                    <a:pt x="45806" y="6936"/>
                  </a:cubicBezTo>
                  <a:close/>
                  <a:moveTo>
                    <a:pt x="40664" y="7063"/>
                  </a:moveTo>
                  <a:cubicBezTo>
                    <a:pt x="40792" y="7063"/>
                    <a:pt x="41076" y="7185"/>
                    <a:pt x="41340" y="7362"/>
                  </a:cubicBezTo>
                  <a:lnTo>
                    <a:pt x="41661" y="7577"/>
                  </a:lnTo>
                  <a:cubicBezTo>
                    <a:pt x="41569" y="7696"/>
                    <a:pt x="41491" y="7824"/>
                    <a:pt x="41428" y="7961"/>
                  </a:cubicBezTo>
                  <a:lnTo>
                    <a:pt x="41428" y="7961"/>
                  </a:lnTo>
                  <a:lnTo>
                    <a:pt x="41097" y="7789"/>
                  </a:lnTo>
                  <a:cubicBezTo>
                    <a:pt x="40742" y="7604"/>
                    <a:pt x="40445" y="7347"/>
                    <a:pt x="40493" y="7266"/>
                  </a:cubicBezTo>
                  <a:lnTo>
                    <a:pt x="40601" y="7087"/>
                  </a:lnTo>
                  <a:cubicBezTo>
                    <a:pt x="40610" y="7071"/>
                    <a:pt x="40632" y="7063"/>
                    <a:pt x="40664" y="7063"/>
                  </a:cubicBezTo>
                  <a:close/>
                  <a:moveTo>
                    <a:pt x="10239" y="7611"/>
                  </a:moveTo>
                  <a:cubicBezTo>
                    <a:pt x="10364" y="7611"/>
                    <a:pt x="10465" y="7713"/>
                    <a:pt x="10465" y="7837"/>
                  </a:cubicBezTo>
                  <a:cubicBezTo>
                    <a:pt x="10465" y="7963"/>
                    <a:pt x="10365" y="8065"/>
                    <a:pt x="10239" y="8065"/>
                  </a:cubicBezTo>
                  <a:cubicBezTo>
                    <a:pt x="10113" y="8065"/>
                    <a:pt x="10013" y="7963"/>
                    <a:pt x="10013" y="7837"/>
                  </a:cubicBezTo>
                  <a:cubicBezTo>
                    <a:pt x="10013" y="7713"/>
                    <a:pt x="10113" y="7611"/>
                    <a:pt x="10239" y="7611"/>
                  </a:cubicBezTo>
                  <a:close/>
                  <a:moveTo>
                    <a:pt x="43251" y="7751"/>
                  </a:moveTo>
                  <a:cubicBezTo>
                    <a:pt x="43375" y="7751"/>
                    <a:pt x="43477" y="7853"/>
                    <a:pt x="43477" y="7977"/>
                  </a:cubicBezTo>
                  <a:cubicBezTo>
                    <a:pt x="43477" y="8103"/>
                    <a:pt x="43377" y="8205"/>
                    <a:pt x="43251" y="8205"/>
                  </a:cubicBezTo>
                  <a:cubicBezTo>
                    <a:pt x="43125" y="8205"/>
                    <a:pt x="43025" y="8103"/>
                    <a:pt x="43025" y="7977"/>
                  </a:cubicBezTo>
                  <a:cubicBezTo>
                    <a:pt x="43025" y="7853"/>
                    <a:pt x="43126" y="7751"/>
                    <a:pt x="43251" y="7751"/>
                  </a:cubicBezTo>
                  <a:close/>
                  <a:moveTo>
                    <a:pt x="1238" y="5313"/>
                  </a:moveTo>
                  <a:cubicBezTo>
                    <a:pt x="1385" y="5313"/>
                    <a:pt x="1505" y="5446"/>
                    <a:pt x="1505" y="5608"/>
                  </a:cubicBezTo>
                  <a:lnTo>
                    <a:pt x="1505" y="8032"/>
                  </a:lnTo>
                  <a:cubicBezTo>
                    <a:pt x="1505" y="8196"/>
                    <a:pt x="1385" y="8328"/>
                    <a:pt x="1238" y="8328"/>
                  </a:cubicBezTo>
                  <a:lnTo>
                    <a:pt x="100" y="8328"/>
                  </a:lnTo>
                  <a:lnTo>
                    <a:pt x="100" y="5583"/>
                  </a:lnTo>
                  <a:cubicBezTo>
                    <a:pt x="100" y="5583"/>
                    <a:pt x="119" y="5492"/>
                    <a:pt x="143" y="5410"/>
                  </a:cubicBezTo>
                  <a:cubicBezTo>
                    <a:pt x="160" y="5352"/>
                    <a:pt x="209" y="5313"/>
                    <a:pt x="264" y="5313"/>
                  </a:cubicBezTo>
                  <a:close/>
                  <a:moveTo>
                    <a:pt x="13133" y="7696"/>
                  </a:moveTo>
                  <a:cubicBezTo>
                    <a:pt x="13232" y="7696"/>
                    <a:pt x="13297" y="7713"/>
                    <a:pt x="13306" y="7748"/>
                  </a:cubicBezTo>
                  <a:lnTo>
                    <a:pt x="13359" y="7950"/>
                  </a:lnTo>
                  <a:cubicBezTo>
                    <a:pt x="13383" y="8041"/>
                    <a:pt x="13034" y="8205"/>
                    <a:pt x="12645" y="8285"/>
                  </a:cubicBezTo>
                  <a:lnTo>
                    <a:pt x="12225" y="8373"/>
                  </a:lnTo>
                  <a:cubicBezTo>
                    <a:pt x="12203" y="8223"/>
                    <a:pt x="12166" y="8080"/>
                    <a:pt x="12113" y="7943"/>
                  </a:cubicBezTo>
                  <a:lnTo>
                    <a:pt x="12511" y="7813"/>
                  </a:lnTo>
                  <a:cubicBezTo>
                    <a:pt x="12743" y="7737"/>
                    <a:pt x="12979" y="7696"/>
                    <a:pt x="13133" y="7696"/>
                  </a:cubicBezTo>
                  <a:close/>
                  <a:moveTo>
                    <a:pt x="7398" y="7838"/>
                  </a:moveTo>
                  <a:cubicBezTo>
                    <a:pt x="7549" y="7838"/>
                    <a:pt x="7759" y="7867"/>
                    <a:pt x="7968" y="7924"/>
                  </a:cubicBezTo>
                  <a:lnTo>
                    <a:pt x="8337" y="8023"/>
                  </a:lnTo>
                  <a:cubicBezTo>
                    <a:pt x="8290" y="8162"/>
                    <a:pt x="8258" y="8309"/>
                    <a:pt x="8242" y="8461"/>
                  </a:cubicBezTo>
                  <a:lnTo>
                    <a:pt x="7874" y="8406"/>
                  </a:lnTo>
                  <a:cubicBezTo>
                    <a:pt x="7480" y="8345"/>
                    <a:pt x="7117" y="8196"/>
                    <a:pt x="7135" y="8104"/>
                  </a:cubicBezTo>
                  <a:lnTo>
                    <a:pt x="7179" y="7900"/>
                  </a:lnTo>
                  <a:cubicBezTo>
                    <a:pt x="7188" y="7858"/>
                    <a:pt x="7273" y="7838"/>
                    <a:pt x="7398" y="7838"/>
                  </a:cubicBezTo>
                  <a:close/>
                  <a:moveTo>
                    <a:pt x="46145" y="7836"/>
                  </a:moveTo>
                  <a:cubicBezTo>
                    <a:pt x="46243" y="7836"/>
                    <a:pt x="46309" y="7853"/>
                    <a:pt x="46318" y="7888"/>
                  </a:cubicBezTo>
                  <a:lnTo>
                    <a:pt x="46372" y="8090"/>
                  </a:lnTo>
                  <a:cubicBezTo>
                    <a:pt x="46396" y="8181"/>
                    <a:pt x="46045" y="8345"/>
                    <a:pt x="45658" y="8425"/>
                  </a:cubicBezTo>
                  <a:lnTo>
                    <a:pt x="45237" y="8513"/>
                  </a:lnTo>
                  <a:cubicBezTo>
                    <a:pt x="45216" y="8363"/>
                    <a:pt x="45177" y="8219"/>
                    <a:pt x="45125" y="8083"/>
                  </a:cubicBezTo>
                  <a:lnTo>
                    <a:pt x="45522" y="7953"/>
                  </a:lnTo>
                  <a:cubicBezTo>
                    <a:pt x="45754" y="7877"/>
                    <a:pt x="45991" y="7836"/>
                    <a:pt x="46145" y="7836"/>
                  </a:cubicBezTo>
                  <a:close/>
                  <a:moveTo>
                    <a:pt x="40412" y="7977"/>
                  </a:moveTo>
                  <a:cubicBezTo>
                    <a:pt x="40562" y="7977"/>
                    <a:pt x="40771" y="8006"/>
                    <a:pt x="40979" y="8062"/>
                  </a:cubicBezTo>
                  <a:lnTo>
                    <a:pt x="41348" y="8162"/>
                  </a:lnTo>
                  <a:cubicBezTo>
                    <a:pt x="41302" y="8302"/>
                    <a:pt x="41269" y="8449"/>
                    <a:pt x="41254" y="8601"/>
                  </a:cubicBezTo>
                  <a:lnTo>
                    <a:pt x="40886" y="8544"/>
                  </a:lnTo>
                  <a:cubicBezTo>
                    <a:pt x="40492" y="8485"/>
                    <a:pt x="40128" y="8336"/>
                    <a:pt x="40148" y="8244"/>
                  </a:cubicBezTo>
                  <a:lnTo>
                    <a:pt x="40191" y="8039"/>
                  </a:lnTo>
                  <a:cubicBezTo>
                    <a:pt x="40200" y="7998"/>
                    <a:pt x="40285" y="7977"/>
                    <a:pt x="40412" y="7977"/>
                  </a:cubicBezTo>
                  <a:close/>
                  <a:moveTo>
                    <a:pt x="221" y="4694"/>
                  </a:moveTo>
                  <a:cubicBezTo>
                    <a:pt x="146" y="4694"/>
                    <a:pt x="79" y="4746"/>
                    <a:pt x="57" y="4825"/>
                  </a:cubicBezTo>
                  <a:cubicBezTo>
                    <a:pt x="24" y="4936"/>
                    <a:pt x="0" y="5058"/>
                    <a:pt x="0" y="5058"/>
                  </a:cubicBezTo>
                  <a:lnTo>
                    <a:pt x="0" y="8759"/>
                  </a:lnTo>
                  <a:lnTo>
                    <a:pt x="1534" y="8759"/>
                  </a:lnTo>
                  <a:cubicBezTo>
                    <a:pt x="1733" y="8759"/>
                    <a:pt x="1894" y="8581"/>
                    <a:pt x="1894" y="8360"/>
                  </a:cubicBezTo>
                  <a:lnTo>
                    <a:pt x="1894" y="5092"/>
                  </a:lnTo>
                  <a:cubicBezTo>
                    <a:pt x="1894" y="4872"/>
                    <a:pt x="1733" y="4694"/>
                    <a:pt x="1534" y="4694"/>
                  </a:cubicBezTo>
                  <a:close/>
                  <a:moveTo>
                    <a:pt x="9482" y="8434"/>
                  </a:moveTo>
                  <a:cubicBezTo>
                    <a:pt x="9606" y="8434"/>
                    <a:pt x="9708" y="8536"/>
                    <a:pt x="9708" y="8661"/>
                  </a:cubicBezTo>
                  <a:cubicBezTo>
                    <a:pt x="9708" y="8786"/>
                    <a:pt x="9606" y="8888"/>
                    <a:pt x="9482" y="8888"/>
                  </a:cubicBezTo>
                  <a:cubicBezTo>
                    <a:pt x="9356" y="8888"/>
                    <a:pt x="9254" y="8786"/>
                    <a:pt x="9254" y="8661"/>
                  </a:cubicBezTo>
                  <a:cubicBezTo>
                    <a:pt x="9254" y="8536"/>
                    <a:pt x="9356" y="8434"/>
                    <a:pt x="9482" y="8434"/>
                  </a:cubicBezTo>
                  <a:close/>
                  <a:moveTo>
                    <a:pt x="11046" y="8434"/>
                  </a:moveTo>
                  <a:cubicBezTo>
                    <a:pt x="11171" y="8434"/>
                    <a:pt x="11272" y="8536"/>
                    <a:pt x="11272" y="8661"/>
                  </a:cubicBezTo>
                  <a:cubicBezTo>
                    <a:pt x="11272" y="8786"/>
                    <a:pt x="11171" y="8888"/>
                    <a:pt x="11046" y="8888"/>
                  </a:cubicBezTo>
                  <a:cubicBezTo>
                    <a:pt x="10921" y="8888"/>
                    <a:pt x="10819" y="8786"/>
                    <a:pt x="10819" y="8661"/>
                  </a:cubicBezTo>
                  <a:cubicBezTo>
                    <a:pt x="10819" y="8536"/>
                    <a:pt x="10921" y="8434"/>
                    <a:pt x="11046" y="8434"/>
                  </a:cubicBezTo>
                  <a:close/>
                  <a:moveTo>
                    <a:pt x="42493" y="8574"/>
                  </a:moveTo>
                  <a:cubicBezTo>
                    <a:pt x="42618" y="8574"/>
                    <a:pt x="42719" y="8676"/>
                    <a:pt x="42719" y="8801"/>
                  </a:cubicBezTo>
                  <a:cubicBezTo>
                    <a:pt x="42719" y="8926"/>
                    <a:pt x="42618" y="9027"/>
                    <a:pt x="42493" y="9027"/>
                  </a:cubicBezTo>
                  <a:cubicBezTo>
                    <a:pt x="42367" y="9027"/>
                    <a:pt x="42266" y="8926"/>
                    <a:pt x="42266" y="8801"/>
                  </a:cubicBezTo>
                  <a:cubicBezTo>
                    <a:pt x="42266" y="8676"/>
                    <a:pt x="42367" y="8574"/>
                    <a:pt x="42493" y="8574"/>
                  </a:cubicBezTo>
                  <a:close/>
                  <a:moveTo>
                    <a:pt x="44058" y="8574"/>
                  </a:moveTo>
                  <a:cubicBezTo>
                    <a:pt x="44182" y="8574"/>
                    <a:pt x="44284" y="8676"/>
                    <a:pt x="44284" y="8801"/>
                  </a:cubicBezTo>
                  <a:cubicBezTo>
                    <a:pt x="44284" y="8926"/>
                    <a:pt x="44182" y="9027"/>
                    <a:pt x="44058" y="9027"/>
                  </a:cubicBezTo>
                  <a:cubicBezTo>
                    <a:pt x="43932" y="9027"/>
                    <a:pt x="43830" y="8926"/>
                    <a:pt x="43830" y="8801"/>
                  </a:cubicBezTo>
                  <a:cubicBezTo>
                    <a:pt x="43830" y="8676"/>
                    <a:pt x="43932" y="8574"/>
                    <a:pt x="44058" y="8574"/>
                  </a:cubicBezTo>
                  <a:close/>
                  <a:moveTo>
                    <a:pt x="12244" y="8578"/>
                  </a:moveTo>
                  <a:lnTo>
                    <a:pt x="12665" y="8582"/>
                  </a:lnTo>
                  <a:cubicBezTo>
                    <a:pt x="13063" y="8588"/>
                    <a:pt x="13445" y="8684"/>
                    <a:pt x="13438" y="8777"/>
                  </a:cubicBezTo>
                  <a:lnTo>
                    <a:pt x="13424" y="8986"/>
                  </a:lnTo>
                  <a:cubicBezTo>
                    <a:pt x="13419" y="9053"/>
                    <a:pt x="13223" y="9094"/>
                    <a:pt x="12968" y="9094"/>
                  </a:cubicBezTo>
                  <a:cubicBezTo>
                    <a:pt x="12865" y="9094"/>
                    <a:pt x="12753" y="9087"/>
                    <a:pt x="12639" y="9073"/>
                  </a:cubicBezTo>
                  <a:lnTo>
                    <a:pt x="12214" y="9020"/>
                  </a:lnTo>
                  <a:lnTo>
                    <a:pt x="12212" y="9020"/>
                  </a:lnTo>
                  <a:cubicBezTo>
                    <a:pt x="12234" y="8905"/>
                    <a:pt x="12245" y="8784"/>
                    <a:pt x="12245" y="8661"/>
                  </a:cubicBezTo>
                  <a:cubicBezTo>
                    <a:pt x="12245" y="8633"/>
                    <a:pt x="12245" y="8605"/>
                    <a:pt x="12244" y="8578"/>
                  </a:cubicBezTo>
                  <a:close/>
                  <a:moveTo>
                    <a:pt x="8234" y="8677"/>
                  </a:moveTo>
                  <a:cubicBezTo>
                    <a:pt x="8234" y="8831"/>
                    <a:pt x="8252" y="8979"/>
                    <a:pt x="8286" y="9124"/>
                  </a:cubicBezTo>
                  <a:lnTo>
                    <a:pt x="7920" y="9189"/>
                  </a:lnTo>
                  <a:cubicBezTo>
                    <a:pt x="7765" y="9216"/>
                    <a:pt x="7609" y="9229"/>
                    <a:pt x="7478" y="9229"/>
                  </a:cubicBezTo>
                  <a:cubicBezTo>
                    <a:pt x="7276" y="9229"/>
                    <a:pt x="7130" y="9198"/>
                    <a:pt x="7124" y="9142"/>
                  </a:cubicBezTo>
                  <a:lnTo>
                    <a:pt x="7098" y="8934"/>
                  </a:lnTo>
                  <a:cubicBezTo>
                    <a:pt x="7087" y="8842"/>
                    <a:pt x="7456" y="8728"/>
                    <a:pt x="7852" y="8702"/>
                  </a:cubicBezTo>
                  <a:lnTo>
                    <a:pt x="8234" y="8677"/>
                  </a:lnTo>
                  <a:close/>
                  <a:moveTo>
                    <a:pt x="45255" y="8718"/>
                  </a:moveTo>
                  <a:lnTo>
                    <a:pt x="45676" y="8722"/>
                  </a:lnTo>
                  <a:cubicBezTo>
                    <a:pt x="46075" y="8728"/>
                    <a:pt x="46457" y="8824"/>
                    <a:pt x="46450" y="8917"/>
                  </a:cubicBezTo>
                  <a:lnTo>
                    <a:pt x="46435" y="9126"/>
                  </a:lnTo>
                  <a:cubicBezTo>
                    <a:pt x="46430" y="9193"/>
                    <a:pt x="46235" y="9234"/>
                    <a:pt x="45980" y="9234"/>
                  </a:cubicBezTo>
                  <a:cubicBezTo>
                    <a:pt x="45877" y="9234"/>
                    <a:pt x="45764" y="9227"/>
                    <a:pt x="45651" y="9213"/>
                  </a:cubicBezTo>
                  <a:lnTo>
                    <a:pt x="45225" y="9160"/>
                  </a:lnTo>
                  <a:cubicBezTo>
                    <a:pt x="45247" y="9043"/>
                    <a:pt x="45257" y="8923"/>
                    <a:pt x="45257" y="8801"/>
                  </a:cubicBezTo>
                  <a:cubicBezTo>
                    <a:pt x="45257" y="8773"/>
                    <a:pt x="45257" y="8745"/>
                    <a:pt x="45255" y="8718"/>
                  </a:cubicBezTo>
                  <a:close/>
                  <a:moveTo>
                    <a:pt x="41245" y="8817"/>
                  </a:moveTo>
                  <a:cubicBezTo>
                    <a:pt x="41247" y="8970"/>
                    <a:pt x="41265" y="9119"/>
                    <a:pt x="41297" y="9262"/>
                  </a:cubicBezTo>
                  <a:lnTo>
                    <a:pt x="40931" y="9329"/>
                  </a:lnTo>
                  <a:cubicBezTo>
                    <a:pt x="40776" y="9356"/>
                    <a:pt x="40621" y="9369"/>
                    <a:pt x="40490" y="9369"/>
                  </a:cubicBezTo>
                  <a:cubicBezTo>
                    <a:pt x="40288" y="9369"/>
                    <a:pt x="40142" y="9338"/>
                    <a:pt x="40136" y="9282"/>
                  </a:cubicBezTo>
                  <a:lnTo>
                    <a:pt x="40110" y="9074"/>
                  </a:lnTo>
                  <a:cubicBezTo>
                    <a:pt x="40099" y="8981"/>
                    <a:pt x="40468" y="8868"/>
                    <a:pt x="40863" y="8842"/>
                  </a:cubicBezTo>
                  <a:lnTo>
                    <a:pt x="41245" y="8817"/>
                  </a:lnTo>
                  <a:close/>
                  <a:moveTo>
                    <a:pt x="10239" y="9176"/>
                  </a:moveTo>
                  <a:cubicBezTo>
                    <a:pt x="10364" y="9176"/>
                    <a:pt x="10465" y="9278"/>
                    <a:pt x="10465" y="9402"/>
                  </a:cubicBezTo>
                  <a:cubicBezTo>
                    <a:pt x="10465" y="9528"/>
                    <a:pt x="10365" y="9630"/>
                    <a:pt x="10239" y="9630"/>
                  </a:cubicBezTo>
                  <a:cubicBezTo>
                    <a:pt x="10113" y="9630"/>
                    <a:pt x="10013" y="9528"/>
                    <a:pt x="10013" y="9402"/>
                  </a:cubicBezTo>
                  <a:cubicBezTo>
                    <a:pt x="10013" y="9278"/>
                    <a:pt x="10113" y="9176"/>
                    <a:pt x="10239" y="9176"/>
                  </a:cubicBezTo>
                  <a:close/>
                  <a:moveTo>
                    <a:pt x="43251" y="9316"/>
                  </a:moveTo>
                  <a:cubicBezTo>
                    <a:pt x="43375" y="9316"/>
                    <a:pt x="43477" y="9418"/>
                    <a:pt x="43477" y="9542"/>
                  </a:cubicBezTo>
                  <a:cubicBezTo>
                    <a:pt x="43477" y="9668"/>
                    <a:pt x="43377" y="9770"/>
                    <a:pt x="43251" y="9770"/>
                  </a:cubicBezTo>
                  <a:cubicBezTo>
                    <a:pt x="43125" y="9770"/>
                    <a:pt x="43025" y="9668"/>
                    <a:pt x="43025" y="9542"/>
                  </a:cubicBezTo>
                  <a:cubicBezTo>
                    <a:pt x="43025" y="9418"/>
                    <a:pt x="43126" y="9316"/>
                    <a:pt x="43251" y="9316"/>
                  </a:cubicBezTo>
                  <a:close/>
                  <a:moveTo>
                    <a:pt x="10239" y="7401"/>
                  </a:moveTo>
                  <a:cubicBezTo>
                    <a:pt x="9542" y="7401"/>
                    <a:pt x="8978" y="7965"/>
                    <a:pt x="8978" y="8661"/>
                  </a:cubicBezTo>
                  <a:cubicBezTo>
                    <a:pt x="8978" y="9357"/>
                    <a:pt x="9542" y="9922"/>
                    <a:pt x="10239" y="9922"/>
                  </a:cubicBezTo>
                  <a:cubicBezTo>
                    <a:pt x="10935" y="9922"/>
                    <a:pt x="11500" y="9357"/>
                    <a:pt x="11500" y="8661"/>
                  </a:cubicBezTo>
                  <a:cubicBezTo>
                    <a:pt x="11500" y="7965"/>
                    <a:pt x="10936" y="7401"/>
                    <a:pt x="10239" y="7401"/>
                  </a:cubicBezTo>
                  <a:close/>
                  <a:moveTo>
                    <a:pt x="12166" y="9221"/>
                  </a:moveTo>
                  <a:lnTo>
                    <a:pt x="12562" y="9361"/>
                  </a:lnTo>
                  <a:cubicBezTo>
                    <a:pt x="12938" y="9494"/>
                    <a:pt x="13267" y="9707"/>
                    <a:pt x="13230" y="9795"/>
                  </a:cubicBezTo>
                  <a:lnTo>
                    <a:pt x="13150" y="9987"/>
                  </a:lnTo>
                  <a:cubicBezTo>
                    <a:pt x="13140" y="10011"/>
                    <a:pt x="13105" y="10022"/>
                    <a:pt x="13052" y="10022"/>
                  </a:cubicBezTo>
                  <a:cubicBezTo>
                    <a:pt x="12911" y="10022"/>
                    <a:pt x="12640" y="9943"/>
                    <a:pt x="12379" y="9816"/>
                  </a:cubicBezTo>
                  <a:lnTo>
                    <a:pt x="11996" y="9631"/>
                  </a:lnTo>
                  <a:cubicBezTo>
                    <a:pt x="12067" y="9502"/>
                    <a:pt x="12125" y="9365"/>
                    <a:pt x="12166" y="9221"/>
                  </a:cubicBezTo>
                  <a:close/>
                  <a:moveTo>
                    <a:pt x="43251" y="7541"/>
                  </a:moveTo>
                  <a:cubicBezTo>
                    <a:pt x="42554" y="7541"/>
                    <a:pt x="41990" y="8104"/>
                    <a:pt x="41990" y="8801"/>
                  </a:cubicBezTo>
                  <a:cubicBezTo>
                    <a:pt x="41990" y="9497"/>
                    <a:pt x="42554" y="10061"/>
                    <a:pt x="43251" y="10061"/>
                  </a:cubicBezTo>
                  <a:cubicBezTo>
                    <a:pt x="43948" y="10061"/>
                    <a:pt x="44512" y="9497"/>
                    <a:pt x="44512" y="8801"/>
                  </a:cubicBezTo>
                  <a:cubicBezTo>
                    <a:pt x="44512" y="8104"/>
                    <a:pt x="43948" y="7541"/>
                    <a:pt x="43251" y="7541"/>
                  </a:cubicBezTo>
                  <a:close/>
                  <a:moveTo>
                    <a:pt x="8347" y="9330"/>
                  </a:moveTo>
                  <a:cubicBezTo>
                    <a:pt x="8397" y="9473"/>
                    <a:pt x="8464" y="9608"/>
                    <a:pt x="8543" y="9734"/>
                  </a:cubicBezTo>
                  <a:lnTo>
                    <a:pt x="8214" y="9915"/>
                  </a:lnTo>
                  <a:cubicBezTo>
                    <a:pt x="7948" y="10062"/>
                    <a:pt x="7666" y="10158"/>
                    <a:pt x="7528" y="10158"/>
                  </a:cubicBezTo>
                  <a:cubicBezTo>
                    <a:pt x="7485" y="10158"/>
                    <a:pt x="7456" y="10149"/>
                    <a:pt x="7446" y="10129"/>
                  </a:cubicBezTo>
                  <a:lnTo>
                    <a:pt x="7356" y="9939"/>
                  </a:lnTo>
                  <a:cubicBezTo>
                    <a:pt x="7315" y="9856"/>
                    <a:pt x="7627" y="9628"/>
                    <a:pt x="7993" y="9477"/>
                  </a:cubicBezTo>
                  <a:lnTo>
                    <a:pt x="8347" y="9330"/>
                  </a:lnTo>
                  <a:close/>
                  <a:moveTo>
                    <a:pt x="45177" y="9361"/>
                  </a:moveTo>
                  <a:lnTo>
                    <a:pt x="45573" y="9501"/>
                  </a:lnTo>
                  <a:cubicBezTo>
                    <a:pt x="45949" y="9634"/>
                    <a:pt x="46278" y="9847"/>
                    <a:pt x="46243" y="9935"/>
                  </a:cubicBezTo>
                  <a:lnTo>
                    <a:pt x="46161" y="10127"/>
                  </a:lnTo>
                  <a:cubicBezTo>
                    <a:pt x="46152" y="10151"/>
                    <a:pt x="46117" y="10161"/>
                    <a:pt x="46064" y="10161"/>
                  </a:cubicBezTo>
                  <a:cubicBezTo>
                    <a:pt x="45923" y="10161"/>
                    <a:pt x="45652" y="10083"/>
                    <a:pt x="45392" y="9956"/>
                  </a:cubicBezTo>
                  <a:lnTo>
                    <a:pt x="45008" y="9771"/>
                  </a:lnTo>
                  <a:cubicBezTo>
                    <a:pt x="45078" y="9642"/>
                    <a:pt x="45136" y="9505"/>
                    <a:pt x="45177" y="9361"/>
                  </a:cubicBezTo>
                  <a:close/>
                  <a:moveTo>
                    <a:pt x="10239" y="7010"/>
                  </a:moveTo>
                  <a:cubicBezTo>
                    <a:pt x="11145" y="7010"/>
                    <a:pt x="11879" y="7745"/>
                    <a:pt x="11879" y="8652"/>
                  </a:cubicBezTo>
                  <a:cubicBezTo>
                    <a:pt x="11879" y="9558"/>
                    <a:pt x="11145" y="10291"/>
                    <a:pt x="10239" y="10291"/>
                  </a:cubicBezTo>
                  <a:cubicBezTo>
                    <a:pt x="9333" y="10291"/>
                    <a:pt x="8598" y="9558"/>
                    <a:pt x="8598" y="8652"/>
                  </a:cubicBezTo>
                  <a:cubicBezTo>
                    <a:pt x="8598" y="7745"/>
                    <a:pt x="9333" y="7010"/>
                    <a:pt x="10239" y="7010"/>
                  </a:cubicBezTo>
                  <a:close/>
                  <a:moveTo>
                    <a:pt x="41360" y="9470"/>
                  </a:moveTo>
                  <a:cubicBezTo>
                    <a:pt x="41409" y="9613"/>
                    <a:pt x="41476" y="9748"/>
                    <a:pt x="41555" y="9874"/>
                  </a:cubicBezTo>
                  <a:lnTo>
                    <a:pt x="41227" y="10055"/>
                  </a:lnTo>
                  <a:cubicBezTo>
                    <a:pt x="40960" y="10202"/>
                    <a:pt x="40678" y="10298"/>
                    <a:pt x="40540" y="10298"/>
                  </a:cubicBezTo>
                  <a:cubicBezTo>
                    <a:pt x="40497" y="10298"/>
                    <a:pt x="40468" y="10289"/>
                    <a:pt x="40458" y="10269"/>
                  </a:cubicBezTo>
                  <a:lnTo>
                    <a:pt x="40367" y="10079"/>
                  </a:lnTo>
                  <a:cubicBezTo>
                    <a:pt x="40326" y="9994"/>
                    <a:pt x="40639" y="9768"/>
                    <a:pt x="41006" y="9617"/>
                  </a:cubicBezTo>
                  <a:lnTo>
                    <a:pt x="41360" y="9470"/>
                  </a:lnTo>
                  <a:close/>
                  <a:moveTo>
                    <a:pt x="43251" y="7150"/>
                  </a:moveTo>
                  <a:cubicBezTo>
                    <a:pt x="44157" y="7150"/>
                    <a:pt x="44892" y="7885"/>
                    <a:pt x="44892" y="8791"/>
                  </a:cubicBezTo>
                  <a:cubicBezTo>
                    <a:pt x="44890" y="9697"/>
                    <a:pt x="44157" y="10431"/>
                    <a:pt x="43251" y="10431"/>
                  </a:cubicBezTo>
                  <a:cubicBezTo>
                    <a:pt x="42345" y="10431"/>
                    <a:pt x="41610" y="9697"/>
                    <a:pt x="41610" y="8791"/>
                  </a:cubicBezTo>
                  <a:cubicBezTo>
                    <a:pt x="41610" y="7885"/>
                    <a:pt x="42345" y="7150"/>
                    <a:pt x="43251" y="7150"/>
                  </a:cubicBezTo>
                  <a:close/>
                  <a:moveTo>
                    <a:pt x="9559" y="10550"/>
                  </a:moveTo>
                  <a:lnTo>
                    <a:pt x="9559" y="10550"/>
                  </a:lnTo>
                  <a:cubicBezTo>
                    <a:pt x="9576" y="10555"/>
                    <a:pt x="9593" y="10561"/>
                    <a:pt x="9609" y="10567"/>
                  </a:cubicBezTo>
                  <a:cubicBezTo>
                    <a:pt x="9592" y="10561"/>
                    <a:pt x="9576" y="10555"/>
                    <a:pt x="9559" y="10550"/>
                  </a:cubicBezTo>
                  <a:close/>
                  <a:moveTo>
                    <a:pt x="11887" y="9806"/>
                  </a:moveTo>
                  <a:lnTo>
                    <a:pt x="12214" y="10064"/>
                  </a:lnTo>
                  <a:cubicBezTo>
                    <a:pt x="12526" y="10311"/>
                    <a:pt x="12769" y="10620"/>
                    <a:pt x="12707" y="10690"/>
                  </a:cubicBezTo>
                  <a:lnTo>
                    <a:pt x="12569" y="10847"/>
                  </a:lnTo>
                  <a:cubicBezTo>
                    <a:pt x="12560" y="10856"/>
                    <a:pt x="12547" y="10861"/>
                    <a:pt x="12529" y="10861"/>
                  </a:cubicBezTo>
                  <a:cubicBezTo>
                    <a:pt x="12417" y="10861"/>
                    <a:pt x="12138" y="10678"/>
                    <a:pt x="11894" y="10437"/>
                  </a:cubicBezTo>
                  <a:lnTo>
                    <a:pt x="11595" y="10140"/>
                  </a:lnTo>
                  <a:cubicBezTo>
                    <a:pt x="11704" y="10041"/>
                    <a:pt x="11803" y="9928"/>
                    <a:pt x="11887" y="9806"/>
                  </a:cubicBezTo>
                  <a:close/>
                  <a:moveTo>
                    <a:pt x="8669" y="9909"/>
                  </a:moveTo>
                  <a:cubicBezTo>
                    <a:pt x="8762" y="10027"/>
                    <a:pt x="8868" y="10133"/>
                    <a:pt x="8984" y="10226"/>
                  </a:cubicBezTo>
                  <a:lnTo>
                    <a:pt x="8728" y="10509"/>
                  </a:lnTo>
                  <a:cubicBezTo>
                    <a:pt x="8492" y="10768"/>
                    <a:pt x="8213" y="10970"/>
                    <a:pt x="8103" y="10970"/>
                  </a:cubicBezTo>
                  <a:cubicBezTo>
                    <a:pt x="8088" y="10970"/>
                    <a:pt x="8076" y="10966"/>
                    <a:pt x="8068" y="10958"/>
                  </a:cubicBezTo>
                  <a:lnTo>
                    <a:pt x="7923" y="10808"/>
                  </a:lnTo>
                  <a:cubicBezTo>
                    <a:pt x="7858" y="10742"/>
                    <a:pt x="8079" y="10427"/>
                    <a:pt x="8378" y="10165"/>
                  </a:cubicBezTo>
                  <a:lnTo>
                    <a:pt x="8669" y="9909"/>
                  </a:lnTo>
                  <a:close/>
                  <a:moveTo>
                    <a:pt x="44899" y="9946"/>
                  </a:moveTo>
                  <a:lnTo>
                    <a:pt x="45225" y="10203"/>
                  </a:lnTo>
                  <a:cubicBezTo>
                    <a:pt x="45538" y="10451"/>
                    <a:pt x="45781" y="10759"/>
                    <a:pt x="45719" y="10830"/>
                  </a:cubicBezTo>
                  <a:lnTo>
                    <a:pt x="45580" y="10987"/>
                  </a:lnTo>
                  <a:cubicBezTo>
                    <a:pt x="45572" y="10996"/>
                    <a:pt x="45558" y="11000"/>
                    <a:pt x="45541" y="11000"/>
                  </a:cubicBezTo>
                  <a:cubicBezTo>
                    <a:pt x="45430" y="11000"/>
                    <a:pt x="45150" y="10819"/>
                    <a:pt x="44906" y="10577"/>
                  </a:cubicBezTo>
                  <a:lnTo>
                    <a:pt x="44606" y="10280"/>
                  </a:lnTo>
                  <a:cubicBezTo>
                    <a:pt x="44715" y="10179"/>
                    <a:pt x="44814" y="10068"/>
                    <a:pt x="44899" y="9946"/>
                  </a:cubicBezTo>
                  <a:close/>
                  <a:moveTo>
                    <a:pt x="41680" y="10049"/>
                  </a:moveTo>
                  <a:cubicBezTo>
                    <a:pt x="41774" y="10165"/>
                    <a:pt x="41880" y="10273"/>
                    <a:pt x="41996" y="10366"/>
                  </a:cubicBezTo>
                  <a:lnTo>
                    <a:pt x="41740" y="10649"/>
                  </a:lnTo>
                  <a:cubicBezTo>
                    <a:pt x="41504" y="10908"/>
                    <a:pt x="41225" y="11109"/>
                    <a:pt x="41116" y="11109"/>
                  </a:cubicBezTo>
                  <a:cubicBezTo>
                    <a:pt x="41100" y="11109"/>
                    <a:pt x="41088" y="11105"/>
                    <a:pt x="41080" y="11097"/>
                  </a:cubicBezTo>
                  <a:lnTo>
                    <a:pt x="40934" y="10948"/>
                  </a:lnTo>
                  <a:cubicBezTo>
                    <a:pt x="40869" y="10882"/>
                    <a:pt x="41091" y="10567"/>
                    <a:pt x="41389" y="10304"/>
                  </a:cubicBezTo>
                  <a:lnTo>
                    <a:pt x="41680" y="10049"/>
                  </a:lnTo>
                  <a:close/>
                  <a:moveTo>
                    <a:pt x="11434" y="10273"/>
                  </a:moveTo>
                  <a:lnTo>
                    <a:pt x="11657" y="10618"/>
                  </a:lnTo>
                  <a:cubicBezTo>
                    <a:pt x="11875" y="10953"/>
                    <a:pt x="12005" y="11323"/>
                    <a:pt x="11923" y="11370"/>
                  </a:cubicBezTo>
                  <a:lnTo>
                    <a:pt x="11742" y="11473"/>
                  </a:lnTo>
                  <a:cubicBezTo>
                    <a:pt x="11736" y="11476"/>
                    <a:pt x="11729" y="11478"/>
                    <a:pt x="11722" y="11478"/>
                  </a:cubicBezTo>
                  <a:cubicBezTo>
                    <a:pt x="11625" y="11478"/>
                    <a:pt x="11400" y="11199"/>
                    <a:pt x="11236" y="10868"/>
                  </a:cubicBezTo>
                  <a:lnTo>
                    <a:pt x="11049" y="10497"/>
                  </a:lnTo>
                  <a:cubicBezTo>
                    <a:pt x="11186" y="10437"/>
                    <a:pt x="11315" y="10360"/>
                    <a:pt x="11434" y="10273"/>
                  </a:cubicBezTo>
                  <a:close/>
                  <a:moveTo>
                    <a:pt x="9158" y="10352"/>
                  </a:moveTo>
                  <a:cubicBezTo>
                    <a:pt x="9284" y="10432"/>
                    <a:pt x="9418" y="10499"/>
                    <a:pt x="9559" y="10550"/>
                  </a:cubicBezTo>
                  <a:lnTo>
                    <a:pt x="9405" y="10905"/>
                  </a:lnTo>
                  <a:cubicBezTo>
                    <a:pt x="9257" y="11248"/>
                    <a:pt x="9039" y="11546"/>
                    <a:pt x="8943" y="11546"/>
                  </a:cubicBezTo>
                  <a:cubicBezTo>
                    <a:pt x="8937" y="11546"/>
                    <a:pt x="8931" y="11545"/>
                    <a:pt x="8926" y="11542"/>
                  </a:cubicBezTo>
                  <a:lnTo>
                    <a:pt x="8740" y="11449"/>
                  </a:lnTo>
                  <a:cubicBezTo>
                    <a:pt x="8656" y="11406"/>
                    <a:pt x="8765" y="11036"/>
                    <a:pt x="8963" y="10693"/>
                  </a:cubicBezTo>
                  <a:lnTo>
                    <a:pt x="9158" y="10352"/>
                  </a:lnTo>
                  <a:close/>
                  <a:moveTo>
                    <a:pt x="44445" y="10413"/>
                  </a:moveTo>
                  <a:lnTo>
                    <a:pt x="44669" y="10758"/>
                  </a:lnTo>
                  <a:cubicBezTo>
                    <a:pt x="44886" y="11093"/>
                    <a:pt x="45016" y="11463"/>
                    <a:pt x="44934" y="11510"/>
                  </a:cubicBezTo>
                  <a:lnTo>
                    <a:pt x="44753" y="11613"/>
                  </a:lnTo>
                  <a:cubicBezTo>
                    <a:pt x="44748" y="11616"/>
                    <a:pt x="44741" y="11618"/>
                    <a:pt x="44734" y="11618"/>
                  </a:cubicBezTo>
                  <a:cubicBezTo>
                    <a:pt x="44637" y="11618"/>
                    <a:pt x="44412" y="11338"/>
                    <a:pt x="44247" y="11008"/>
                  </a:cubicBezTo>
                  <a:lnTo>
                    <a:pt x="44062" y="10636"/>
                  </a:lnTo>
                  <a:cubicBezTo>
                    <a:pt x="44198" y="10577"/>
                    <a:pt x="44326" y="10500"/>
                    <a:pt x="44445" y="10413"/>
                  </a:cubicBezTo>
                  <a:close/>
                  <a:moveTo>
                    <a:pt x="42170" y="10492"/>
                  </a:moveTo>
                  <a:cubicBezTo>
                    <a:pt x="42295" y="10571"/>
                    <a:pt x="42430" y="10637"/>
                    <a:pt x="42571" y="10690"/>
                  </a:cubicBezTo>
                  <a:lnTo>
                    <a:pt x="42417" y="11044"/>
                  </a:lnTo>
                  <a:cubicBezTo>
                    <a:pt x="42268" y="11388"/>
                    <a:pt x="42051" y="11686"/>
                    <a:pt x="41955" y="11686"/>
                  </a:cubicBezTo>
                  <a:cubicBezTo>
                    <a:pt x="41949" y="11686"/>
                    <a:pt x="41943" y="11685"/>
                    <a:pt x="41938" y="11682"/>
                  </a:cubicBezTo>
                  <a:lnTo>
                    <a:pt x="41751" y="11587"/>
                  </a:lnTo>
                  <a:cubicBezTo>
                    <a:pt x="41668" y="11546"/>
                    <a:pt x="41777" y="11176"/>
                    <a:pt x="41974" y="10831"/>
                  </a:cubicBezTo>
                  <a:lnTo>
                    <a:pt x="42170" y="10492"/>
                  </a:lnTo>
                  <a:close/>
                  <a:moveTo>
                    <a:pt x="10854" y="10571"/>
                  </a:moveTo>
                  <a:lnTo>
                    <a:pt x="10953" y="10963"/>
                  </a:lnTo>
                  <a:cubicBezTo>
                    <a:pt x="11049" y="11350"/>
                    <a:pt x="11055" y="11743"/>
                    <a:pt x="10962" y="11760"/>
                  </a:cubicBezTo>
                  <a:lnTo>
                    <a:pt x="10757" y="11799"/>
                  </a:lnTo>
                  <a:cubicBezTo>
                    <a:pt x="10754" y="11800"/>
                    <a:pt x="10752" y="11800"/>
                    <a:pt x="10750" y="11800"/>
                  </a:cubicBezTo>
                  <a:cubicBezTo>
                    <a:pt x="10658" y="11800"/>
                    <a:pt x="10524" y="11448"/>
                    <a:pt x="10472" y="11064"/>
                  </a:cubicBezTo>
                  <a:lnTo>
                    <a:pt x="10417" y="10660"/>
                  </a:lnTo>
                  <a:cubicBezTo>
                    <a:pt x="10569" y="10646"/>
                    <a:pt x="10714" y="10616"/>
                    <a:pt x="10854" y="10571"/>
                  </a:cubicBezTo>
                  <a:close/>
                  <a:moveTo>
                    <a:pt x="9763" y="10611"/>
                  </a:moveTo>
                  <a:cubicBezTo>
                    <a:pt x="9916" y="10647"/>
                    <a:pt x="10075" y="10667"/>
                    <a:pt x="10239" y="10667"/>
                  </a:cubicBezTo>
                  <a:lnTo>
                    <a:pt x="10207" y="10667"/>
                  </a:lnTo>
                  <a:lnTo>
                    <a:pt x="10174" y="11061"/>
                  </a:lnTo>
                  <a:cubicBezTo>
                    <a:pt x="10142" y="11453"/>
                    <a:pt x="10023" y="11819"/>
                    <a:pt x="9931" y="11819"/>
                  </a:cubicBezTo>
                  <a:cubicBezTo>
                    <a:pt x="9929" y="11819"/>
                    <a:pt x="9927" y="11819"/>
                    <a:pt x="9925" y="11819"/>
                  </a:cubicBezTo>
                  <a:lnTo>
                    <a:pt x="9719" y="11791"/>
                  </a:lnTo>
                  <a:cubicBezTo>
                    <a:pt x="9626" y="11778"/>
                    <a:pt x="9610" y="11392"/>
                    <a:pt x="9687" y="11002"/>
                  </a:cubicBezTo>
                  <a:lnTo>
                    <a:pt x="9763" y="10611"/>
                  </a:lnTo>
                  <a:close/>
                  <a:moveTo>
                    <a:pt x="43866" y="10711"/>
                  </a:moveTo>
                  <a:lnTo>
                    <a:pt x="43965" y="11102"/>
                  </a:lnTo>
                  <a:cubicBezTo>
                    <a:pt x="44062" y="11490"/>
                    <a:pt x="44066" y="11881"/>
                    <a:pt x="43973" y="11900"/>
                  </a:cubicBezTo>
                  <a:lnTo>
                    <a:pt x="43768" y="11939"/>
                  </a:lnTo>
                  <a:cubicBezTo>
                    <a:pt x="43766" y="11940"/>
                    <a:pt x="43764" y="11940"/>
                    <a:pt x="43762" y="11940"/>
                  </a:cubicBezTo>
                  <a:cubicBezTo>
                    <a:pt x="43670" y="11940"/>
                    <a:pt x="43537" y="11588"/>
                    <a:pt x="43484" y="11203"/>
                  </a:cubicBezTo>
                  <a:lnTo>
                    <a:pt x="43429" y="10800"/>
                  </a:lnTo>
                  <a:cubicBezTo>
                    <a:pt x="43580" y="10786"/>
                    <a:pt x="43726" y="10756"/>
                    <a:pt x="43866" y="10711"/>
                  </a:cubicBezTo>
                  <a:close/>
                  <a:moveTo>
                    <a:pt x="42774" y="10750"/>
                  </a:moveTo>
                  <a:cubicBezTo>
                    <a:pt x="42927" y="10787"/>
                    <a:pt x="43087" y="10807"/>
                    <a:pt x="43251" y="10807"/>
                  </a:cubicBezTo>
                  <a:lnTo>
                    <a:pt x="43218" y="10807"/>
                  </a:lnTo>
                  <a:lnTo>
                    <a:pt x="43186" y="11201"/>
                  </a:lnTo>
                  <a:cubicBezTo>
                    <a:pt x="43154" y="11592"/>
                    <a:pt x="43034" y="11959"/>
                    <a:pt x="42942" y="11959"/>
                  </a:cubicBezTo>
                  <a:cubicBezTo>
                    <a:pt x="42940" y="11959"/>
                    <a:pt x="42939" y="11959"/>
                    <a:pt x="42937" y="11959"/>
                  </a:cubicBezTo>
                  <a:lnTo>
                    <a:pt x="42731" y="11931"/>
                  </a:lnTo>
                  <a:cubicBezTo>
                    <a:pt x="42637" y="11917"/>
                    <a:pt x="42622" y="11532"/>
                    <a:pt x="42698" y="11142"/>
                  </a:cubicBezTo>
                  <a:lnTo>
                    <a:pt x="42774" y="10750"/>
                  </a:lnTo>
                  <a:close/>
                  <a:moveTo>
                    <a:pt x="10263" y="5143"/>
                  </a:moveTo>
                  <a:cubicBezTo>
                    <a:pt x="8320" y="5143"/>
                    <a:pt x="6745" y="6718"/>
                    <a:pt x="6745" y="8661"/>
                  </a:cubicBezTo>
                  <a:cubicBezTo>
                    <a:pt x="6745" y="10603"/>
                    <a:pt x="8320" y="12180"/>
                    <a:pt x="10263" y="12180"/>
                  </a:cubicBezTo>
                  <a:cubicBezTo>
                    <a:pt x="12207" y="12180"/>
                    <a:pt x="13781" y="10603"/>
                    <a:pt x="13781" y="8661"/>
                  </a:cubicBezTo>
                  <a:cubicBezTo>
                    <a:pt x="13781" y="6718"/>
                    <a:pt x="12207" y="5143"/>
                    <a:pt x="10263" y="5143"/>
                  </a:cubicBezTo>
                  <a:close/>
                  <a:moveTo>
                    <a:pt x="43275" y="5283"/>
                  </a:moveTo>
                  <a:cubicBezTo>
                    <a:pt x="41331" y="5283"/>
                    <a:pt x="39757" y="6858"/>
                    <a:pt x="39757" y="8801"/>
                  </a:cubicBezTo>
                  <a:cubicBezTo>
                    <a:pt x="39757" y="10743"/>
                    <a:pt x="41333" y="12318"/>
                    <a:pt x="43275" y="12318"/>
                  </a:cubicBezTo>
                  <a:cubicBezTo>
                    <a:pt x="45218" y="12318"/>
                    <a:pt x="46793" y="10743"/>
                    <a:pt x="46793" y="8801"/>
                  </a:cubicBezTo>
                  <a:cubicBezTo>
                    <a:pt x="46793" y="6858"/>
                    <a:pt x="45218" y="5283"/>
                    <a:pt x="43275" y="5283"/>
                  </a:cubicBezTo>
                  <a:close/>
                </a:path>
              </a:pathLst>
            </a:custGeom>
            <a:gradFill>
              <a:gsLst>
                <a:gs pos="0">
                  <a:schemeClr val="accent2"/>
                </a:gs>
                <a:gs pos="100000">
                  <a:schemeClr val="accent6"/>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141" name="Google Shape;5141;p68"/>
            <p:cNvSpPr/>
            <p:nvPr/>
          </p:nvSpPr>
          <p:spPr>
            <a:xfrm>
              <a:off x="5045121" y="2014492"/>
              <a:ext cx="1645988" cy="38993"/>
            </a:xfrm>
            <a:custGeom>
              <a:avLst/>
              <a:gdLst/>
              <a:ahLst/>
              <a:cxnLst/>
              <a:rect l="l" t="t" r="r" b="b"/>
              <a:pathLst>
                <a:path w="28198" h="668" extrusionOk="0">
                  <a:moveTo>
                    <a:pt x="334" y="0"/>
                  </a:moveTo>
                  <a:cubicBezTo>
                    <a:pt x="150" y="0"/>
                    <a:pt x="0" y="150"/>
                    <a:pt x="0" y="334"/>
                  </a:cubicBezTo>
                  <a:cubicBezTo>
                    <a:pt x="0" y="517"/>
                    <a:pt x="150" y="667"/>
                    <a:pt x="334" y="667"/>
                  </a:cubicBezTo>
                  <a:lnTo>
                    <a:pt x="27865" y="667"/>
                  </a:lnTo>
                  <a:cubicBezTo>
                    <a:pt x="28048" y="667"/>
                    <a:pt x="28198" y="517"/>
                    <a:pt x="28198" y="334"/>
                  </a:cubicBezTo>
                  <a:cubicBezTo>
                    <a:pt x="28198" y="150"/>
                    <a:pt x="28048" y="0"/>
                    <a:pt x="27865" y="0"/>
                  </a:cubicBezTo>
                  <a:close/>
                </a:path>
              </a:pathLst>
            </a:custGeom>
            <a:solidFill>
              <a:srgbClr val="8A8A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142" name="Google Shape;5142;p68"/>
            <p:cNvSpPr/>
            <p:nvPr/>
          </p:nvSpPr>
          <p:spPr>
            <a:xfrm>
              <a:off x="5016402" y="1629759"/>
              <a:ext cx="1656787" cy="401428"/>
            </a:xfrm>
            <a:custGeom>
              <a:avLst/>
              <a:gdLst/>
              <a:ahLst/>
              <a:cxnLst/>
              <a:rect l="l" t="t" r="r" b="b"/>
              <a:pathLst>
                <a:path w="28383" h="6877" extrusionOk="0">
                  <a:moveTo>
                    <a:pt x="13720" y="1"/>
                  </a:moveTo>
                  <a:cubicBezTo>
                    <a:pt x="11166" y="1"/>
                    <a:pt x="8907" y="60"/>
                    <a:pt x="7879" y="238"/>
                  </a:cubicBezTo>
                  <a:cubicBezTo>
                    <a:pt x="4795" y="772"/>
                    <a:pt x="672" y="5483"/>
                    <a:pt x="672" y="5483"/>
                  </a:cubicBezTo>
                  <a:cubicBezTo>
                    <a:pt x="0" y="6342"/>
                    <a:pt x="225" y="6717"/>
                    <a:pt x="495" y="6877"/>
                  </a:cubicBezTo>
                  <a:cubicBezTo>
                    <a:pt x="519" y="6717"/>
                    <a:pt x="658" y="6591"/>
                    <a:pt x="826" y="6591"/>
                  </a:cubicBezTo>
                  <a:lnTo>
                    <a:pt x="1405" y="6591"/>
                  </a:lnTo>
                  <a:cubicBezTo>
                    <a:pt x="1391" y="6519"/>
                    <a:pt x="1397" y="6433"/>
                    <a:pt x="1434" y="6332"/>
                  </a:cubicBezTo>
                  <a:cubicBezTo>
                    <a:pt x="1631" y="5792"/>
                    <a:pt x="6224" y="1606"/>
                    <a:pt x="7654" y="919"/>
                  </a:cubicBezTo>
                  <a:cubicBezTo>
                    <a:pt x="7779" y="858"/>
                    <a:pt x="7916" y="827"/>
                    <a:pt x="8053" y="827"/>
                  </a:cubicBezTo>
                  <a:lnTo>
                    <a:pt x="13931" y="827"/>
                  </a:lnTo>
                  <a:cubicBezTo>
                    <a:pt x="14279" y="827"/>
                    <a:pt x="14582" y="1021"/>
                    <a:pt x="14740" y="1309"/>
                  </a:cubicBezTo>
                  <a:cubicBezTo>
                    <a:pt x="14805" y="1426"/>
                    <a:pt x="14845" y="1561"/>
                    <a:pt x="14853" y="1703"/>
                  </a:cubicBezTo>
                  <a:cubicBezTo>
                    <a:pt x="14860" y="1821"/>
                    <a:pt x="14864" y="1955"/>
                    <a:pt x="14864" y="2106"/>
                  </a:cubicBezTo>
                  <a:lnTo>
                    <a:pt x="14864" y="6067"/>
                  </a:lnTo>
                  <a:cubicBezTo>
                    <a:pt x="14864" y="6262"/>
                    <a:pt x="14804" y="6441"/>
                    <a:pt x="14702" y="6591"/>
                  </a:cubicBezTo>
                  <a:lnTo>
                    <a:pt x="16415" y="6591"/>
                  </a:lnTo>
                  <a:cubicBezTo>
                    <a:pt x="16373" y="6505"/>
                    <a:pt x="16347" y="6409"/>
                    <a:pt x="16343" y="6307"/>
                  </a:cubicBezTo>
                  <a:cubicBezTo>
                    <a:pt x="16341" y="6297"/>
                    <a:pt x="16341" y="6286"/>
                    <a:pt x="16341" y="6274"/>
                  </a:cubicBezTo>
                  <a:lnTo>
                    <a:pt x="16341" y="1546"/>
                  </a:lnTo>
                  <a:cubicBezTo>
                    <a:pt x="16341" y="1149"/>
                    <a:pt x="16661" y="827"/>
                    <a:pt x="17057" y="827"/>
                  </a:cubicBezTo>
                  <a:lnTo>
                    <a:pt x="23747" y="827"/>
                  </a:lnTo>
                  <a:lnTo>
                    <a:pt x="23747" y="6591"/>
                  </a:lnTo>
                  <a:lnTo>
                    <a:pt x="24501" y="6591"/>
                  </a:lnTo>
                  <a:lnTo>
                    <a:pt x="24501" y="1186"/>
                  </a:lnTo>
                  <a:lnTo>
                    <a:pt x="25293" y="2423"/>
                  </a:lnTo>
                  <a:lnTo>
                    <a:pt x="26952" y="5012"/>
                  </a:lnTo>
                  <a:cubicBezTo>
                    <a:pt x="27027" y="5128"/>
                    <a:pt x="27067" y="5264"/>
                    <a:pt x="27067" y="5402"/>
                  </a:cubicBezTo>
                  <a:lnTo>
                    <a:pt x="27067" y="6274"/>
                  </a:lnTo>
                  <a:cubicBezTo>
                    <a:pt x="27067" y="6389"/>
                    <a:pt x="27040" y="6496"/>
                    <a:pt x="26993" y="6591"/>
                  </a:cubicBezTo>
                  <a:lnTo>
                    <a:pt x="28356" y="6591"/>
                  </a:lnTo>
                  <a:cubicBezTo>
                    <a:pt x="28366" y="6591"/>
                    <a:pt x="28374" y="6593"/>
                    <a:pt x="28383" y="6593"/>
                  </a:cubicBezTo>
                  <a:cubicBezTo>
                    <a:pt x="28237" y="4037"/>
                    <a:pt x="27219" y="2344"/>
                    <a:pt x="26359" y="1353"/>
                  </a:cubicBezTo>
                  <a:cubicBezTo>
                    <a:pt x="25748" y="649"/>
                    <a:pt x="24829" y="226"/>
                    <a:pt x="23847" y="194"/>
                  </a:cubicBezTo>
                  <a:cubicBezTo>
                    <a:pt x="21748" y="125"/>
                    <a:pt x="17423" y="1"/>
                    <a:pt x="13720" y="1"/>
                  </a:cubicBezTo>
                  <a:close/>
                </a:path>
              </a:pathLst>
            </a:custGeom>
            <a:gradFill>
              <a:gsLst>
                <a:gs pos="0">
                  <a:schemeClr val="accent1"/>
                </a:gs>
                <a:gs pos="100000">
                  <a:schemeClr val="lt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143" name="Google Shape;5143;p68"/>
            <p:cNvSpPr/>
            <p:nvPr/>
          </p:nvSpPr>
          <p:spPr>
            <a:xfrm>
              <a:off x="4957971" y="1598238"/>
              <a:ext cx="2063643" cy="1155776"/>
            </a:xfrm>
            <a:custGeom>
              <a:avLst/>
              <a:gdLst/>
              <a:ahLst/>
              <a:cxnLst/>
              <a:rect l="l" t="t" r="r" b="b"/>
              <a:pathLst>
                <a:path w="35353" h="19800" extrusionOk="0">
                  <a:moveTo>
                    <a:pt x="31111" y="1083"/>
                  </a:moveTo>
                  <a:cubicBezTo>
                    <a:pt x="31100" y="1091"/>
                    <a:pt x="30823" y="1303"/>
                    <a:pt x="30594" y="1777"/>
                  </a:cubicBezTo>
                  <a:cubicBezTo>
                    <a:pt x="30385" y="2211"/>
                    <a:pt x="30180" y="2957"/>
                    <a:pt x="30397" y="4043"/>
                  </a:cubicBezTo>
                  <a:cubicBezTo>
                    <a:pt x="30591" y="5015"/>
                    <a:pt x="31170" y="6002"/>
                    <a:pt x="31983" y="6751"/>
                  </a:cubicBezTo>
                  <a:cubicBezTo>
                    <a:pt x="32722" y="7429"/>
                    <a:pt x="33565" y="7827"/>
                    <a:pt x="34259" y="7827"/>
                  </a:cubicBezTo>
                  <a:cubicBezTo>
                    <a:pt x="34291" y="7827"/>
                    <a:pt x="34325" y="7825"/>
                    <a:pt x="34358" y="7824"/>
                  </a:cubicBezTo>
                  <a:lnTo>
                    <a:pt x="34355" y="7773"/>
                  </a:lnTo>
                  <a:cubicBezTo>
                    <a:pt x="34317" y="7776"/>
                    <a:pt x="34280" y="7777"/>
                    <a:pt x="34242" y="7777"/>
                  </a:cubicBezTo>
                  <a:cubicBezTo>
                    <a:pt x="32590" y="7776"/>
                    <a:pt x="30792" y="5757"/>
                    <a:pt x="30447" y="4033"/>
                  </a:cubicBezTo>
                  <a:cubicBezTo>
                    <a:pt x="30035" y="1986"/>
                    <a:pt x="31131" y="1131"/>
                    <a:pt x="31142" y="1122"/>
                  </a:cubicBezTo>
                  <a:lnTo>
                    <a:pt x="31111" y="1083"/>
                  </a:lnTo>
                  <a:close/>
                  <a:moveTo>
                    <a:pt x="3845" y="5365"/>
                  </a:moveTo>
                  <a:cubicBezTo>
                    <a:pt x="3811" y="5365"/>
                    <a:pt x="3776" y="5368"/>
                    <a:pt x="3741" y="5373"/>
                  </a:cubicBezTo>
                  <a:cubicBezTo>
                    <a:pt x="2016" y="5629"/>
                    <a:pt x="1845" y="6677"/>
                    <a:pt x="1835" y="7014"/>
                  </a:cubicBezTo>
                  <a:cubicBezTo>
                    <a:pt x="1832" y="7070"/>
                    <a:pt x="1838" y="7128"/>
                    <a:pt x="1851" y="7185"/>
                  </a:cubicBezTo>
                  <a:cubicBezTo>
                    <a:pt x="2121" y="8391"/>
                    <a:pt x="3040" y="8774"/>
                    <a:pt x="3734" y="8888"/>
                  </a:cubicBezTo>
                  <a:cubicBezTo>
                    <a:pt x="3772" y="8894"/>
                    <a:pt x="3811" y="8897"/>
                    <a:pt x="3848" y="8897"/>
                  </a:cubicBezTo>
                  <a:cubicBezTo>
                    <a:pt x="4240" y="8897"/>
                    <a:pt x="4569" y="8575"/>
                    <a:pt x="4569" y="8169"/>
                  </a:cubicBezTo>
                  <a:lnTo>
                    <a:pt x="4569" y="6094"/>
                  </a:lnTo>
                  <a:cubicBezTo>
                    <a:pt x="4569" y="5687"/>
                    <a:pt x="4238" y="5365"/>
                    <a:pt x="3845" y="5365"/>
                  </a:cubicBezTo>
                  <a:close/>
                  <a:moveTo>
                    <a:pt x="33457" y="7947"/>
                  </a:moveTo>
                  <a:cubicBezTo>
                    <a:pt x="33154" y="7947"/>
                    <a:pt x="32891" y="8163"/>
                    <a:pt x="32837" y="8463"/>
                  </a:cubicBezTo>
                  <a:cubicBezTo>
                    <a:pt x="32725" y="9086"/>
                    <a:pt x="32669" y="10084"/>
                    <a:pt x="33366" y="10376"/>
                  </a:cubicBezTo>
                  <a:cubicBezTo>
                    <a:pt x="34403" y="10812"/>
                    <a:pt x="35353" y="11210"/>
                    <a:pt x="35353" y="11210"/>
                  </a:cubicBezTo>
                  <a:cubicBezTo>
                    <a:pt x="35353" y="11210"/>
                    <a:pt x="35138" y="8929"/>
                    <a:pt x="34420" y="7947"/>
                  </a:cubicBezTo>
                  <a:close/>
                  <a:moveTo>
                    <a:pt x="16366" y="102"/>
                  </a:moveTo>
                  <a:lnTo>
                    <a:pt x="16366" y="19700"/>
                  </a:lnTo>
                  <a:lnTo>
                    <a:pt x="1741" y="19700"/>
                  </a:lnTo>
                  <a:cubicBezTo>
                    <a:pt x="1879" y="19164"/>
                    <a:pt x="2737" y="15417"/>
                    <a:pt x="336" y="13229"/>
                  </a:cubicBezTo>
                  <a:cubicBezTo>
                    <a:pt x="187" y="13093"/>
                    <a:pt x="101" y="12904"/>
                    <a:pt x="101" y="12707"/>
                  </a:cubicBezTo>
                  <a:lnTo>
                    <a:pt x="101" y="7753"/>
                  </a:lnTo>
                  <a:cubicBezTo>
                    <a:pt x="101" y="7359"/>
                    <a:pt x="248" y="6980"/>
                    <a:pt x="514" y="6689"/>
                  </a:cubicBezTo>
                  <a:cubicBezTo>
                    <a:pt x="1797" y="5281"/>
                    <a:pt x="6209" y="646"/>
                    <a:pt x="9086" y="102"/>
                  </a:cubicBezTo>
                  <a:close/>
                  <a:moveTo>
                    <a:pt x="24574" y="102"/>
                  </a:moveTo>
                  <a:cubicBezTo>
                    <a:pt x="24735" y="102"/>
                    <a:pt x="25698" y="131"/>
                    <a:pt x="26748" y="845"/>
                  </a:cubicBezTo>
                  <a:cubicBezTo>
                    <a:pt x="28666" y="2151"/>
                    <a:pt x="29395" y="4696"/>
                    <a:pt x="29669" y="6601"/>
                  </a:cubicBezTo>
                  <a:lnTo>
                    <a:pt x="29969" y="8735"/>
                  </a:lnTo>
                  <a:lnTo>
                    <a:pt x="29969" y="10419"/>
                  </a:lnTo>
                  <a:cubicBezTo>
                    <a:pt x="29969" y="11031"/>
                    <a:pt x="29534" y="11558"/>
                    <a:pt x="28933" y="11671"/>
                  </a:cubicBezTo>
                  <a:cubicBezTo>
                    <a:pt x="27678" y="11907"/>
                    <a:pt x="25959" y="12522"/>
                    <a:pt x="24890" y="14109"/>
                  </a:cubicBezTo>
                  <a:cubicBezTo>
                    <a:pt x="23953" y="15502"/>
                    <a:pt x="23710" y="17382"/>
                    <a:pt x="24169" y="19700"/>
                  </a:cubicBezTo>
                  <a:lnTo>
                    <a:pt x="16466" y="19700"/>
                  </a:lnTo>
                  <a:lnTo>
                    <a:pt x="16466" y="102"/>
                  </a:lnTo>
                  <a:lnTo>
                    <a:pt x="24551" y="102"/>
                  </a:lnTo>
                  <a:cubicBezTo>
                    <a:pt x="24552" y="102"/>
                    <a:pt x="24560" y="102"/>
                    <a:pt x="24574" y="102"/>
                  </a:cubicBezTo>
                  <a:close/>
                  <a:moveTo>
                    <a:pt x="24592" y="1"/>
                  </a:moveTo>
                  <a:cubicBezTo>
                    <a:pt x="24568" y="1"/>
                    <a:pt x="24553" y="1"/>
                    <a:pt x="24548" y="2"/>
                  </a:cubicBezTo>
                  <a:lnTo>
                    <a:pt x="16366" y="2"/>
                  </a:lnTo>
                  <a:lnTo>
                    <a:pt x="9078" y="3"/>
                  </a:lnTo>
                  <a:cubicBezTo>
                    <a:pt x="6159" y="553"/>
                    <a:pt x="1728" y="5207"/>
                    <a:pt x="439" y="6621"/>
                  </a:cubicBezTo>
                  <a:cubicBezTo>
                    <a:pt x="157" y="6932"/>
                    <a:pt x="1" y="7333"/>
                    <a:pt x="1" y="7753"/>
                  </a:cubicBezTo>
                  <a:lnTo>
                    <a:pt x="1" y="12707"/>
                  </a:lnTo>
                  <a:cubicBezTo>
                    <a:pt x="1" y="12932"/>
                    <a:pt x="98" y="13150"/>
                    <a:pt x="268" y="13304"/>
                  </a:cubicBezTo>
                  <a:cubicBezTo>
                    <a:pt x="2799" y="15610"/>
                    <a:pt x="1637" y="19695"/>
                    <a:pt x="1626" y="19736"/>
                  </a:cubicBezTo>
                  <a:lnTo>
                    <a:pt x="1608" y="19800"/>
                  </a:lnTo>
                  <a:lnTo>
                    <a:pt x="24291" y="19800"/>
                  </a:lnTo>
                  <a:lnTo>
                    <a:pt x="24280" y="19741"/>
                  </a:lnTo>
                  <a:cubicBezTo>
                    <a:pt x="23810" y="17423"/>
                    <a:pt x="24044" y="15547"/>
                    <a:pt x="24974" y="14164"/>
                  </a:cubicBezTo>
                  <a:cubicBezTo>
                    <a:pt x="26023" y="12607"/>
                    <a:pt x="27714" y="12003"/>
                    <a:pt x="28951" y="11770"/>
                  </a:cubicBezTo>
                  <a:cubicBezTo>
                    <a:pt x="29599" y="11649"/>
                    <a:pt x="30069" y="11080"/>
                    <a:pt x="30069" y="10419"/>
                  </a:cubicBezTo>
                  <a:lnTo>
                    <a:pt x="30069" y="8730"/>
                  </a:lnTo>
                  <a:lnTo>
                    <a:pt x="29770" y="6587"/>
                  </a:lnTo>
                  <a:cubicBezTo>
                    <a:pt x="29491" y="4660"/>
                    <a:pt x="28751" y="2084"/>
                    <a:pt x="26799" y="759"/>
                  </a:cubicBezTo>
                  <a:cubicBezTo>
                    <a:pt x="25749" y="47"/>
                    <a:pt x="24807" y="1"/>
                    <a:pt x="24592" y="1"/>
                  </a:cubicBezTo>
                  <a:close/>
                </a:path>
              </a:pathLst>
            </a:custGeom>
            <a:gradFill>
              <a:gsLst>
                <a:gs pos="0">
                  <a:schemeClr val="accent2"/>
                </a:gs>
                <a:gs pos="100000">
                  <a:schemeClr val="accent6"/>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5144" name="Google Shape;5144;p68"/>
            <p:cNvGrpSpPr/>
            <p:nvPr/>
          </p:nvGrpSpPr>
          <p:grpSpPr>
            <a:xfrm>
              <a:off x="3155185" y="379546"/>
              <a:ext cx="1447830" cy="2432453"/>
              <a:chOff x="6484504" y="1911584"/>
              <a:chExt cx="1935860" cy="3252377"/>
            </a:xfrm>
          </p:grpSpPr>
          <p:sp>
            <p:nvSpPr>
              <p:cNvPr id="5145" name="Google Shape;5145;p68"/>
              <p:cNvSpPr/>
              <p:nvPr/>
            </p:nvSpPr>
            <p:spPr>
              <a:xfrm>
                <a:off x="6836521" y="4915155"/>
                <a:ext cx="1052" cy="789"/>
              </a:xfrm>
              <a:custGeom>
                <a:avLst/>
                <a:gdLst/>
                <a:ahLst/>
                <a:cxnLst/>
                <a:rect l="l" t="t" r="r" b="b"/>
                <a:pathLst>
                  <a:path w="16" h="12" extrusionOk="0">
                    <a:moveTo>
                      <a:pt x="16" y="0"/>
                    </a:moveTo>
                    <a:cubicBezTo>
                      <a:pt x="13" y="2"/>
                      <a:pt x="9" y="4"/>
                      <a:pt x="6" y="7"/>
                    </a:cubicBezTo>
                    <a:lnTo>
                      <a:pt x="6" y="7"/>
                    </a:lnTo>
                    <a:cubicBezTo>
                      <a:pt x="10" y="4"/>
                      <a:pt x="13" y="2"/>
                      <a:pt x="16" y="0"/>
                    </a:cubicBezTo>
                    <a:close/>
                    <a:moveTo>
                      <a:pt x="6" y="7"/>
                    </a:moveTo>
                    <a:cubicBezTo>
                      <a:pt x="5" y="8"/>
                      <a:pt x="4" y="9"/>
                      <a:pt x="2" y="10"/>
                    </a:cubicBezTo>
                    <a:lnTo>
                      <a:pt x="2" y="10"/>
                    </a:lnTo>
                    <a:cubicBezTo>
                      <a:pt x="3" y="9"/>
                      <a:pt x="5" y="8"/>
                      <a:pt x="6" y="8"/>
                    </a:cubicBezTo>
                    <a:cubicBezTo>
                      <a:pt x="6" y="7"/>
                      <a:pt x="6" y="7"/>
                      <a:pt x="6" y="7"/>
                    </a:cubicBezTo>
                    <a:close/>
                    <a:moveTo>
                      <a:pt x="2" y="10"/>
                    </a:moveTo>
                    <a:cubicBezTo>
                      <a:pt x="1" y="11"/>
                      <a:pt x="1" y="11"/>
                      <a:pt x="0" y="12"/>
                    </a:cubicBezTo>
                    <a:cubicBezTo>
                      <a:pt x="1" y="11"/>
                      <a:pt x="1" y="11"/>
                      <a:pt x="2" y="10"/>
                    </a:cubicBezTo>
                    <a:close/>
                  </a:path>
                </a:pathLst>
              </a:custGeom>
              <a:solidFill>
                <a:srgbClr val="3838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146" name="Google Shape;5146;p68"/>
              <p:cNvSpPr/>
              <p:nvPr/>
            </p:nvSpPr>
            <p:spPr>
              <a:xfrm>
                <a:off x="6509150" y="2123411"/>
                <a:ext cx="1031685" cy="1838723"/>
              </a:xfrm>
              <a:custGeom>
                <a:avLst/>
                <a:gdLst/>
                <a:ahLst/>
                <a:cxnLst/>
                <a:rect l="l" t="t" r="r" b="b"/>
                <a:pathLst>
                  <a:path w="15697" h="27976" extrusionOk="0">
                    <a:moveTo>
                      <a:pt x="1131" y="0"/>
                    </a:moveTo>
                    <a:cubicBezTo>
                      <a:pt x="506" y="0"/>
                      <a:pt x="0" y="508"/>
                      <a:pt x="0" y="1132"/>
                    </a:cubicBezTo>
                    <a:lnTo>
                      <a:pt x="0" y="16614"/>
                    </a:lnTo>
                    <a:lnTo>
                      <a:pt x="0" y="27975"/>
                    </a:lnTo>
                    <a:lnTo>
                      <a:pt x="15697" y="27975"/>
                    </a:lnTo>
                    <a:lnTo>
                      <a:pt x="15697" y="1132"/>
                    </a:lnTo>
                    <a:cubicBezTo>
                      <a:pt x="15697" y="508"/>
                      <a:pt x="15189" y="0"/>
                      <a:pt x="14565" y="0"/>
                    </a:cubicBezTo>
                    <a:close/>
                  </a:path>
                </a:pathLst>
              </a:custGeom>
              <a:gradFill>
                <a:gsLst>
                  <a:gs pos="0">
                    <a:schemeClr val="accent2"/>
                  </a:gs>
                  <a:gs pos="100000">
                    <a:schemeClr val="accent6"/>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147" name="Google Shape;5147;p68"/>
              <p:cNvSpPr/>
              <p:nvPr/>
            </p:nvSpPr>
            <p:spPr>
              <a:xfrm>
                <a:off x="6509150" y="3962031"/>
                <a:ext cx="1031685" cy="657447"/>
              </a:xfrm>
              <a:custGeom>
                <a:avLst/>
                <a:gdLst/>
                <a:ahLst/>
                <a:cxnLst/>
                <a:rect l="l" t="t" r="r" b="b"/>
                <a:pathLst>
                  <a:path w="15697" h="10003" extrusionOk="0">
                    <a:moveTo>
                      <a:pt x="0" y="0"/>
                    </a:moveTo>
                    <a:lnTo>
                      <a:pt x="0" y="8870"/>
                    </a:lnTo>
                    <a:cubicBezTo>
                      <a:pt x="0" y="9495"/>
                      <a:pt x="506" y="10002"/>
                      <a:pt x="1131" y="10002"/>
                    </a:cubicBezTo>
                    <a:lnTo>
                      <a:pt x="14565" y="10002"/>
                    </a:lnTo>
                    <a:cubicBezTo>
                      <a:pt x="15189" y="10002"/>
                      <a:pt x="15697" y="9495"/>
                      <a:pt x="15697" y="8870"/>
                    </a:cubicBezTo>
                    <a:lnTo>
                      <a:pt x="1569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148" name="Google Shape;5148;p68"/>
              <p:cNvSpPr/>
              <p:nvPr/>
            </p:nvSpPr>
            <p:spPr>
              <a:xfrm>
                <a:off x="6620421" y="2278782"/>
                <a:ext cx="796390" cy="1368592"/>
              </a:xfrm>
              <a:custGeom>
                <a:avLst/>
                <a:gdLst/>
                <a:ahLst/>
                <a:cxnLst/>
                <a:rect l="l" t="t" r="r" b="b"/>
                <a:pathLst>
                  <a:path w="12117" h="20823" extrusionOk="0">
                    <a:moveTo>
                      <a:pt x="88" y="1"/>
                    </a:moveTo>
                    <a:cubicBezTo>
                      <a:pt x="40" y="1"/>
                      <a:pt x="0" y="40"/>
                      <a:pt x="0" y="88"/>
                    </a:cubicBezTo>
                    <a:lnTo>
                      <a:pt x="0" y="12755"/>
                    </a:lnTo>
                    <a:cubicBezTo>
                      <a:pt x="0" y="12803"/>
                      <a:pt x="40" y="12842"/>
                      <a:pt x="88" y="12842"/>
                    </a:cubicBezTo>
                    <a:lnTo>
                      <a:pt x="12028" y="12842"/>
                    </a:lnTo>
                    <a:cubicBezTo>
                      <a:pt x="12077" y="12842"/>
                      <a:pt x="12117" y="12803"/>
                      <a:pt x="12117" y="12755"/>
                    </a:cubicBezTo>
                    <a:lnTo>
                      <a:pt x="12117" y="88"/>
                    </a:lnTo>
                    <a:cubicBezTo>
                      <a:pt x="12117" y="40"/>
                      <a:pt x="12077" y="1"/>
                      <a:pt x="12028" y="1"/>
                    </a:cubicBezTo>
                    <a:close/>
                    <a:moveTo>
                      <a:pt x="29" y="13955"/>
                    </a:moveTo>
                    <a:cubicBezTo>
                      <a:pt x="13" y="13955"/>
                      <a:pt x="0" y="13967"/>
                      <a:pt x="0" y="13983"/>
                    </a:cubicBezTo>
                    <a:lnTo>
                      <a:pt x="0" y="15316"/>
                    </a:lnTo>
                    <a:cubicBezTo>
                      <a:pt x="0" y="15333"/>
                      <a:pt x="13" y="15345"/>
                      <a:pt x="29" y="15345"/>
                    </a:cubicBezTo>
                    <a:lnTo>
                      <a:pt x="12087" y="15345"/>
                    </a:lnTo>
                    <a:cubicBezTo>
                      <a:pt x="12104" y="15345"/>
                      <a:pt x="12117" y="15333"/>
                      <a:pt x="12117" y="15316"/>
                    </a:cubicBezTo>
                    <a:lnTo>
                      <a:pt x="12117" y="13983"/>
                    </a:lnTo>
                    <a:cubicBezTo>
                      <a:pt x="12117" y="13967"/>
                      <a:pt x="12104" y="13955"/>
                      <a:pt x="12087" y="13955"/>
                    </a:cubicBezTo>
                    <a:close/>
                    <a:moveTo>
                      <a:pt x="10" y="16625"/>
                    </a:moveTo>
                    <a:cubicBezTo>
                      <a:pt x="5" y="16625"/>
                      <a:pt x="0" y="16629"/>
                      <a:pt x="0" y="16636"/>
                    </a:cubicBezTo>
                    <a:lnTo>
                      <a:pt x="0" y="19883"/>
                    </a:lnTo>
                    <a:cubicBezTo>
                      <a:pt x="0" y="19888"/>
                      <a:pt x="5" y="19893"/>
                      <a:pt x="10" y="19893"/>
                    </a:cubicBezTo>
                    <a:lnTo>
                      <a:pt x="1041" y="19893"/>
                    </a:lnTo>
                    <a:cubicBezTo>
                      <a:pt x="1046" y="19893"/>
                      <a:pt x="1052" y="19888"/>
                      <a:pt x="1052" y="19883"/>
                    </a:cubicBezTo>
                    <a:lnTo>
                      <a:pt x="1052" y="16636"/>
                    </a:lnTo>
                    <a:cubicBezTo>
                      <a:pt x="1052" y="16629"/>
                      <a:pt x="1046" y="16625"/>
                      <a:pt x="1041" y="16625"/>
                    </a:cubicBezTo>
                    <a:close/>
                    <a:moveTo>
                      <a:pt x="1340" y="16625"/>
                    </a:moveTo>
                    <a:cubicBezTo>
                      <a:pt x="1335" y="16625"/>
                      <a:pt x="1331" y="16629"/>
                      <a:pt x="1331" y="16636"/>
                    </a:cubicBezTo>
                    <a:lnTo>
                      <a:pt x="1331" y="19883"/>
                    </a:lnTo>
                    <a:cubicBezTo>
                      <a:pt x="1331" y="19888"/>
                      <a:pt x="1335" y="19893"/>
                      <a:pt x="1340" y="19893"/>
                    </a:cubicBezTo>
                    <a:lnTo>
                      <a:pt x="2371" y="19893"/>
                    </a:lnTo>
                    <a:cubicBezTo>
                      <a:pt x="2376" y="19893"/>
                      <a:pt x="2382" y="19888"/>
                      <a:pt x="2382" y="19883"/>
                    </a:cubicBezTo>
                    <a:lnTo>
                      <a:pt x="2382" y="16636"/>
                    </a:lnTo>
                    <a:cubicBezTo>
                      <a:pt x="2382" y="16629"/>
                      <a:pt x="2376" y="16625"/>
                      <a:pt x="2371" y="16625"/>
                    </a:cubicBezTo>
                    <a:close/>
                    <a:moveTo>
                      <a:pt x="9745" y="16625"/>
                    </a:moveTo>
                    <a:cubicBezTo>
                      <a:pt x="9739" y="16625"/>
                      <a:pt x="9735" y="16629"/>
                      <a:pt x="9735" y="16636"/>
                    </a:cubicBezTo>
                    <a:lnTo>
                      <a:pt x="9735" y="19883"/>
                    </a:lnTo>
                    <a:cubicBezTo>
                      <a:pt x="9735" y="19888"/>
                      <a:pt x="9739" y="19893"/>
                      <a:pt x="9745" y="19893"/>
                    </a:cubicBezTo>
                    <a:lnTo>
                      <a:pt x="10775" y="19893"/>
                    </a:lnTo>
                    <a:cubicBezTo>
                      <a:pt x="10782" y="19893"/>
                      <a:pt x="10787" y="19888"/>
                      <a:pt x="10787" y="19883"/>
                    </a:cubicBezTo>
                    <a:lnTo>
                      <a:pt x="10787" y="16636"/>
                    </a:lnTo>
                    <a:cubicBezTo>
                      <a:pt x="10787" y="16629"/>
                      <a:pt x="10782" y="16625"/>
                      <a:pt x="10775" y="16625"/>
                    </a:cubicBezTo>
                    <a:close/>
                    <a:moveTo>
                      <a:pt x="11076" y="16625"/>
                    </a:moveTo>
                    <a:cubicBezTo>
                      <a:pt x="11069" y="16625"/>
                      <a:pt x="11065" y="16629"/>
                      <a:pt x="11065" y="16636"/>
                    </a:cubicBezTo>
                    <a:lnTo>
                      <a:pt x="11065" y="19883"/>
                    </a:lnTo>
                    <a:cubicBezTo>
                      <a:pt x="11065" y="19888"/>
                      <a:pt x="11069" y="19893"/>
                      <a:pt x="11076" y="19893"/>
                    </a:cubicBezTo>
                    <a:lnTo>
                      <a:pt x="12107" y="19893"/>
                    </a:lnTo>
                    <a:cubicBezTo>
                      <a:pt x="12112" y="19893"/>
                      <a:pt x="12117" y="19888"/>
                      <a:pt x="12117" y="19883"/>
                    </a:cubicBezTo>
                    <a:lnTo>
                      <a:pt x="12117" y="16636"/>
                    </a:lnTo>
                    <a:cubicBezTo>
                      <a:pt x="12117" y="16629"/>
                      <a:pt x="12112" y="16625"/>
                      <a:pt x="12107" y="16625"/>
                    </a:cubicBezTo>
                    <a:close/>
                    <a:moveTo>
                      <a:pt x="6162" y="16965"/>
                    </a:moveTo>
                    <a:cubicBezTo>
                      <a:pt x="6986" y="16965"/>
                      <a:pt x="7654" y="17634"/>
                      <a:pt x="7654" y="18459"/>
                    </a:cubicBezTo>
                    <a:cubicBezTo>
                      <a:pt x="7654" y="19283"/>
                      <a:pt x="6986" y="19952"/>
                      <a:pt x="6162" y="19952"/>
                    </a:cubicBezTo>
                    <a:cubicBezTo>
                      <a:pt x="5336" y="19952"/>
                      <a:pt x="4668" y="19283"/>
                      <a:pt x="4668" y="18459"/>
                    </a:cubicBezTo>
                    <a:cubicBezTo>
                      <a:pt x="4668" y="17634"/>
                      <a:pt x="5336" y="16965"/>
                      <a:pt x="6162" y="16965"/>
                    </a:cubicBezTo>
                    <a:close/>
                    <a:moveTo>
                      <a:pt x="6162" y="16095"/>
                    </a:moveTo>
                    <a:cubicBezTo>
                      <a:pt x="4856" y="16095"/>
                      <a:pt x="3797" y="17153"/>
                      <a:pt x="3797" y="18459"/>
                    </a:cubicBezTo>
                    <a:cubicBezTo>
                      <a:pt x="3797" y="19765"/>
                      <a:pt x="4856" y="20823"/>
                      <a:pt x="6162" y="20823"/>
                    </a:cubicBezTo>
                    <a:cubicBezTo>
                      <a:pt x="7466" y="20823"/>
                      <a:pt x="8525" y="19765"/>
                      <a:pt x="8525" y="18459"/>
                    </a:cubicBezTo>
                    <a:cubicBezTo>
                      <a:pt x="8525" y="17153"/>
                      <a:pt x="7466" y="16095"/>
                      <a:pt x="6162" y="16095"/>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149" name="Google Shape;5149;p68"/>
              <p:cNvSpPr/>
              <p:nvPr/>
            </p:nvSpPr>
            <p:spPr>
              <a:xfrm>
                <a:off x="6620421" y="3707549"/>
                <a:ext cx="796390" cy="753866"/>
              </a:xfrm>
              <a:custGeom>
                <a:avLst/>
                <a:gdLst/>
                <a:ahLst/>
                <a:cxnLst/>
                <a:rect l="l" t="t" r="r" b="b"/>
                <a:pathLst>
                  <a:path w="12117" h="11470" extrusionOk="0">
                    <a:moveTo>
                      <a:pt x="68" y="1"/>
                    </a:moveTo>
                    <a:cubicBezTo>
                      <a:pt x="30" y="1"/>
                      <a:pt x="0" y="32"/>
                      <a:pt x="0" y="69"/>
                    </a:cubicBezTo>
                    <a:lnTo>
                      <a:pt x="0" y="11402"/>
                    </a:lnTo>
                    <a:cubicBezTo>
                      <a:pt x="0" y="11439"/>
                      <a:pt x="30" y="11470"/>
                      <a:pt x="68" y="11470"/>
                    </a:cubicBezTo>
                    <a:lnTo>
                      <a:pt x="6088" y="11470"/>
                    </a:lnTo>
                    <a:lnTo>
                      <a:pt x="6088" y="1"/>
                    </a:lnTo>
                    <a:close/>
                    <a:moveTo>
                      <a:pt x="6234" y="1"/>
                    </a:moveTo>
                    <a:lnTo>
                      <a:pt x="6234" y="11470"/>
                    </a:lnTo>
                    <a:lnTo>
                      <a:pt x="12049" y="11470"/>
                    </a:lnTo>
                    <a:cubicBezTo>
                      <a:pt x="12087" y="11470"/>
                      <a:pt x="12117" y="11439"/>
                      <a:pt x="12117" y="11402"/>
                    </a:cubicBezTo>
                    <a:lnTo>
                      <a:pt x="12117" y="69"/>
                    </a:lnTo>
                    <a:cubicBezTo>
                      <a:pt x="12117" y="32"/>
                      <a:pt x="12086" y="1"/>
                      <a:pt x="12049" y="1"/>
                    </a:cubicBezTo>
                    <a:close/>
                  </a:path>
                </a:pathLst>
              </a:custGeom>
              <a:gradFill>
                <a:gsLst>
                  <a:gs pos="0">
                    <a:schemeClr val="accent1"/>
                  </a:gs>
                  <a:gs pos="100000">
                    <a:schemeClr val="lt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150" name="Google Shape;5150;p68"/>
              <p:cNvSpPr/>
              <p:nvPr/>
            </p:nvSpPr>
            <p:spPr>
              <a:xfrm>
                <a:off x="6863139" y="2393469"/>
                <a:ext cx="310814" cy="614726"/>
              </a:xfrm>
              <a:custGeom>
                <a:avLst/>
                <a:gdLst/>
                <a:ahLst/>
                <a:cxnLst/>
                <a:rect l="l" t="t" r="r" b="b"/>
                <a:pathLst>
                  <a:path w="4729" h="9353" extrusionOk="0">
                    <a:moveTo>
                      <a:pt x="3884" y="1151"/>
                    </a:moveTo>
                    <a:cubicBezTo>
                      <a:pt x="4189" y="1151"/>
                      <a:pt x="4438" y="1490"/>
                      <a:pt x="4438" y="1905"/>
                    </a:cubicBezTo>
                    <a:lnTo>
                      <a:pt x="4438" y="8202"/>
                    </a:lnTo>
                    <a:cubicBezTo>
                      <a:pt x="4438" y="8618"/>
                      <a:pt x="4189" y="8956"/>
                      <a:pt x="3884" y="8956"/>
                    </a:cubicBezTo>
                    <a:lnTo>
                      <a:pt x="848" y="8956"/>
                    </a:lnTo>
                    <a:cubicBezTo>
                      <a:pt x="542" y="8956"/>
                      <a:pt x="293" y="8618"/>
                      <a:pt x="293" y="8202"/>
                    </a:cubicBezTo>
                    <a:lnTo>
                      <a:pt x="293" y="1905"/>
                    </a:lnTo>
                    <a:cubicBezTo>
                      <a:pt x="293" y="1490"/>
                      <a:pt x="542" y="1151"/>
                      <a:pt x="848" y="1151"/>
                    </a:cubicBezTo>
                    <a:close/>
                    <a:moveTo>
                      <a:pt x="1964" y="0"/>
                    </a:moveTo>
                    <a:cubicBezTo>
                      <a:pt x="1768" y="0"/>
                      <a:pt x="1607" y="219"/>
                      <a:pt x="1607" y="488"/>
                    </a:cubicBezTo>
                    <a:lnTo>
                      <a:pt x="1607" y="755"/>
                    </a:lnTo>
                    <a:lnTo>
                      <a:pt x="848" y="755"/>
                    </a:lnTo>
                    <a:cubicBezTo>
                      <a:pt x="381" y="755"/>
                      <a:pt x="1" y="1271"/>
                      <a:pt x="1" y="1905"/>
                    </a:cubicBezTo>
                    <a:lnTo>
                      <a:pt x="1" y="8202"/>
                    </a:lnTo>
                    <a:cubicBezTo>
                      <a:pt x="1" y="8837"/>
                      <a:pt x="381" y="9353"/>
                      <a:pt x="848" y="9353"/>
                    </a:cubicBezTo>
                    <a:lnTo>
                      <a:pt x="3884" y="9353"/>
                    </a:lnTo>
                    <a:cubicBezTo>
                      <a:pt x="4350" y="9353"/>
                      <a:pt x="4729" y="8837"/>
                      <a:pt x="4729" y="8202"/>
                    </a:cubicBezTo>
                    <a:lnTo>
                      <a:pt x="4729" y="1905"/>
                    </a:lnTo>
                    <a:cubicBezTo>
                      <a:pt x="4729" y="1271"/>
                      <a:pt x="4350" y="755"/>
                      <a:pt x="3884" y="755"/>
                    </a:cubicBezTo>
                    <a:lnTo>
                      <a:pt x="3065" y="755"/>
                    </a:lnTo>
                    <a:lnTo>
                      <a:pt x="3065" y="488"/>
                    </a:lnTo>
                    <a:cubicBezTo>
                      <a:pt x="3065" y="219"/>
                      <a:pt x="2906" y="0"/>
                      <a:pt x="270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151" name="Google Shape;5151;p68"/>
              <p:cNvSpPr/>
              <p:nvPr/>
            </p:nvSpPr>
            <p:spPr>
              <a:xfrm>
                <a:off x="6900865" y="2609043"/>
                <a:ext cx="234178" cy="346108"/>
              </a:xfrm>
              <a:custGeom>
                <a:avLst/>
                <a:gdLst/>
                <a:ahLst/>
                <a:cxnLst/>
                <a:rect l="l" t="t" r="r" b="b"/>
                <a:pathLst>
                  <a:path w="3563" h="5266" extrusionOk="0">
                    <a:moveTo>
                      <a:pt x="60" y="1"/>
                    </a:moveTo>
                    <a:cubicBezTo>
                      <a:pt x="28" y="1"/>
                      <a:pt x="1" y="28"/>
                      <a:pt x="1" y="59"/>
                    </a:cubicBezTo>
                    <a:lnTo>
                      <a:pt x="1" y="5208"/>
                    </a:lnTo>
                    <a:cubicBezTo>
                      <a:pt x="1" y="5239"/>
                      <a:pt x="28" y="5266"/>
                      <a:pt x="60" y="5266"/>
                    </a:cubicBezTo>
                    <a:lnTo>
                      <a:pt x="3503" y="5266"/>
                    </a:lnTo>
                    <a:cubicBezTo>
                      <a:pt x="3536" y="5266"/>
                      <a:pt x="3561" y="5239"/>
                      <a:pt x="3563" y="5208"/>
                    </a:cubicBezTo>
                    <a:lnTo>
                      <a:pt x="3563" y="59"/>
                    </a:lnTo>
                    <a:cubicBezTo>
                      <a:pt x="3563" y="28"/>
                      <a:pt x="3536" y="1"/>
                      <a:pt x="3503" y="1"/>
                    </a:cubicBezTo>
                    <a:close/>
                  </a:path>
                </a:pathLst>
              </a:custGeom>
              <a:gradFill>
                <a:gsLst>
                  <a:gs pos="0">
                    <a:schemeClr val="dk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152" name="Google Shape;5152;p68"/>
              <p:cNvSpPr/>
              <p:nvPr/>
            </p:nvSpPr>
            <p:spPr>
              <a:xfrm>
                <a:off x="6558443" y="2159625"/>
                <a:ext cx="858368" cy="47716"/>
              </a:xfrm>
              <a:custGeom>
                <a:avLst/>
                <a:gdLst/>
                <a:ahLst/>
                <a:cxnLst/>
                <a:rect l="l" t="t" r="r" b="b"/>
                <a:pathLst>
                  <a:path w="13060" h="726" extrusionOk="0">
                    <a:moveTo>
                      <a:pt x="44" y="0"/>
                    </a:moveTo>
                    <a:cubicBezTo>
                      <a:pt x="20" y="0"/>
                      <a:pt x="1" y="20"/>
                      <a:pt x="1" y="44"/>
                    </a:cubicBezTo>
                    <a:lnTo>
                      <a:pt x="1" y="682"/>
                    </a:lnTo>
                    <a:cubicBezTo>
                      <a:pt x="1" y="706"/>
                      <a:pt x="20" y="725"/>
                      <a:pt x="44" y="725"/>
                    </a:cubicBezTo>
                    <a:lnTo>
                      <a:pt x="13016" y="725"/>
                    </a:lnTo>
                    <a:cubicBezTo>
                      <a:pt x="13040" y="725"/>
                      <a:pt x="13060" y="706"/>
                      <a:pt x="13060" y="682"/>
                    </a:cubicBezTo>
                    <a:lnTo>
                      <a:pt x="13060" y="44"/>
                    </a:lnTo>
                    <a:cubicBezTo>
                      <a:pt x="13060" y="20"/>
                      <a:pt x="13040" y="0"/>
                      <a:pt x="1301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153" name="Google Shape;5153;p68"/>
              <p:cNvSpPr/>
              <p:nvPr/>
            </p:nvSpPr>
            <p:spPr>
              <a:xfrm>
                <a:off x="7450120" y="2159625"/>
                <a:ext cx="63688" cy="63622"/>
              </a:xfrm>
              <a:custGeom>
                <a:avLst/>
                <a:gdLst/>
                <a:ahLst/>
                <a:cxnLst/>
                <a:rect l="l" t="t" r="r" b="b"/>
                <a:pathLst>
                  <a:path w="969" h="968" extrusionOk="0">
                    <a:moveTo>
                      <a:pt x="484" y="0"/>
                    </a:moveTo>
                    <a:cubicBezTo>
                      <a:pt x="216" y="0"/>
                      <a:pt x="0" y="217"/>
                      <a:pt x="0" y="484"/>
                    </a:cubicBezTo>
                    <a:cubicBezTo>
                      <a:pt x="0" y="751"/>
                      <a:pt x="216" y="967"/>
                      <a:pt x="484" y="967"/>
                    </a:cubicBezTo>
                    <a:cubicBezTo>
                      <a:pt x="751" y="967"/>
                      <a:pt x="968" y="751"/>
                      <a:pt x="968" y="484"/>
                    </a:cubicBezTo>
                    <a:cubicBezTo>
                      <a:pt x="968" y="217"/>
                      <a:pt x="751" y="0"/>
                      <a:pt x="48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154" name="Google Shape;5154;p68"/>
              <p:cNvSpPr/>
              <p:nvPr/>
            </p:nvSpPr>
            <p:spPr>
              <a:xfrm>
                <a:off x="6961068" y="2649069"/>
                <a:ext cx="129938" cy="226291"/>
              </a:xfrm>
              <a:custGeom>
                <a:avLst/>
                <a:gdLst/>
                <a:ahLst/>
                <a:cxnLst/>
                <a:rect l="l" t="t" r="r" b="b"/>
                <a:pathLst>
                  <a:path w="1977" h="3443" extrusionOk="0">
                    <a:moveTo>
                      <a:pt x="323" y="1"/>
                    </a:moveTo>
                    <a:cubicBezTo>
                      <a:pt x="259" y="1"/>
                      <a:pt x="207" y="49"/>
                      <a:pt x="200" y="111"/>
                    </a:cubicBezTo>
                    <a:lnTo>
                      <a:pt x="9" y="1922"/>
                    </a:lnTo>
                    <a:cubicBezTo>
                      <a:pt x="1" y="1994"/>
                      <a:pt x="57" y="2058"/>
                      <a:pt x="131" y="2058"/>
                    </a:cubicBezTo>
                    <a:lnTo>
                      <a:pt x="761" y="2058"/>
                    </a:lnTo>
                    <a:cubicBezTo>
                      <a:pt x="837" y="2058"/>
                      <a:pt x="895" y="2125"/>
                      <a:pt x="883" y="2202"/>
                    </a:cubicBezTo>
                    <a:lnTo>
                      <a:pt x="692" y="3299"/>
                    </a:lnTo>
                    <a:cubicBezTo>
                      <a:pt x="677" y="3385"/>
                      <a:pt x="746" y="3443"/>
                      <a:pt x="815" y="3443"/>
                    </a:cubicBezTo>
                    <a:cubicBezTo>
                      <a:pt x="857" y="3443"/>
                      <a:pt x="898" y="3422"/>
                      <a:pt x="922" y="3375"/>
                    </a:cubicBezTo>
                    <a:lnTo>
                      <a:pt x="1936" y="1365"/>
                    </a:lnTo>
                    <a:cubicBezTo>
                      <a:pt x="1977" y="1283"/>
                      <a:pt x="1917" y="1187"/>
                      <a:pt x="1825" y="1187"/>
                    </a:cubicBezTo>
                    <a:lnTo>
                      <a:pt x="1107" y="1187"/>
                    </a:lnTo>
                    <a:cubicBezTo>
                      <a:pt x="1014" y="1187"/>
                      <a:pt x="955" y="1086"/>
                      <a:pt x="999" y="1006"/>
                    </a:cubicBezTo>
                    <a:lnTo>
                      <a:pt x="1444" y="183"/>
                    </a:lnTo>
                    <a:cubicBezTo>
                      <a:pt x="1488" y="101"/>
                      <a:pt x="1428" y="1"/>
                      <a:pt x="13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155" name="Google Shape;5155;p68"/>
              <p:cNvSpPr/>
              <p:nvPr/>
            </p:nvSpPr>
            <p:spPr>
              <a:xfrm>
                <a:off x="6484504" y="1911584"/>
                <a:ext cx="1068228" cy="211897"/>
              </a:xfrm>
              <a:custGeom>
                <a:avLst/>
                <a:gdLst/>
                <a:ahLst/>
                <a:cxnLst/>
                <a:rect l="l" t="t" r="r" b="b"/>
                <a:pathLst>
                  <a:path w="16253" h="3224" extrusionOk="0">
                    <a:moveTo>
                      <a:pt x="67" y="0"/>
                    </a:moveTo>
                    <a:cubicBezTo>
                      <a:pt x="30" y="0"/>
                      <a:pt x="1" y="32"/>
                      <a:pt x="1" y="67"/>
                    </a:cubicBezTo>
                    <a:lnTo>
                      <a:pt x="1" y="3157"/>
                    </a:lnTo>
                    <a:cubicBezTo>
                      <a:pt x="1" y="3193"/>
                      <a:pt x="30" y="3223"/>
                      <a:pt x="67" y="3223"/>
                    </a:cubicBezTo>
                    <a:lnTo>
                      <a:pt x="16186" y="3223"/>
                    </a:lnTo>
                    <a:cubicBezTo>
                      <a:pt x="16223" y="3223"/>
                      <a:pt x="16253" y="3193"/>
                      <a:pt x="16253" y="3157"/>
                    </a:cubicBezTo>
                    <a:lnTo>
                      <a:pt x="16253" y="67"/>
                    </a:lnTo>
                    <a:cubicBezTo>
                      <a:pt x="16253" y="32"/>
                      <a:pt x="16223" y="0"/>
                      <a:pt x="16186" y="0"/>
                    </a:cubicBezTo>
                    <a:close/>
                  </a:path>
                </a:pathLst>
              </a:custGeom>
              <a:gradFill>
                <a:gsLst>
                  <a:gs pos="0">
                    <a:schemeClr val="lt2"/>
                  </a:gs>
                  <a:gs pos="100000">
                    <a:schemeClr val="dk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156" name="Google Shape;5156;p68"/>
              <p:cNvSpPr/>
              <p:nvPr/>
            </p:nvSpPr>
            <p:spPr>
              <a:xfrm>
                <a:off x="6620421" y="1911584"/>
                <a:ext cx="746965" cy="211897"/>
              </a:xfrm>
              <a:custGeom>
                <a:avLst/>
                <a:gdLst/>
                <a:ahLst/>
                <a:cxnLst/>
                <a:rect l="l" t="t" r="r" b="b"/>
                <a:pathLst>
                  <a:path w="11365" h="3224" extrusionOk="0">
                    <a:moveTo>
                      <a:pt x="181" y="0"/>
                    </a:moveTo>
                    <a:cubicBezTo>
                      <a:pt x="81" y="0"/>
                      <a:pt x="0" y="82"/>
                      <a:pt x="0" y="183"/>
                    </a:cubicBezTo>
                    <a:lnTo>
                      <a:pt x="0" y="3042"/>
                    </a:lnTo>
                    <a:cubicBezTo>
                      <a:pt x="0" y="3141"/>
                      <a:pt x="82" y="3223"/>
                      <a:pt x="181" y="3223"/>
                    </a:cubicBezTo>
                    <a:cubicBezTo>
                      <a:pt x="282" y="3223"/>
                      <a:pt x="364" y="3141"/>
                      <a:pt x="364" y="3042"/>
                    </a:cubicBezTo>
                    <a:lnTo>
                      <a:pt x="364" y="183"/>
                    </a:lnTo>
                    <a:cubicBezTo>
                      <a:pt x="364" y="82"/>
                      <a:pt x="282" y="0"/>
                      <a:pt x="181" y="0"/>
                    </a:cubicBezTo>
                    <a:close/>
                    <a:moveTo>
                      <a:pt x="2382" y="0"/>
                    </a:moveTo>
                    <a:cubicBezTo>
                      <a:pt x="2282" y="0"/>
                      <a:pt x="2200" y="82"/>
                      <a:pt x="2200" y="183"/>
                    </a:cubicBezTo>
                    <a:lnTo>
                      <a:pt x="2200" y="3042"/>
                    </a:lnTo>
                    <a:cubicBezTo>
                      <a:pt x="2200" y="3141"/>
                      <a:pt x="2282" y="3223"/>
                      <a:pt x="2382" y="3223"/>
                    </a:cubicBezTo>
                    <a:cubicBezTo>
                      <a:pt x="2481" y="3223"/>
                      <a:pt x="2563" y="3141"/>
                      <a:pt x="2563" y="3042"/>
                    </a:cubicBezTo>
                    <a:lnTo>
                      <a:pt x="2563" y="183"/>
                    </a:lnTo>
                    <a:cubicBezTo>
                      <a:pt x="2563" y="82"/>
                      <a:pt x="2481" y="0"/>
                      <a:pt x="2382" y="0"/>
                    </a:cubicBezTo>
                    <a:close/>
                    <a:moveTo>
                      <a:pt x="4583" y="0"/>
                    </a:moveTo>
                    <a:cubicBezTo>
                      <a:pt x="4483" y="0"/>
                      <a:pt x="4401" y="82"/>
                      <a:pt x="4401" y="183"/>
                    </a:cubicBezTo>
                    <a:lnTo>
                      <a:pt x="4401" y="3042"/>
                    </a:lnTo>
                    <a:cubicBezTo>
                      <a:pt x="4401" y="3141"/>
                      <a:pt x="4483" y="3223"/>
                      <a:pt x="4583" y="3223"/>
                    </a:cubicBezTo>
                    <a:cubicBezTo>
                      <a:pt x="4682" y="3223"/>
                      <a:pt x="4764" y="3141"/>
                      <a:pt x="4764" y="3042"/>
                    </a:cubicBezTo>
                    <a:lnTo>
                      <a:pt x="4764" y="183"/>
                    </a:lnTo>
                    <a:cubicBezTo>
                      <a:pt x="4764" y="82"/>
                      <a:pt x="4682" y="0"/>
                      <a:pt x="4583" y="0"/>
                    </a:cubicBezTo>
                    <a:close/>
                    <a:moveTo>
                      <a:pt x="6782" y="0"/>
                    </a:moveTo>
                    <a:cubicBezTo>
                      <a:pt x="6683" y="0"/>
                      <a:pt x="6601" y="82"/>
                      <a:pt x="6601" y="183"/>
                    </a:cubicBezTo>
                    <a:lnTo>
                      <a:pt x="6601" y="3042"/>
                    </a:lnTo>
                    <a:cubicBezTo>
                      <a:pt x="6601" y="3141"/>
                      <a:pt x="6682" y="3223"/>
                      <a:pt x="6782" y="3223"/>
                    </a:cubicBezTo>
                    <a:cubicBezTo>
                      <a:pt x="6883" y="3223"/>
                      <a:pt x="6965" y="3141"/>
                      <a:pt x="6965" y="3042"/>
                    </a:cubicBezTo>
                    <a:lnTo>
                      <a:pt x="6965" y="183"/>
                    </a:lnTo>
                    <a:cubicBezTo>
                      <a:pt x="6965" y="82"/>
                      <a:pt x="6883" y="0"/>
                      <a:pt x="6782" y="0"/>
                    </a:cubicBezTo>
                    <a:close/>
                    <a:moveTo>
                      <a:pt x="8983" y="0"/>
                    </a:moveTo>
                    <a:cubicBezTo>
                      <a:pt x="8883" y="0"/>
                      <a:pt x="8801" y="82"/>
                      <a:pt x="8801" y="183"/>
                    </a:cubicBezTo>
                    <a:lnTo>
                      <a:pt x="8801" y="3042"/>
                    </a:lnTo>
                    <a:cubicBezTo>
                      <a:pt x="8801" y="3141"/>
                      <a:pt x="8883" y="3223"/>
                      <a:pt x="8983" y="3223"/>
                    </a:cubicBezTo>
                    <a:cubicBezTo>
                      <a:pt x="9083" y="3223"/>
                      <a:pt x="9164" y="3141"/>
                      <a:pt x="9164" y="3042"/>
                    </a:cubicBezTo>
                    <a:lnTo>
                      <a:pt x="9164" y="183"/>
                    </a:lnTo>
                    <a:cubicBezTo>
                      <a:pt x="9164" y="82"/>
                      <a:pt x="9083" y="0"/>
                      <a:pt x="8983" y="0"/>
                    </a:cubicBezTo>
                    <a:close/>
                    <a:moveTo>
                      <a:pt x="11184" y="0"/>
                    </a:moveTo>
                    <a:cubicBezTo>
                      <a:pt x="11083" y="0"/>
                      <a:pt x="11001" y="82"/>
                      <a:pt x="11001" y="183"/>
                    </a:cubicBezTo>
                    <a:lnTo>
                      <a:pt x="11001" y="3042"/>
                    </a:lnTo>
                    <a:cubicBezTo>
                      <a:pt x="11001" y="3141"/>
                      <a:pt x="11083" y="3223"/>
                      <a:pt x="11184" y="3223"/>
                    </a:cubicBezTo>
                    <a:cubicBezTo>
                      <a:pt x="11283" y="3223"/>
                      <a:pt x="11365" y="3141"/>
                      <a:pt x="11365" y="3042"/>
                    </a:cubicBezTo>
                    <a:lnTo>
                      <a:pt x="11365" y="183"/>
                    </a:lnTo>
                    <a:cubicBezTo>
                      <a:pt x="11365" y="82"/>
                      <a:pt x="11283" y="0"/>
                      <a:pt x="1118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157" name="Google Shape;5157;p68"/>
              <p:cNvSpPr/>
              <p:nvPr/>
            </p:nvSpPr>
            <p:spPr>
              <a:xfrm>
                <a:off x="8157507" y="4149277"/>
                <a:ext cx="3549" cy="394"/>
              </a:xfrm>
              <a:custGeom>
                <a:avLst/>
                <a:gdLst/>
                <a:ahLst/>
                <a:cxnLst/>
                <a:rect l="l" t="t" r="r" b="b"/>
                <a:pathLst>
                  <a:path w="54" h="6" extrusionOk="0">
                    <a:moveTo>
                      <a:pt x="3" y="0"/>
                    </a:moveTo>
                    <a:cubicBezTo>
                      <a:pt x="1" y="0"/>
                      <a:pt x="12" y="1"/>
                      <a:pt x="53" y="5"/>
                    </a:cubicBezTo>
                    <a:cubicBezTo>
                      <a:pt x="52" y="4"/>
                      <a:pt x="52" y="4"/>
                      <a:pt x="50" y="4"/>
                    </a:cubicBezTo>
                    <a:lnTo>
                      <a:pt x="49" y="4"/>
                    </a:lnTo>
                    <a:lnTo>
                      <a:pt x="15" y="1"/>
                    </a:lnTo>
                    <a:cubicBezTo>
                      <a:pt x="9" y="0"/>
                      <a:pt x="4" y="0"/>
                      <a:pt x="3" y="0"/>
                    </a:cubicBezTo>
                    <a:close/>
                  </a:path>
                </a:pathLst>
              </a:custGeom>
              <a:solidFill>
                <a:srgbClr val="3838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158" name="Google Shape;5158;p68"/>
              <p:cNvSpPr/>
              <p:nvPr/>
            </p:nvSpPr>
            <p:spPr>
              <a:xfrm>
                <a:off x="6754038" y="3146663"/>
                <a:ext cx="1666326" cy="2017297"/>
              </a:xfrm>
              <a:custGeom>
                <a:avLst/>
                <a:gdLst/>
                <a:ahLst/>
                <a:cxnLst/>
                <a:rect l="l" t="t" r="r" b="b"/>
                <a:pathLst>
                  <a:path w="25353" h="30693" extrusionOk="0">
                    <a:moveTo>
                      <a:pt x="12053" y="0"/>
                    </a:moveTo>
                    <a:cubicBezTo>
                      <a:pt x="12007" y="0"/>
                      <a:pt x="11971" y="36"/>
                      <a:pt x="11971" y="81"/>
                    </a:cubicBezTo>
                    <a:lnTo>
                      <a:pt x="11971" y="8453"/>
                    </a:lnTo>
                    <a:cubicBezTo>
                      <a:pt x="11971" y="8498"/>
                      <a:pt x="12007" y="8535"/>
                      <a:pt x="12053" y="8535"/>
                    </a:cubicBezTo>
                    <a:lnTo>
                      <a:pt x="12936" y="8535"/>
                    </a:lnTo>
                    <a:cubicBezTo>
                      <a:pt x="12959" y="8794"/>
                      <a:pt x="12981" y="9051"/>
                      <a:pt x="13003" y="9309"/>
                    </a:cubicBezTo>
                    <a:cubicBezTo>
                      <a:pt x="13195" y="11609"/>
                      <a:pt x="13319" y="13920"/>
                      <a:pt x="13292" y="16228"/>
                    </a:cubicBezTo>
                    <a:cubicBezTo>
                      <a:pt x="13280" y="17378"/>
                      <a:pt x="13230" y="18529"/>
                      <a:pt x="13092" y="19670"/>
                    </a:cubicBezTo>
                    <a:cubicBezTo>
                      <a:pt x="13083" y="19735"/>
                      <a:pt x="13076" y="19799"/>
                      <a:pt x="13068" y="19862"/>
                    </a:cubicBezTo>
                    <a:cubicBezTo>
                      <a:pt x="13066" y="19868"/>
                      <a:pt x="13066" y="19874"/>
                      <a:pt x="13065" y="19878"/>
                    </a:cubicBezTo>
                    <a:cubicBezTo>
                      <a:pt x="13065" y="19882"/>
                      <a:pt x="13063" y="19886"/>
                      <a:pt x="13063" y="19892"/>
                    </a:cubicBezTo>
                    <a:cubicBezTo>
                      <a:pt x="13059" y="19923"/>
                      <a:pt x="13055" y="19956"/>
                      <a:pt x="13049" y="19987"/>
                    </a:cubicBezTo>
                    <a:cubicBezTo>
                      <a:pt x="13031" y="20120"/>
                      <a:pt x="13010" y="20253"/>
                      <a:pt x="12988" y="20384"/>
                    </a:cubicBezTo>
                    <a:cubicBezTo>
                      <a:pt x="12949" y="20616"/>
                      <a:pt x="12905" y="20848"/>
                      <a:pt x="12853" y="21077"/>
                    </a:cubicBezTo>
                    <a:cubicBezTo>
                      <a:pt x="12761" y="21491"/>
                      <a:pt x="12641" y="21895"/>
                      <a:pt x="12487" y="22291"/>
                    </a:cubicBezTo>
                    <a:cubicBezTo>
                      <a:pt x="12485" y="22296"/>
                      <a:pt x="12481" y="22305"/>
                      <a:pt x="12478" y="22313"/>
                    </a:cubicBezTo>
                    <a:cubicBezTo>
                      <a:pt x="12472" y="22326"/>
                      <a:pt x="12467" y="22339"/>
                      <a:pt x="12461" y="22353"/>
                    </a:cubicBezTo>
                    <a:cubicBezTo>
                      <a:pt x="12443" y="22394"/>
                      <a:pt x="12424" y="22433"/>
                      <a:pt x="12405" y="22474"/>
                    </a:cubicBezTo>
                    <a:cubicBezTo>
                      <a:pt x="12365" y="22558"/>
                      <a:pt x="12321" y="22640"/>
                      <a:pt x="12276" y="22720"/>
                    </a:cubicBezTo>
                    <a:cubicBezTo>
                      <a:pt x="12235" y="22790"/>
                      <a:pt x="12193" y="22859"/>
                      <a:pt x="12147" y="22925"/>
                    </a:cubicBezTo>
                    <a:cubicBezTo>
                      <a:pt x="12129" y="22952"/>
                      <a:pt x="12108" y="22980"/>
                      <a:pt x="12088" y="23007"/>
                    </a:cubicBezTo>
                    <a:cubicBezTo>
                      <a:pt x="12077" y="23020"/>
                      <a:pt x="12067" y="23034"/>
                      <a:pt x="12055" y="23047"/>
                    </a:cubicBezTo>
                    <a:cubicBezTo>
                      <a:pt x="12010" y="23102"/>
                      <a:pt x="11961" y="23154"/>
                      <a:pt x="11908" y="23202"/>
                    </a:cubicBezTo>
                    <a:cubicBezTo>
                      <a:pt x="11884" y="23226"/>
                      <a:pt x="11858" y="23249"/>
                      <a:pt x="11832" y="23272"/>
                    </a:cubicBezTo>
                    <a:cubicBezTo>
                      <a:pt x="11827" y="23277"/>
                      <a:pt x="11821" y="23282"/>
                      <a:pt x="11817" y="23284"/>
                    </a:cubicBezTo>
                    <a:cubicBezTo>
                      <a:pt x="11812" y="23287"/>
                      <a:pt x="11807" y="23291"/>
                      <a:pt x="11800" y="23296"/>
                    </a:cubicBezTo>
                    <a:cubicBezTo>
                      <a:pt x="11745" y="23331"/>
                      <a:pt x="11691" y="23366"/>
                      <a:pt x="11631" y="23397"/>
                    </a:cubicBezTo>
                    <a:cubicBezTo>
                      <a:pt x="11589" y="23420"/>
                      <a:pt x="11544" y="23440"/>
                      <a:pt x="11500" y="23460"/>
                    </a:cubicBezTo>
                    <a:cubicBezTo>
                      <a:pt x="11479" y="23469"/>
                      <a:pt x="11385" y="23511"/>
                      <a:pt x="11386" y="23511"/>
                    </a:cubicBezTo>
                    <a:cubicBezTo>
                      <a:pt x="11387" y="23511"/>
                      <a:pt x="11387" y="23511"/>
                      <a:pt x="11387" y="23511"/>
                    </a:cubicBezTo>
                    <a:lnTo>
                      <a:pt x="11387" y="23511"/>
                    </a:lnTo>
                    <a:cubicBezTo>
                      <a:pt x="10364" y="23933"/>
                      <a:pt x="9251" y="24149"/>
                      <a:pt x="8170" y="24361"/>
                    </a:cubicBezTo>
                    <a:cubicBezTo>
                      <a:pt x="6902" y="24609"/>
                      <a:pt x="5627" y="24815"/>
                      <a:pt x="4365" y="25084"/>
                    </a:cubicBezTo>
                    <a:cubicBezTo>
                      <a:pt x="3323" y="25304"/>
                      <a:pt x="2235" y="25543"/>
                      <a:pt x="1288" y="26045"/>
                    </a:cubicBezTo>
                    <a:cubicBezTo>
                      <a:pt x="605" y="26407"/>
                      <a:pt x="0" y="27024"/>
                      <a:pt x="202" y="27857"/>
                    </a:cubicBezTo>
                    <a:cubicBezTo>
                      <a:pt x="396" y="28653"/>
                      <a:pt x="1141" y="29272"/>
                      <a:pt x="1815" y="29665"/>
                    </a:cubicBezTo>
                    <a:cubicBezTo>
                      <a:pt x="3051" y="30385"/>
                      <a:pt x="4528" y="30692"/>
                      <a:pt x="5984" y="30692"/>
                    </a:cubicBezTo>
                    <a:cubicBezTo>
                      <a:pt x="6630" y="30692"/>
                      <a:pt x="7272" y="30632"/>
                      <a:pt x="7887" y="30520"/>
                    </a:cubicBezTo>
                    <a:cubicBezTo>
                      <a:pt x="10171" y="30104"/>
                      <a:pt x="12284" y="28781"/>
                      <a:pt x="13311" y="26648"/>
                    </a:cubicBezTo>
                    <a:cubicBezTo>
                      <a:pt x="13602" y="26043"/>
                      <a:pt x="13811" y="25402"/>
                      <a:pt x="13934" y="24742"/>
                    </a:cubicBezTo>
                    <a:cubicBezTo>
                      <a:pt x="14013" y="24318"/>
                      <a:pt x="14056" y="23889"/>
                      <a:pt x="14130" y="23467"/>
                    </a:cubicBezTo>
                    <a:cubicBezTo>
                      <a:pt x="14208" y="23034"/>
                      <a:pt x="14303" y="22606"/>
                      <a:pt x="14417" y="22183"/>
                    </a:cubicBezTo>
                    <a:cubicBezTo>
                      <a:pt x="14810" y="20727"/>
                      <a:pt x="15441" y="19337"/>
                      <a:pt x="16350" y="18131"/>
                    </a:cubicBezTo>
                    <a:cubicBezTo>
                      <a:pt x="17032" y="17225"/>
                      <a:pt x="17892" y="16432"/>
                      <a:pt x="18884" y="15882"/>
                    </a:cubicBezTo>
                    <a:cubicBezTo>
                      <a:pt x="18991" y="15823"/>
                      <a:pt x="19100" y="15766"/>
                      <a:pt x="19210" y="15712"/>
                    </a:cubicBezTo>
                    <a:cubicBezTo>
                      <a:pt x="19264" y="15687"/>
                      <a:pt x="19319" y="15662"/>
                      <a:pt x="19373" y="15638"/>
                    </a:cubicBezTo>
                    <a:cubicBezTo>
                      <a:pt x="19400" y="15625"/>
                      <a:pt x="19427" y="15614"/>
                      <a:pt x="19454" y="15602"/>
                    </a:cubicBezTo>
                    <a:cubicBezTo>
                      <a:pt x="19463" y="15598"/>
                      <a:pt x="19468" y="15595"/>
                      <a:pt x="19471" y="15594"/>
                    </a:cubicBezTo>
                    <a:cubicBezTo>
                      <a:pt x="19476" y="15592"/>
                      <a:pt x="19486" y="15588"/>
                      <a:pt x="19502" y="15582"/>
                    </a:cubicBezTo>
                    <a:cubicBezTo>
                      <a:pt x="19707" y="15502"/>
                      <a:pt x="19916" y="15428"/>
                      <a:pt x="20129" y="15372"/>
                    </a:cubicBezTo>
                    <a:cubicBezTo>
                      <a:pt x="20230" y="15345"/>
                      <a:pt x="20330" y="15321"/>
                      <a:pt x="20432" y="15301"/>
                    </a:cubicBezTo>
                    <a:cubicBezTo>
                      <a:pt x="20481" y="15291"/>
                      <a:pt x="20531" y="15283"/>
                      <a:pt x="20580" y="15274"/>
                    </a:cubicBezTo>
                    <a:cubicBezTo>
                      <a:pt x="20599" y="15271"/>
                      <a:pt x="20619" y="15268"/>
                      <a:pt x="20639" y="15265"/>
                    </a:cubicBezTo>
                    <a:lnTo>
                      <a:pt x="20639" y="15265"/>
                    </a:lnTo>
                    <a:cubicBezTo>
                      <a:pt x="20613" y="15270"/>
                      <a:pt x="20604" y="15271"/>
                      <a:pt x="20605" y="15271"/>
                    </a:cubicBezTo>
                    <a:cubicBezTo>
                      <a:pt x="20606" y="15271"/>
                      <a:pt x="20662" y="15263"/>
                      <a:pt x="20678" y="15262"/>
                    </a:cubicBezTo>
                    <a:cubicBezTo>
                      <a:pt x="20807" y="15248"/>
                      <a:pt x="20938" y="15240"/>
                      <a:pt x="21068" y="15240"/>
                    </a:cubicBezTo>
                    <a:cubicBezTo>
                      <a:pt x="21121" y="15240"/>
                      <a:pt x="21174" y="15242"/>
                      <a:pt x="21226" y="15245"/>
                    </a:cubicBezTo>
                    <a:cubicBezTo>
                      <a:pt x="21270" y="15246"/>
                      <a:pt x="21312" y="15250"/>
                      <a:pt x="21356" y="15254"/>
                    </a:cubicBezTo>
                    <a:cubicBezTo>
                      <a:pt x="21360" y="15254"/>
                      <a:pt x="21365" y="15256"/>
                      <a:pt x="21370" y="15256"/>
                    </a:cubicBezTo>
                    <a:cubicBezTo>
                      <a:pt x="21380" y="15256"/>
                      <a:pt x="21393" y="15257"/>
                      <a:pt x="21403" y="15260"/>
                    </a:cubicBezTo>
                    <a:cubicBezTo>
                      <a:pt x="21405" y="15260"/>
                      <a:pt x="21408" y="15260"/>
                      <a:pt x="21410" y="15261"/>
                    </a:cubicBezTo>
                    <a:lnTo>
                      <a:pt x="21410" y="15261"/>
                    </a:lnTo>
                    <a:cubicBezTo>
                      <a:pt x="21488" y="15275"/>
                      <a:pt x="21566" y="15289"/>
                      <a:pt x="21643" y="15310"/>
                    </a:cubicBezTo>
                    <a:cubicBezTo>
                      <a:pt x="21654" y="15312"/>
                      <a:pt x="21666" y="15315"/>
                      <a:pt x="21677" y="15320"/>
                    </a:cubicBezTo>
                    <a:cubicBezTo>
                      <a:pt x="21599" y="15461"/>
                      <a:pt x="21547" y="15560"/>
                      <a:pt x="21547" y="15560"/>
                    </a:cubicBezTo>
                    <a:cubicBezTo>
                      <a:pt x="21503" y="15623"/>
                      <a:pt x="22555" y="16060"/>
                      <a:pt x="23057" y="16207"/>
                    </a:cubicBezTo>
                    <a:cubicBezTo>
                      <a:pt x="23081" y="16279"/>
                      <a:pt x="23137" y="16340"/>
                      <a:pt x="23219" y="16364"/>
                    </a:cubicBezTo>
                    <a:lnTo>
                      <a:pt x="23222" y="16364"/>
                    </a:lnTo>
                    <a:cubicBezTo>
                      <a:pt x="23244" y="16371"/>
                      <a:pt x="23266" y="16374"/>
                      <a:pt x="23289" y="16374"/>
                    </a:cubicBezTo>
                    <a:cubicBezTo>
                      <a:pt x="23315" y="16374"/>
                      <a:pt x="23341" y="16370"/>
                      <a:pt x="23366" y="16361"/>
                    </a:cubicBezTo>
                    <a:cubicBezTo>
                      <a:pt x="23629" y="16275"/>
                      <a:pt x="24556" y="15963"/>
                      <a:pt x="25174" y="15655"/>
                    </a:cubicBezTo>
                    <a:cubicBezTo>
                      <a:pt x="25348" y="15567"/>
                      <a:pt x="25352" y="15317"/>
                      <a:pt x="25180" y="15225"/>
                    </a:cubicBezTo>
                    <a:cubicBezTo>
                      <a:pt x="24915" y="15085"/>
                      <a:pt x="24495" y="14921"/>
                      <a:pt x="23909" y="14863"/>
                    </a:cubicBezTo>
                    <a:cubicBezTo>
                      <a:pt x="23900" y="14862"/>
                      <a:pt x="23891" y="14862"/>
                      <a:pt x="23882" y="14862"/>
                    </a:cubicBezTo>
                    <a:cubicBezTo>
                      <a:pt x="23803" y="14862"/>
                      <a:pt x="23727" y="14901"/>
                      <a:pt x="23681" y="14968"/>
                    </a:cubicBezTo>
                    <a:cubicBezTo>
                      <a:pt x="23212" y="14746"/>
                      <a:pt x="22327" y="14361"/>
                      <a:pt x="22272" y="14347"/>
                    </a:cubicBezTo>
                    <a:cubicBezTo>
                      <a:pt x="22272" y="14347"/>
                      <a:pt x="22271" y="14347"/>
                      <a:pt x="22271" y="14347"/>
                    </a:cubicBezTo>
                    <a:cubicBezTo>
                      <a:pt x="22244" y="14347"/>
                      <a:pt x="22150" y="14488"/>
                      <a:pt x="22039" y="14675"/>
                    </a:cubicBezTo>
                    <a:cubicBezTo>
                      <a:pt x="21727" y="14562"/>
                      <a:pt x="21396" y="14515"/>
                      <a:pt x="21062" y="14515"/>
                    </a:cubicBezTo>
                    <a:cubicBezTo>
                      <a:pt x="20725" y="14515"/>
                      <a:pt x="20385" y="14563"/>
                      <a:pt x="20063" y="14640"/>
                    </a:cubicBezTo>
                    <a:cubicBezTo>
                      <a:pt x="19049" y="14880"/>
                      <a:pt x="18124" y="15423"/>
                      <a:pt x="17322" y="16077"/>
                    </a:cubicBezTo>
                    <a:cubicBezTo>
                      <a:pt x="14981" y="17984"/>
                      <a:pt x="13740" y="20971"/>
                      <a:pt x="13332" y="23899"/>
                    </a:cubicBezTo>
                    <a:cubicBezTo>
                      <a:pt x="13239" y="24565"/>
                      <a:pt x="13103" y="25263"/>
                      <a:pt x="12846" y="25915"/>
                    </a:cubicBezTo>
                    <a:cubicBezTo>
                      <a:pt x="12668" y="26370"/>
                      <a:pt x="12306" y="27006"/>
                      <a:pt x="12015" y="27376"/>
                    </a:cubicBezTo>
                    <a:cubicBezTo>
                      <a:pt x="11318" y="28263"/>
                      <a:pt x="10484" y="28863"/>
                      <a:pt x="9445" y="29310"/>
                    </a:cubicBezTo>
                    <a:cubicBezTo>
                      <a:pt x="9439" y="29313"/>
                      <a:pt x="9435" y="29314"/>
                      <a:pt x="9431" y="29316"/>
                    </a:cubicBezTo>
                    <a:cubicBezTo>
                      <a:pt x="9425" y="29318"/>
                      <a:pt x="9418" y="29321"/>
                      <a:pt x="9407" y="29326"/>
                    </a:cubicBezTo>
                    <a:cubicBezTo>
                      <a:pt x="9376" y="29338"/>
                      <a:pt x="9344" y="29351"/>
                      <a:pt x="9313" y="29364"/>
                    </a:cubicBezTo>
                    <a:cubicBezTo>
                      <a:pt x="9251" y="29388"/>
                      <a:pt x="9188" y="29412"/>
                      <a:pt x="9124" y="29434"/>
                    </a:cubicBezTo>
                    <a:cubicBezTo>
                      <a:pt x="8987" y="29485"/>
                      <a:pt x="8848" y="29532"/>
                      <a:pt x="8708" y="29574"/>
                    </a:cubicBezTo>
                    <a:cubicBezTo>
                      <a:pt x="8451" y="29653"/>
                      <a:pt x="8190" y="29720"/>
                      <a:pt x="7925" y="29775"/>
                    </a:cubicBezTo>
                    <a:cubicBezTo>
                      <a:pt x="7374" y="29891"/>
                      <a:pt x="6953" y="29939"/>
                      <a:pt x="6363" y="29957"/>
                    </a:cubicBezTo>
                    <a:cubicBezTo>
                      <a:pt x="6262" y="29960"/>
                      <a:pt x="6161" y="29962"/>
                      <a:pt x="6059" y="29962"/>
                    </a:cubicBezTo>
                    <a:cubicBezTo>
                      <a:pt x="5639" y="29962"/>
                      <a:pt x="5218" y="29936"/>
                      <a:pt x="4800" y="29881"/>
                    </a:cubicBezTo>
                    <a:cubicBezTo>
                      <a:pt x="4803" y="29881"/>
                      <a:pt x="4704" y="29867"/>
                      <a:pt x="4686" y="29864"/>
                    </a:cubicBezTo>
                    <a:cubicBezTo>
                      <a:pt x="4623" y="29854"/>
                      <a:pt x="4561" y="29844"/>
                      <a:pt x="4500" y="29833"/>
                    </a:cubicBezTo>
                    <a:cubicBezTo>
                      <a:pt x="4368" y="29810"/>
                      <a:pt x="4236" y="29785"/>
                      <a:pt x="4106" y="29755"/>
                    </a:cubicBezTo>
                    <a:cubicBezTo>
                      <a:pt x="3872" y="29704"/>
                      <a:pt x="3640" y="29644"/>
                      <a:pt x="3411" y="29571"/>
                    </a:cubicBezTo>
                    <a:cubicBezTo>
                      <a:pt x="3300" y="29536"/>
                      <a:pt x="3192" y="29499"/>
                      <a:pt x="3083" y="29460"/>
                    </a:cubicBezTo>
                    <a:cubicBezTo>
                      <a:pt x="3029" y="29440"/>
                      <a:pt x="2975" y="29420"/>
                      <a:pt x="2923" y="29399"/>
                    </a:cubicBezTo>
                    <a:cubicBezTo>
                      <a:pt x="2896" y="29389"/>
                      <a:pt x="2871" y="29379"/>
                      <a:pt x="2845" y="29368"/>
                    </a:cubicBezTo>
                    <a:cubicBezTo>
                      <a:pt x="2833" y="29364"/>
                      <a:pt x="2824" y="29359"/>
                      <a:pt x="2817" y="29358"/>
                    </a:cubicBezTo>
                    <a:cubicBezTo>
                      <a:pt x="2816" y="29357"/>
                      <a:pt x="2811" y="29354"/>
                      <a:pt x="2803" y="29351"/>
                    </a:cubicBezTo>
                    <a:cubicBezTo>
                      <a:pt x="2606" y="29265"/>
                      <a:pt x="2413" y="29171"/>
                      <a:pt x="2226" y="29064"/>
                    </a:cubicBezTo>
                    <a:cubicBezTo>
                      <a:pt x="2055" y="28966"/>
                      <a:pt x="1891" y="28860"/>
                      <a:pt x="1733" y="28743"/>
                    </a:cubicBezTo>
                    <a:cubicBezTo>
                      <a:pt x="1729" y="28739"/>
                      <a:pt x="1675" y="28697"/>
                      <a:pt x="1662" y="28687"/>
                    </a:cubicBezTo>
                    <a:cubicBezTo>
                      <a:pt x="1625" y="28656"/>
                      <a:pt x="1590" y="28626"/>
                      <a:pt x="1555" y="28595"/>
                    </a:cubicBezTo>
                    <a:cubicBezTo>
                      <a:pt x="1480" y="28528"/>
                      <a:pt x="1408" y="28459"/>
                      <a:pt x="1340" y="28387"/>
                    </a:cubicBezTo>
                    <a:cubicBezTo>
                      <a:pt x="1289" y="28332"/>
                      <a:pt x="1241" y="28277"/>
                      <a:pt x="1194" y="28219"/>
                    </a:cubicBezTo>
                    <a:lnTo>
                      <a:pt x="1194" y="28219"/>
                    </a:lnTo>
                    <a:cubicBezTo>
                      <a:pt x="1195" y="28219"/>
                      <a:pt x="1195" y="28219"/>
                      <a:pt x="1195" y="28219"/>
                    </a:cubicBezTo>
                    <a:cubicBezTo>
                      <a:pt x="1196" y="28219"/>
                      <a:pt x="1146" y="28153"/>
                      <a:pt x="1134" y="28137"/>
                    </a:cubicBezTo>
                    <a:cubicBezTo>
                      <a:pt x="1107" y="28097"/>
                      <a:pt x="1081" y="28058"/>
                      <a:pt x="1056" y="28017"/>
                    </a:cubicBezTo>
                    <a:cubicBezTo>
                      <a:pt x="1030" y="27976"/>
                      <a:pt x="1008" y="27935"/>
                      <a:pt x="985" y="27892"/>
                    </a:cubicBezTo>
                    <a:cubicBezTo>
                      <a:pt x="975" y="27871"/>
                      <a:pt x="946" y="27795"/>
                      <a:pt x="944" y="27795"/>
                    </a:cubicBezTo>
                    <a:cubicBezTo>
                      <a:pt x="944" y="27795"/>
                      <a:pt x="944" y="27795"/>
                      <a:pt x="944" y="27795"/>
                    </a:cubicBezTo>
                    <a:cubicBezTo>
                      <a:pt x="926" y="27730"/>
                      <a:pt x="909" y="27665"/>
                      <a:pt x="889" y="27600"/>
                    </a:cubicBezTo>
                    <a:cubicBezTo>
                      <a:pt x="888" y="27586"/>
                      <a:pt x="885" y="27571"/>
                      <a:pt x="885" y="27559"/>
                    </a:cubicBezTo>
                    <a:cubicBezTo>
                      <a:pt x="885" y="27529"/>
                      <a:pt x="886" y="27499"/>
                      <a:pt x="886" y="27470"/>
                    </a:cubicBezTo>
                    <a:cubicBezTo>
                      <a:pt x="885" y="27464"/>
                      <a:pt x="885" y="27458"/>
                      <a:pt x="885" y="27453"/>
                    </a:cubicBezTo>
                    <a:cubicBezTo>
                      <a:pt x="886" y="27451"/>
                      <a:pt x="886" y="27448"/>
                      <a:pt x="888" y="27447"/>
                    </a:cubicBezTo>
                    <a:cubicBezTo>
                      <a:pt x="898" y="27409"/>
                      <a:pt x="907" y="27369"/>
                      <a:pt x="917" y="27331"/>
                    </a:cubicBezTo>
                    <a:cubicBezTo>
                      <a:pt x="919" y="27324"/>
                      <a:pt x="920" y="27317"/>
                      <a:pt x="922" y="27313"/>
                    </a:cubicBezTo>
                    <a:cubicBezTo>
                      <a:pt x="923" y="27311"/>
                      <a:pt x="924" y="27309"/>
                      <a:pt x="926" y="27306"/>
                    </a:cubicBezTo>
                    <a:cubicBezTo>
                      <a:pt x="944" y="27275"/>
                      <a:pt x="958" y="27242"/>
                      <a:pt x="977" y="27212"/>
                    </a:cubicBezTo>
                    <a:cubicBezTo>
                      <a:pt x="993" y="27186"/>
                      <a:pt x="1012" y="27162"/>
                      <a:pt x="1029" y="27137"/>
                    </a:cubicBezTo>
                    <a:lnTo>
                      <a:pt x="1029" y="27137"/>
                    </a:lnTo>
                    <a:cubicBezTo>
                      <a:pt x="1016" y="27156"/>
                      <a:pt x="1012" y="27164"/>
                      <a:pt x="1013" y="27164"/>
                    </a:cubicBezTo>
                    <a:cubicBezTo>
                      <a:pt x="1015" y="27164"/>
                      <a:pt x="1063" y="27099"/>
                      <a:pt x="1080" y="27081"/>
                    </a:cubicBezTo>
                    <a:cubicBezTo>
                      <a:pt x="1130" y="27026"/>
                      <a:pt x="1186" y="26979"/>
                      <a:pt x="1240" y="26930"/>
                    </a:cubicBezTo>
                    <a:lnTo>
                      <a:pt x="1240" y="26930"/>
                    </a:lnTo>
                    <a:cubicBezTo>
                      <a:pt x="1242" y="26929"/>
                      <a:pt x="1243" y="26928"/>
                      <a:pt x="1244" y="26928"/>
                    </a:cubicBezTo>
                    <a:lnTo>
                      <a:pt x="1244" y="26928"/>
                    </a:lnTo>
                    <a:cubicBezTo>
                      <a:pt x="1246" y="26927"/>
                      <a:pt x="1248" y="26925"/>
                      <a:pt x="1250" y="26923"/>
                    </a:cubicBezTo>
                    <a:lnTo>
                      <a:pt x="1250" y="26923"/>
                    </a:lnTo>
                    <a:cubicBezTo>
                      <a:pt x="1254" y="26921"/>
                      <a:pt x="1257" y="26918"/>
                      <a:pt x="1261" y="26914"/>
                    </a:cubicBezTo>
                    <a:cubicBezTo>
                      <a:pt x="1271" y="26907"/>
                      <a:pt x="1281" y="26899"/>
                      <a:pt x="1281" y="26899"/>
                    </a:cubicBezTo>
                    <a:lnTo>
                      <a:pt x="1281" y="26899"/>
                    </a:lnTo>
                    <a:cubicBezTo>
                      <a:pt x="1281" y="26899"/>
                      <a:pt x="1278" y="26902"/>
                      <a:pt x="1271" y="26907"/>
                    </a:cubicBezTo>
                    <a:cubicBezTo>
                      <a:pt x="1278" y="26903"/>
                      <a:pt x="1283" y="26899"/>
                      <a:pt x="1291" y="26894"/>
                    </a:cubicBezTo>
                    <a:cubicBezTo>
                      <a:pt x="1334" y="26863"/>
                      <a:pt x="1378" y="26834"/>
                      <a:pt x="1422" y="26805"/>
                    </a:cubicBezTo>
                    <a:cubicBezTo>
                      <a:pt x="1594" y="26696"/>
                      <a:pt x="1777" y="26605"/>
                      <a:pt x="1962" y="26523"/>
                    </a:cubicBezTo>
                    <a:cubicBezTo>
                      <a:pt x="1977" y="26516"/>
                      <a:pt x="1993" y="26510"/>
                      <a:pt x="2009" y="26503"/>
                    </a:cubicBezTo>
                    <a:cubicBezTo>
                      <a:pt x="2021" y="26497"/>
                      <a:pt x="2048" y="26486"/>
                      <a:pt x="2055" y="26483"/>
                    </a:cubicBezTo>
                    <a:cubicBezTo>
                      <a:pt x="2110" y="26462"/>
                      <a:pt x="2164" y="26441"/>
                      <a:pt x="2218" y="26419"/>
                    </a:cubicBezTo>
                    <a:cubicBezTo>
                      <a:pt x="2342" y="26373"/>
                      <a:pt x="2467" y="26330"/>
                      <a:pt x="2592" y="26289"/>
                    </a:cubicBezTo>
                    <a:cubicBezTo>
                      <a:pt x="2844" y="26206"/>
                      <a:pt x="3098" y="26133"/>
                      <a:pt x="3353" y="26066"/>
                    </a:cubicBezTo>
                    <a:cubicBezTo>
                      <a:pt x="4566" y="25745"/>
                      <a:pt x="5805" y="25535"/>
                      <a:pt x="7038" y="25308"/>
                    </a:cubicBezTo>
                    <a:cubicBezTo>
                      <a:pt x="8229" y="25091"/>
                      <a:pt x="9431" y="24882"/>
                      <a:pt x="10597" y="24545"/>
                    </a:cubicBezTo>
                    <a:cubicBezTo>
                      <a:pt x="11073" y="24408"/>
                      <a:pt x="11557" y="24251"/>
                      <a:pt x="11999" y="24024"/>
                    </a:cubicBezTo>
                    <a:cubicBezTo>
                      <a:pt x="12299" y="23868"/>
                      <a:pt x="12533" y="23624"/>
                      <a:pt x="12730" y="23354"/>
                    </a:cubicBezTo>
                    <a:cubicBezTo>
                      <a:pt x="13202" y="22708"/>
                      <a:pt x="13428" y="21875"/>
                      <a:pt x="13589" y="21102"/>
                    </a:cubicBezTo>
                    <a:cubicBezTo>
                      <a:pt x="13808" y="20050"/>
                      <a:pt x="13909" y="18973"/>
                      <a:pt x="13967" y="17902"/>
                    </a:cubicBezTo>
                    <a:cubicBezTo>
                      <a:pt x="14092" y="15539"/>
                      <a:pt x="14002" y="13163"/>
                      <a:pt x="13841" y="10804"/>
                    </a:cubicBezTo>
                    <a:cubicBezTo>
                      <a:pt x="13790" y="10046"/>
                      <a:pt x="13730" y="9290"/>
                      <a:pt x="13661" y="8535"/>
                    </a:cubicBezTo>
                    <a:lnTo>
                      <a:pt x="14015" y="8535"/>
                    </a:lnTo>
                    <a:cubicBezTo>
                      <a:pt x="14060" y="8535"/>
                      <a:pt x="14097" y="8498"/>
                      <a:pt x="14097" y="8453"/>
                    </a:cubicBezTo>
                    <a:lnTo>
                      <a:pt x="14097" y="81"/>
                    </a:lnTo>
                    <a:cubicBezTo>
                      <a:pt x="14097" y="36"/>
                      <a:pt x="14060" y="0"/>
                      <a:pt x="1401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5159" name="Google Shape;5159;p68"/>
            <p:cNvSpPr/>
            <p:nvPr/>
          </p:nvSpPr>
          <p:spPr>
            <a:xfrm>
              <a:off x="4796238" y="1352303"/>
              <a:ext cx="315309" cy="401430"/>
            </a:xfrm>
            <a:custGeom>
              <a:avLst/>
              <a:gdLst/>
              <a:ahLst/>
              <a:cxnLst/>
              <a:rect l="l" t="t" r="r" b="b"/>
              <a:pathLst>
                <a:path w="13635" h="17361" extrusionOk="0">
                  <a:moveTo>
                    <a:pt x="5674" y="7715"/>
                  </a:moveTo>
                  <a:cubicBezTo>
                    <a:pt x="5914" y="7856"/>
                    <a:pt x="6189" y="7933"/>
                    <a:pt x="6468" y="7933"/>
                  </a:cubicBezTo>
                  <a:cubicBezTo>
                    <a:pt x="6593" y="7933"/>
                    <a:pt x="6717" y="7917"/>
                    <a:pt x="6840" y="7887"/>
                  </a:cubicBezTo>
                  <a:lnTo>
                    <a:pt x="6840" y="7887"/>
                  </a:lnTo>
                  <a:lnTo>
                    <a:pt x="6570" y="10464"/>
                  </a:lnTo>
                  <a:lnTo>
                    <a:pt x="5083" y="9260"/>
                  </a:lnTo>
                  <a:cubicBezTo>
                    <a:pt x="5415" y="9058"/>
                    <a:pt x="5620" y="8695"/>
                    <a:pt x="5620" y="8309"/>
                  </a:cubicBezTo>
                  <a:cubicBezTo>
                    <a:pt x="5620" y="8176"/>
                    <a:pt x="5592" y="8043"/>
                    <a:pt x="5543" y="7910"/>
                  </a:cubicBezTo>
                  <a:lnTo>
                    <a:pt x="5548" y="7910"/>
                  </a:lnTo>
                  <a:cubicBezTo>
                    <a:pt x="5598" y="7848"/>
                    <a:pt x="5639" y="7783"/>
                    <a:pt x="5674" y="7715"/>
                  </a:cubicBezTo>
                  <a:close/>
                  <a:moveTo>
                    <a:pt x="6474" y="0"/>
                  </a:moveTo>
                  <a:cubicBezTo>
                    <a:pt x="5875" y="0"/>
                    <a:pt x="5304" y="345"/>
                    <a:pt x="5042" y="928"/>
                  </a:cubicBezTo>
                  <a:lnTo>
                    <a:pt x="5037" y="932"/>
                  </a:lnTo>
                  <a:cubicBezTo>
                    <a:pt x="4228" y="1015"/>
                    <a:pt x="3646" y="1698"/>
                    <a:pt x="3646" y="2474"/>
                  </a:cubicBezTo>
                  <a:cubicBezTo>
                    <a:pt x="3646" y="2586"/>
                    <a:pt x="3656" y="2696"/>
                    <a:pt x="3678" y="2808"/>
                  </a:cubicBezTo>
                  <a:lnTo>
                    <a:pt x="3673" y="2808"/>
                  </a:lnTo>
                  <a:cubicBezTo>
                    <a:pt x="3154" y="3275"/>
                    <a:pt x="3027" y="4005"/>
                    <a:pt x="3291" y="4600"/>
                  </a:cubicBezTo>
                  <a:cubicBezTo>
                    <a:pt x="3253" y="4596"/>
                    <a:pt x="3216" y="4593"/>
                    <a:pt x="3179" y="4593"/>
                  </a:cubicBezTo>
                  <a:cubicBezTo>
                    <a:pt x="2935" y="4593"/>
                    <a:pt x="2686" y="4676"/>
                    <a:pt x="2480" y="4843"/>
                  </a:cubicBezTo>
                  <a:cubicBezTo>
                    <a:pt x="2347" y="4792"/>
                    <a:pt x="2214" y="4771"/>
                    <a:pt x="2081" y="4771"/>
                  </a:cubicBezTo>
                  <a:cubicBezTo>
                    <a:pt x="1588" y="4771"/>
                    <a:pt x="1138" y="5092"/>
                    <a:pt x="1005" y="5596"/>
                  </a:cubicBezTo>
                  <a:cubicBezTo>
                    <a:pt x="501" y="5731"/>
                    <a:pt x="173" y="6184"/>
                    <a:pt x="173" y="6673"/>
                  </a:cubicBezTo>
                  <a:cubicBezTo>
                    <a:pt x="173" y="6806"/>
                    <a:pt x="201" y="6939"/>
                    <a:pt x="251" y="7072"/>
                  </a:cubicBezTo>
                  <a:cubicBezTo>
                    <a:pt x="84" y="7283"/>
                    <a:pt x="0" y="7527"/>
                    <a:pt x="0" y="7777"/>
                  </a:cubicBezTo>
                  <a:cubicBezTo>
                    <a:pt x="0" y="8138"/>
                    <a:pt x="178" y="8492"/>
                    <a:pt x="511" y="8709"/>
                  </a:cubicBezTo>
                  <a:cubicBezTo>
                    <a:pt x="472" y="9352"/>
                    <a:pt x="988" y="9879"/>
                    <a:pt x="1626" y="9879"/>
                  </a:cubicBezTo>
                  <a:lnTo>
                    <a:pt x="1681" y="9879"/>
                  </a:lnTo>
                  <a:cubicBezTo>
                    <a:pt x="1897" y="10211"/>
                    <a:pt x="2253" y="10389"/>
                    <a:pt x="2620" y="10389"/>
                  </a:cubicBezTo>
                  <a:cubicBezTo>
                    <a:pt x="2863" y="10389"/>
                    <a:pt x="3113" y="10306"/>
                    <a:pt x="3318" y="10139"/>
                  </a:cubicBezTo>
                  <a:cubicBezTo>
                    <a:pt x="3451" y="10189"/>
                    <a:pt x="3584" y="10211"/>
                    <a:pt x="3718" y="10211"/>
                  </a:cubicBezTo>
                  <a:cubicBezTo>
                    <a:pt x="4104" y="10211"/>
                    <a:pt x="4467" y="10011"/>
                    <a:pt x="4669" y="9677"/>
                  </a:cubicBezTo>
                  <a:lnTo>
                    <a:pt x="6423" y="11842"/>
                  </a:lnTo>
                  <a:lnTo>
                    <a:pt x="6426" y="11841"/>
                  </a:lnTo>
                  <a:lnTo>
                    <a:pt x="6426" y="11841"/>
                  </a:lnTo>
                  <a:lnTo>
                    <a:pt x="5846" y="17361"/>
                  </a:lnTo>
                  <a:lnTo>
                    <a:pt x="8654" y="17361"/>
                  </a:lnTo>
                  <a:lnTo>
                    <a:pt x="8207" y="13100"/>
                  </a:lnTo>
                  <a:lnTo>
                    <a:pt x="10015" y="10870"/>
                  </a:lnTo>
                  <a:cubicBezTo>
                    <a:pt x="10162" y="11120"/>
                    <a:pt x="10433" y="11271"/>
                    <a:pt x="10727" y="11271"/>
                  </a:cubicBezTo>
                  <a:cubicBezTo>
                    <a:pt x="10828" y="11271"/>
                    <a:pt x="10928" y="11254"/>
                    <a:pt x="11027" y="11215"/>
                  </a:cubicBezTo>
                  <a:cubicBezTo>
                    <a:pt x="11182" y="11343"/>
                    <a:pt x="11367" y="11403"/>
                    <a:pt x="11551" y="11403"/>
                  </a:cubicBezTo>
                  <a:cubicBezTo>
                    <a:pt x="11822" y="11403"/>
                    <a:pt x="12089" y="11271"/>
                    <a:pt x="12248" y="11027"/>
                  </a:cubicBezTo>
                  <a:lnTo>
                    <a:pt x="12248" y="11021"/>
                  </a:lnTo>
                  <a:lnTo>
                    <a:pt x="12252" y="11021"/>
                  </a:lnTo>
                  <a:cubicBezTo>
                    <a:pt x="12269" y="11022"/>
                    <a:pt x="12285" y="11023"/>
                    <a:pt x="12301" y="11023"/>
                  </a:cubicBezTo>
                  <a:cubicBezTo>
                    <a:pt x="12773" y="11023"/>
                    <a:pt x="13151" y="10627"/>
                    <a:pt x="13129" y="10150"/>
                  </a:cubicBezTo>
                  <a:lnTo>
                    <a:pt x="13129" y="10145"/>
                  </a:lnTo>
                  <a:cubicBezTo>
                    <a:pt x="13546" y="9879"/>
                    <a:pt x="13635" y="9308"/>
                    <a:pt x="13324" y="8925"/>
                  </a:cubicBezTo>
                  <a:lnTo>
                    <a:pt x="13318" y="8919"/>
                  </a:lnTo>
                  <a:cubicBezTo>
                    <a:pt x="13356" y="8819"/>
                    <a:pt x="13373" y="8720"/>
                    <a:pt x="13373" y="8620"/>
                  </a:cubicBezTo>
                  <a:cubicBezTo>
                    <a:pt x="13373" y="8254"/>
                    <a:pt x="13130" y="7916"/>
                    <a:pt x="12758" y="7815"/>
                  </a:cubicBezTo>
                  <a:cubicBezTo>
                    <a:pt x="12658" y="7438"/>
                    <a:pt x="12320" y="7201"/>
                    <a:pt x="11954" y="7201"/>
                  </a:cubicBezTo>
                  <a:cubicBezTo>
                    <a:pt x="11854" y="7201"/>
                    <a:pt x="11753" y="7216"/>
                    <a:pt x="11654" y="7256"/>
                  </a:cubicBezTo>
                  <a:cubicBezTo>
                    <a:pt x="11499" y="7128"/>
                    <a:pt x="11310" y="7066"/>
                    <a:pt x="11127" y="7066"/>
                  </a:cubicBezTo>
                  <a:cubicBezTo>
                    <a:pt x="10856" y="7066"/>
                    <a:pt x="10589" y="7201"/>
                    <a:pt x="10429" y="7449"/>
                  </a:cubicBezTo>
                  <a:cubicBezTo>
                    <a:pt x="10413" y="7448"/>
                    <a:pt x="10397" y="7448"/>
                    <a:pt x="10381" y="7448"/>
                  </a:cubicBezTo>
                  <a:cubicBezTo>
                    <a:pt x="9925" y="7448"/>
                    <a:pt x="9553" y="7820"/>
                    <a:pt x="9553" y="8276"/>
                  </a:cubicBezTo>
                  <a:lnTo>
                    <a:pt x="9553" y="8326"/>
                  </a:lnTo>
                  <a:cubicBezTo>
                    <a:pt x="9302" y="8487"/>
                    <a:pt x="9175" y="8753"/>
                    <a:pt x="9175" y="9025"/>
                  </a:cubicBezTo>
                  <a:cubicBezTo>
                    <a:pt x="9175" y="9208"/>
                    <a:pt x="9230" y="9396"/>
                    <a:pt x="9358" y="9551"/>
                  </a:cubicBezTo>
                  <a:cubicBezTo>
                    <a:pt x="9202" y="9954"/>
                    <a:pt x="9383" y="10399"/>
                    <a:pt x="9749" y="10590"/>
                  </a:cubicBezTo>
                  <a:lnTo>
                    <a:pt x="8092" y="12002"/>
                  </a:lnTo>
                  <a:lnTo>
                    <a:pt x="7661" y="7887"/>
                  </a:lnTo>
                  <a:lnTo>
                    <a:pt x="7661" y="7887"/>
                  </a:lnTo>
                  <a:cubicBezTo>
                    <a:pt x="7783" y="7917"/>
                    <a:pt x="7909" y="7931"/>
                    <a:pt x="8032" y="7931"/>
                  </a:cubicBezTo>
                  <a:cubicBezTo>
                    <a:pt x="8625" y="7931"/>
                    <a:pt x="9196" y="7593"/>
                    <a:pt x="9458" y="7005"/>
                  </a:cubicBezTo>
                  <a:cubicBezTo>
                    <a:pt x="10268" y="6922"/>
                    <a:pt x="10856" y="6235"/>
                    <a:pt x="10856" y="5458"/>
                  </a:cubicBezTo>
                  <a:cubicBezTo>
                    <a:pt x="10856" y="5353"/>
                    <a:pt x="10845" y="5241"/>
                    <a:pt x="10822" y="5131"/>
                  </a:cubicBezTo>
                  <a:lnTo>
                    <a:pt x="10822" y="5126"/>
                  </a:lnTo>
                  <a:cubicBezTo>
                    <a:pt x="11165" y="4815"/>
                    <a:pt x="11338" y="4393"/>
                    <a:pt x="11338" y="3967"/>
                  </a:cubicBezTo>
                  <a:cubicBezTo>
                    <a:pt x="11338" y="3545"/>
                    <a:pt x="11165" y="3117"/>
                    <a:pt x="10822" y="2808"/>
                  </a:cubicBezTo>
                  <a:cubicBezTo>
                    <a:pt x="10845" y="2696"/>
                    <a:pt x="10856" y="2586"/>
                    <a:pt x="10856" y="2480"/>
                  </a:cubicBezTo>
                  <a:cubicBezTo>
                    <a:pt x="10856" y="1698"/>
                    <a:pt x="10268" y="1015"/>
                    <a:pt x="9458" y="932"/>
                  </a:cubicBezTo>
                  <a:lnTo>
                    <a:pt x="9458" y="928"/>
                  </a:lnTo>
                  <a:cubicBezTo>
                    <a:pt x="9196" y="345"/>
                    <a:pt x="8620" y="0"/>
                    <a:pt x="8026" y="0"/>
                  </a:cubicBezTo>
                  <a:cubicBezTo>
                    <a:pt x="7760" y="0"/>
                    <a:pt x="7495" y="67"/>
                    <a:pt x="7250" y="211"/>
                  </a:cubicBezTo>
                  <a:cubicBezTo>
                    <a:pt x="7000" y="67"/>
                    <a:pt x="6734" y="0"/>
                    <a:pt x="647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160" name="Google Shape;5160;p68"/>
            <p:cNvSpPr/>
            <p:nvPr/>
          </p:nvSpPr>
          <p:spPr>
            <a:xfrm flipH="1">
              <a:off x="4286800" y="1169523"/>
              <a:ext cx="232579" cy="296092"/>
            </a:xfrm>
            <a:custGeom>
              <a:avLst/>
              <a:gdLst/>
              <a:ahLst/>
              <a:cxnLst/>
              <a:rect l="l" t="t" r="r" b="b"/>
              <a:pathLst>
                <a:path w="13635" h="17361" extrusionOk="0">
                  <a:moveTo>
                    <a:pt x="5674" y="7715"/>
                  </a:moveTo>
                  <a:cubicBezTo>
                    <a:pt x="5914" y="7856"/>
                    <a:pt x="6189" y="7933"/>
                    <a:pt x="6468" y="7933"/>
                  </a:cubicBezTo>
                  <a:cubicBezTo>
                    <a:pt x="6593" y="7933"/>
                    <a:pt x="6717" y="7917"/>
                    <a:pt x="6840" y="7887"/>
                  </a:cubicBezTo>
                  <a:lnTo>
                    <a:pt x="6840" y="7887"/>
                  </a:lnTo>
                  <a:lnTo>
                    <a:pt x="6570" y="10464"/>
                  </a:lnTo>
                  <a:lnTo>
                    <a:pt x="5083" y="9260"/>
                  </a:lnTo>
                  <a:cubicBezTo>
                    <a:pt x="5415" y="9058"/>
                    <a:pt x="5620" y="8695"/>
                    <a:pt x="5620" y="8309"/>
                  </a:cubicBezTo>
                  <a:cubicBezTo>
                    <a:pt x="5620" y="8176"/>
                    <a:pt x="5592" y="8043"/>
                    <a:pt x="5543" y="7910"/>
                  </a:cubicBezTo>
                  <a:lnTo>
                    <a:pt x="5548" y="7910"/>
                  </a:lnTo>
                  <a:cubicBezTo>
                    <a:pt x="5598" y="7848"/>
                    <a:pt x="5639" y="7783"/>
                    <a:pt x="5674" y="7715"/>
                  </a:cubicBezTo>
                  <a:close/>
                  <a:moveTo>
                    <a:pt x="6474" y="0"/>
                  </a:moveTo>
                  <a:cubicBezTo>
                    <a:pt x="5875" y="0"/>
                    <a:pt x="5304" y="345"/>
                    <a:pt x="5042" y="928"/>
                  </a:cubicBezTo>
                  <a:lnTo>
                    <a:pt x="5037" y="932"/>
                  </a:lnTo>
                  <a:cubicBezTo>
                    <a:pt x="4228" y="1015"/>
                    <a:pt x="3646" y="1698"/>
                    <a:pt x="3646" y="2474"/>
                  </a:cubicBezTo>
                  <a:cubicBezTo>
                    <a:pt x="3646" y="2586"/>
                    <a:pt x="3656" y="2696"/>
                    <a:pt x="3678" y="2808"/>
                  </a:cubicBezTo>
                  <a:lnTo>
                    <a:pt x="3673" y="2808"/>
                  </a:lnTo>
                  <a:cubicBezTo>
                    <a:pt x="3154" y="3275"/>
                    <a:pt x="3027" y="4005"/>
                    <a:pt x="3291" y="4600"/>
                  </a:cubicBezTo>
                  <a:cubicBezTo>
                    <a:pt x="3253" y="4596"/>
                    <a:pt x="3216" y="4593"/>
                    <a:pt x="3179" y="4593"/>
                  </a:cubicBezTo>
                  <a:cubicBezTo>
                    <a:pt x="2935" y="4593"/>
                    <a:pt x="2686" y="4676"/>
                    <a:pt x="2480" y="4843"/>
                  </a:cubicBezTo>
                  <a:cubicBezTo>
                    <a:pt x="2347" y="4792"/>
                    <a:pt x="2214" y="4771"/>
                    <a:pt x="2081" y="4771"/>
                  </a:cubicBezTo>
                  <a:cubicBezTo>
                    <a:pt x="1588" y="4771"/>
                    <a:pt x="1138" y="5092"/>
                    <a:pt x="1005" y="5596"/>
                  </a:cubicBezTo>
                  <a:cubicBezTo>
                    <a:pt x="501" y="5731"/>
                    <a:pt x="173" y="6184"/>
                    <a:pt x="173" y="6673"/>
                  </a:cubicBezTo>
                  <a:cubicBezTo>
                    <a:pt x="173" y="6806"/>
                    <a:pt x="201" y="6939"/>
                    <a:pt x="251" y="7072"/>
                  </a:cubicBezTo>
                  <a:cubicBezTo>
                    <a:pt x="84" y="7283"/>
                    <a:pt x="0" y="7527"/>
                    <a:pt x="0" y="7777"/>
                  </a:cubicBezTo>
                  <a:cubicBezTo>
                    <a:pt x="0" y="8138"/>
                    <a:pt x="178" y="8492"/>
                    <a:pt x="511" y="8709"/>
                  </a:cubicBezTo>
                  <a:cubicBezTo>
                    <a:pt x="472" y="9352"/>
                    <a:pt x="988" y="9879"/>
                    <a:pt x="1626" y="9879"/>
                  </a:cubicBezTo>
                  <a:lnTo>
                    <a:pt x="1681" y="9879"/>
                  </a:lnTo>
                  <a:cubicBezTo>
                    <a:pt x="1897" y="10211"/>
                    <a:pt x="2253" y="10389"/>
                    <a:pt x="2620" y="10389"/>
                  </a:cubicBezTo>
                  <a:cubicBezTo>
                    <a:pt x="2863" y="10389"/>
                    <a:pt x="3113" y="10306"/>
                    <a:pt x="3318" y="10139"/>
                  </a:cubicBezTo>
                  <a:cubicBezTo>
                    <a:pt x="3451" y="10189"/>
                    <a:pt x="3584" y="10211"/>
                    <a:pt x="3718" y="10211"/>
                  </a:cubicBezTo>
                  <a:cubicBezTo>
                    <a:pt x="4104" y="10211"/>
                    <a:pt x="4467" y="10011"/>
                    <a:pt x="4669" y="9677"/>
                  </a:cubicBezTo>
                  <a:lnTo>
                    <a:pt x="6423" y="11842"/>
                  </a:lnTo>
                  <a:lnTo>
                    <a:pt x="6426" y="11841"/>
                  </a:lnTo>
                  <a:lnTo>
                    <a:pt x="6426" y="11841"/>
                  </a:lnTo>
                  <a:lnTo>
                    <a:pt x="5846" y="17361"/>
                  </a:lnTo>
                  <a:lnTo>
                    <a:pt x="8654" y="17361"/>
                  </a:lnTo>
                  <a:lnTo>
                    <a:pt x="8207" y="13100"/>
                  </a:lnTo>
                  <a:lnTo>
                    <a:pt x="10015" y="10870"/>
                  </a:lnTo>
                  <a:cubicBezTo>
                    <a:pt x="10162" y="11120"/>
                    <a:pt x="10433" y="11271"/>
                    <a:pt x="10727" y="11271"/>
                  </a:cubicBezTo>
                  <a:cubicBezTo>
                    <a:pt x="10828" y="11271"/>
                    <a:pt x="10928" y="11254"/>
                    <a:pt x="11027" y="11215"/>
                  </a:cubicBezTo>
                  <a:cubicBezTo>
                    <a:pt x="11182" y="11343"/>
                    <a:pt x="11367" y="11403"/>
                    <a:pt x="11551" y="11403"/>
                  </a:cubicBezTo>
                  <a:cubicBezTo>
                    <a:pt x="11822" y="11403"/>
                    <a:pt x="12089" y="11271"/>
                    <a:pt x="12248" y="11027"/>
                  </a:cubicBezTo>
                  <a:lnTo>
                    <a:pt x="12248" y="11021"/>
                  </a:lnTo>
                  <a:lnTo>
                    <a:pt x="12252" y="11021"/>
                  </a:lnTo>
                  <a:cubicBezTo>
                    <a:pt x="12269" y="11022"/>
                    <a:pt x="12285" y="11023"/>
                    <a:pt x="12301" y="11023"/>
                  </a:cubicBezTo>
                  <a:cubicBezTo>
                    <a:pt x="12773" y="11023"/>
                    <a:pt x="13151" y="10627"/>
                    <a:pt x="13129" y="10150"/>
                  </a:cubicBezTo>
                  <a:lnTo>
                    <a:pt x="13129" y="10145"/>
                  </a:lnTo>
                  <a:cubicBezTo>
                    <a:pt x="13546" y="9879"/>
                    <a:pt x="13635" y="9308"/>
                    <a:pt x="13324" y="8925"/>
                  </a:cubicBezTo>
                  <a:lnTo>
                    <a:pt x="13318" y="8919"/>
                  </a:lnTo>
                  <a:cubicBezTo>
                    <a:pt x="13356" y="8819"/>
                    <a:pt x="13373" y="8720"/>
                    <a:pt x="13373" y="8620"/>
                  </a:cubicBezTo>
                  <a:cubicBezTo>
                    <a:pt x="13373" y="8254"/>
                    <a:pt x="13130" y="7916"/>
                    <a:pt x="12758" y="7815"/>
                  </a:cubicBezTo>
                  <a:cubicBezTo>
                    <a:pt x="12658" y="7438"/>
                    <a:pt x="12320" y="7201"/>
                    <a:pt x="11954" y="7201"/>
                  </a:cubicBezTo>
                  <a:cubicBezTo>
                    <a:pt x="11854" y="7201"/>
                    <a:pt x="11753" y="7216"/>
                    <a:pt x="11654" y="7256"/>
                  </a:cubicBezTo>
                  <a:cubicBezTo>
                    <a:pt x="11499" y="7128"/>
                    <a:pt x="11310" y="7066"/>
                    <a:pt x="11127" y="7066"/>
                  </a:cubicBezTo>
                  <a:cubicBezTo>
                    <a:pt x="10856" y="7066"/>
                    <a:pt x="10589" y="7201"/>
                    <a:pt x="10429" y="7449"/>
                  </a:cubicBezTo>
                  <a:cubicBezTo>
                    <a:pt x="10413" y="7448"/>
                    <a:pt x="10397" y="7448"/>
                    <a:pt x="10381" y="7448"/>
                  </a:cubicBezTo>
                  <a:cubicBezTo>
                    <a:pt x="9925" y="7448"/>
                    <a:pt x="9553" y="7820"/>
                    <a:pt x="9553" y="8276"/>
                  </a:cubicBezTo>
                  <a:lnTo>
                    <a:pt x="9553" y="8326"/>
                  </a:lnTo>
                  <a:cubicBezTo>
                    <a:pt x="9302" y="8487"/>
                    <a:pt x="9175" y="8753"/>
                    <a:pt x="9175" y="9025"/>
                  </a:cubicBezTo>
                  <a:cubicBezTo>
                    <a:pt x="9175" y="9208"/>
                    <a:pt x="9230" y="9396"/>
                    <a:pt x="9358" y="9551"/>
                  </a:cubicBezTo>
                  <a:cubicBezTo>
                    <a:pt x="9202" y="9954"/>
                    <a:pt x="9383" y="10399"/>
                    <a:pt x="9749" y="10590"/>
                  </a:cubicBezTo>
                  <a:lnTo>
                    <a:pt x="8092" y="12002"/>
                  </a:lnTo>
                  <a:lnTo>
                    <a:pt x="7661" y="7887"/>
                  </a:lnTo>
                  <a:lnTo>
                    <a:pt x="7661" y="7887"/>
                  </a:lnTo>
                  <a:cubicBezTo>
                    <a:pt x="7783" y="7917"/>
                    <a:pt x="7909" y="7931"/>
                    <a:pt x="8032" y="7931"/>
                  </a:cubicBezTo>
                  <a:cubicBezTo>
                    <a:pt x="8625" y="7931"/>
                    <a:pt x="9196" y="7593"/>
                    <a:pt x="9458" y="7005"/>
                  </a:cubicBezTo>
                  <a:cubicBezTo>
                    <a:pt x="10268" y="6922"/>
                    <a:pt x="10856" y="6235"/>
                    <a:pt x="10856" y="5458"/>
                  </a:cubicBezTo>
                  <a:cubicBezTo>
                    <a:pt x="10856" y="5353"/>
                    <a:pt x="10845" y="5241"/>
                    <a:pt x="10822" y="5131"/>
                  </a:cubicBezTo>
                  <a:lnTo>
                    <a:pt x="10822" y="5126"/>
                  </a:lnTo>
                  <a:cubicBezTo>
                    <a:pt x="11165" y="4815"/>
                    <a:pt x="11338" y="4393"/>
                    <a:pt x="11338" y="3967"/>
                  </a:cubicBezTo>
                  <a:cubicBezTo>
                    <a:pt x="11338" y="3545"/>
                    <a:pt x="11165" y="3117"/>
                    <a:pt x="10822" y="2808"/>
                  </a:cubicBezTo>
                  <a:cubicBezTo>
                    <a:pt x="10845" y="2696"/>
                    <a:pt x="10856" y="2586"/>
                    <a:pt x="10856" y="2480"/>
                  </a:cubicBezTo>
                  <a:cubicBezTo>
                    <a:pt x="10856" y="1698"/>
                    <a:pt x="10268" y="1015"/>
                    <a:pt x="9458" y="932"/>
                  </a:cubicBezTo>
                  <a:lnTo>
                    <a:pt x="9458" y="928"/>
                  </a:lnTo>
                  <a:cubicBezTo>
                    <a:pt x="9196" y="345"/>
                    <a:pt x="8620" y="0"/>
                    <a:pt x="8026" y="0"/>
                  </a:cubicBezTo>
                  <a:cubicBezTo>
                    <a:pt x="7760" y="0"/>
                    <a:pt x="7495" y="67"/>
                    <a:pt x="7250" y="211"/>
                  </a:cubicBezTo>
                  <a:cubicBezTo>
                    <a:pt x="7000" y="67"/>
                    <a:pt x="6734" y="0"/>
                    <a:pt x="647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161" name="Google Shape;5161;p68"/>
            <p:cNvSpPr/>
            <p:nvPr/>
          </p:nvSpPr>
          <p:spPr>
            <a:xfrm>
              <a:off x="4524715" y="698423"/>
              <a:ext cx="458114" cy="1021753"/>
            </a:xfrm>
            <a:custGeom>
              <a:avLst/>
              <a:gdLst/>
              <a:ahLst/>
              <a:cxnLst/>
              <a:rect l="l" t="t" r="r" b="b"/>
              <a:pathLst>
                <a:path w="11869" h="26472" extrusionOk="0">
                  <a:moveTo>
                    <a:pt x="3136" y="0"/>
                  </a:moveTo>
                  <a:cubicBezTo>
                    <a:pt x="3136" y="1"/>
                    <a:pt x="3529" y="4229"/>
                    <a:pt x="3824" y="4574"/>
                  </a:cubicBezTo>
                  <a:cubicBezTo>
                    <a:pt x="4120" y="4918"/>
                    <a:pt x="4610" y="5509"/>
                    <a:pt x="4610" y="5509"/>
                  </a:cubicBezTo>
                  <a:lnTo>
                    <a:pt x="4610" y="5985"/>
                  </a:lnTo>
                  <a:cubicBezTo>
                    <a:pt x="4333" y="6152"/>
                    <a:pt x="4161" y="6470"/>
                    <a:pt x="4196" y="6813"/>
                  </a:cubicBezTo>
                  <a:cubicBezTo>
                    <a:pt x="4210" y="6946"/>
                    <a:pt x="4254" y="7069"/>
                    <a:pt x="4319" y="7177"/>
                  </a:cubicBezTo>
                  <a:cubicBezTo>
                    <a:pt x="3857" y="7640"/>
                    <a:pt x="1" y="11513"/>
                    <a:pt x="185" y="11605"/>
                  </a:cubicBezTo>
                  <a:cubicBezTo>
                    <a:pt x="189" y="11607"/>
                    <a:pt x="195" y="11608"/>
                    <a:pt x="202" y="11608"/>
                  </a:cubicBezTo>
                  <a:cubicBezTo>
                    <a:pt x="514" y="11608"/>
                    <a:pt x="3433" y="9483"/>
                    <a:pt x="3578" y="9147"/>
                  </a:cubicBezTo>
                  <a:cubicBezTo>
                    <a:pt x="3725" y="8802"/>
                    <a:pt x="4267" y="8213"/>
                    <a:pt x="4364" y="7967"/>
                  </a:cubicBezTo>
                  <a:cubicBezTo>
                    <a:pt x="4412" y="7848"/>
                    <a:pt x="4527" y="7651"/>
                    <a:pt x="4634" y="7478"/>
                  </a:cubicBezTo>
                  <a:cubicBezTo>
                    <a:pt x="4689" y="7507"/>
                    <a:pt x="4746" y="7531"/>
                    <a:pt x="4807" y="7550"/>
                  </a:cubicBezTo>
                  <a:cubicBezTo>
                    <a:pt x="4623" y="10384"/>
                    <a:pt x="4558" y="26472"/>
                    <a:pt x="4558" y="26472"/>
                  </a:cubicBezTo>
                  <a:lnTo>
                    <a:pt x="6042" y="26472"/>
                  </a:lnTo>
                  <a:lnTo>
                    <a:pt x="5316" y="7545"/>
                  </a:lnTo>
                  <a:cubicBezTo>
                    <a:pt x="5556" y="7469"/>
                    <a:pt x="5745" y="7292"/>
                    <a:pt x="5843" y="7068"/>
                  </a:cubicBezTo>
                  <a:cubicBezTo>
                    <a:pt x="6909" y="7367"/>
                    <a:pt x="10825" y="8470"/>
                    <a:pt x="11309" y="8606"/>
                  </a:cubicBezTo>
                  <a:cubicBezTo>
                    <a:pt x="11485" y="8655"/>
                    <a:pt x="11593" y="8676"/>
                    <a:pt x="11659" y="8676"/>
                  </a:cubicBezTo>
                  <a:cubicBezTo>
                    <a:pt x="11804" y="8676"/>
                    <a:pt x="11755" y="8579"/>
                    <a:pt x="11801" y="8471"/>
                  </a:cubicBezTo>
                  <a:cubicBezTo>
                    <a:pt x="11868" y="8314"/>
                    <a:pt x="8533" y="7127"/>
                    <a:pt x="8196" y="6915"/>
                  </a:cubicBezTo>
                  <a:cubicBezTo>
                    <a:pt x="8060" y="6829"/>
                    <a:pt x="7832" y="6800"/>
                    <a:pt x="7590" y="6800"/>
                  </a:cubicBezTo>
                  <a:cubicBezTo>
                    <a:pt x="7234" y="6800"/>
                    <a:pt x="6847" y="6863"/>
                    <a:pt x="6674" y="6904"/>
                  </a:cubicBezTo>
                  <a:cubicBezTo>
                    <a:pt x="6639" y="6912"/>
                    <a:pt x="6600" y="6915"/>
                    <a:pt x="6557" y="6915"/>
                  </a:cubicBezTo>
                  <a:cubicBezTo>
                    <a:pt x="6355" y="6915"/>
                    <a:pt x="6083" y="6837"/>
                    <a:pt x="5913" y="6781"/>
                  </a:cubicBezTo>
                  <a:cubicBezTo>
                    <a:pt x="5916" y="6733"/>
                    <a:pt x="5915" y="6685"/>
                    <a:pt x="5911" y="6635"/>
                  </a:cubicBezTo>
                  <a:cubicBezTo>
                    <a:pt x="5865" y="6192"/>
                    <a:pt x="5490" y="5862"/>
                    <a:pt x="5054" y="5862"/>
                  </a:cubicBezTo>
                  <a:cubicBezTo>
                    <a:pt x="5032" y="5862"/>
                    <a:pt x="5010" y="5863"/>
                    <a:pt x="4988" y="5865"/>
                  </a:cubicBezTo>
                  <a:cubicBezTo>
                    <a:pt x="4678" y="4760"/>
                    <a:pt x="3352" y="88"/>
                    <a:pt x="313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5162" name="Google Shape;5162;p68"/>
          <p:cNvSpPr/>
          <p:nvPr/>
        </p:nvSpPr>
        <p:spPr>
          <a:xfrm>
            <a:off x="713250" y="4174527"/>
            <a:ext cx="4673400" cy="457200"/>
          </a:xfrm>
          <a:prstGeom prst="roundRect">
            <a:avLst>
              <a:gd name="adj" fmla="val 50000"/>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167" name="Google Shape;5167;p68"/>
          <p:cNvSpPr txBox="1">
            <a:spLocks noGrp="1"/>
          </p:cNvSpPr>
          <p:nvPr>
            <p:ph type="title"/>
          </p:nvPr>
        </p:nvSpPr>
        <p:spPr>
          <a:prstGeom prst="rect">
            <a:avLst/>
          </a:prstGeom>
        </p:spPr>
        <p:txBody>
          <a:bodyPr spcFirstLastPara="1" wrap="square" lIns="91425" tIns="91425" rIns="91425" bIns="91425" anchor="ctr" anchorCtr="0">
            <a:noAutofit/>
          </a:bodyPr>
          <a:lstStyle/>
          <a:p>
            <a:pPr marL="0" lvl="0" indent="0" rtl="0">
              <a:spcBef>
                <a:spcPts val="0"/>
              </a:spcBef>
              <a:spcAft>
                <a:spcPts val="0"/>
              </a:spcAft>
              <a:buNone/>
            </a:pPr>
            <a:r>
              <a:rPr lang="en" sz="4800" b="1" dirty="0">
                <a:solidFill>
                  <a:schemeClr val="bg1"/>
                </a:solidFill>
                <a:effectLst/>
                <a:latin typeface="Montserrat" panose="00000500000000000000" pitchFamily="2" charset="0"/>
              </a:rPr>
              <a:t>Controller</a:t>
            </a:r>
            <a:endParaRPr sz="4800" b="1" dirty="0">
              <a:solidFill>
                <a:schemeClr val="bg1"/>
              </a:solidFill>
              <a:effectLst/>
              <a:latin typeface="Montserrat" panose="00000500000000000000" pitchFamily="2" charset="0"/>
            </a:endParaRPr>
          </a:p>
        </p:txBody>
      </p:sp>
      <p:sp>
        <p:nvSpPr>
          <p:cNvPr id="5163" name="Google Shape;5163;p68"/>
          <p:cNvSpPr txBox="1">
            <a:spLocks noGrp="1"/>
          </p:cNvSpPr>
          <p:nvPr>
            <p:ph type="title" idx="2"/>
          </p:nvPr>
        </p:nvSpPr>
        <p:spPr>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solidFill>
                  <a:schemeClr val="tx1"/>
                </a:solidFill>
              </a:rPr>
              <a:t>05</a:t>
            </a:r>
            <a:endParaRPr dirty="0">
              <a:solidFill>
                <a:schemeClr val="tx1"/>
              </a:solidFill>
            </a:endParaRPr>
          </a:p>
        </p:txBody>
      </p:sp>
      <p:sp>
        <p:nvSpPr>
          <p:cNvPr id="5164" name="Google Shape;5164;p68"/>
          <p:cNvSpPr txBox="1">
            <a:spLocks noGrp="1"/>
          </p:cNvSpPr>
          <p:nvPr>
            <p:ph type="subTitle" idx="1"/>
          </p:nvPr>
        </p:nvSpPr>
        <p:spPr>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sz="1800" dirty="0">
                <a:solidFill>
                  <a:schemeClr val="bg1"/>
                </a:solidFill>
              </a:rPr>
              <a:t>Determining suitable Controllers</a:t>
            </a:r>
            <a:endParaRPr sz="1800" dirty="0">
              <a:solidFill>
                <a:schemeClr val="bg1"/>
              </a:solidFill>
            </a:endParaRPr>
          </a:p>
        </p:txBody>
      </p:sp>
      <p:sp>
        <p:nvSpPr>
          <p:cNvPr id="5166" name="Google Shape;5166;p68"/>
          <p:cNvSpPr/>
          <p:nvPr/>
        </p:nvSpPr>
        <p:spPr>
          <a:xfrm rot="-5400000">
            <a:off x="6148927" y="216061"/>
            <a:ext cx="4226946" cy="930116"/>
          </a:xfrm>
          <a:custGeom>
            <a:avLst/>
            <a:gdLst/>
            <a:ahLst/>
            <a:cxnLst/>
            <a:rect l="l" t="t" r="r" b="b"/>
            <a:pathLst>
              <a:path w="53074" h="11679" extrusionOk="0">
                <a:moveTo>
                  <a:pt x="4423" y="398"/>
                </a:moveTo>
                <a:cubicBezTo>
                  <a:pt x="4545" y="398"/>
                  <a:pt x="4645" y="497"/>
                  <a:pt x="4645" y="618"/>
                </a:cubicBezTo>
                <a:lnTo>
                  <a:pt x="4645" y="1647"/>
                </a:lnTo>
                <a:cubicBezTo>
                  <a:pt x="4645" y="1770"/>
                  <a:pt x="4545" y="1869"/>
                  <a:pt x="4423" y="1869"/>
                </a:cubicBezTo>
                <a:cubicBezTo>
                  <a:pt x="4300" y="1869"/>
                  <a:pt x="4200" y="1770"/>
                  <a:pt x="4200" y="1647"/>
                </a:cubicBezTo>
                <a:lnTo>
                  <a:pt x="4200" y="618"/>
                </a:lnTo>
                <a:cubicBezTo>
                  <a:pt x="4200" y="497"/>
                  <a:pt x="4300" y="398"/>
                  <a:pt x="4423" y="398"/>
                </a:cubicBezTo>
                <a:close/>
                <a:moveTo>
                  <a:pt x="1463" y="446"/>
                </a:moveTo>
                <a:cubicBezTo>
                  <a:pt x="1585" y="446"/>
                  <a:pt x="1684" y="546"/>
                  <a:pt x="1684" y="668"/>
                </a:cubicBezTo>
                <a:lnTo>
                  <a:pt x="1684" y="1697"/>
                </a:lnTo>
                <a:cubicBezTo>
                  <a:pt x="1684" y="1820"/>
                  <a:pt x="1585" y="1919"/>
                  <a:pt x="1463" y="1919"/>
                </a:cubicBezTo>
                <a:cubicBezTo>
                  <a:pt x="1339" y="1919"/>
                  <a:pt x="1240" y="1820"/>
                  <a:pt x="1240" y="1697"/>
                </a:cubicBezTo>
                <a:lnTo>
                  <a:pt x="1240" y="668"/>
                </a:lnTo>
                <a:cubicBezTo>
                  <a:pt x="1240" y="546"/>
                  <a:pt x="1339" y="446"/>
                  <a:pt x="1463" y="446"/>
                </a:cubicBezTo>
                <a:close/>
                <a:moveTo>
                  <a:pt x="4249" y="1"/>
                </a:moveTo>
                <a:cubicBezTo>
                  <a:pt x="3923" y="1"/>
                  <a:pt x="3658" y="265"/>
                  <a:pt x="3658" y="591"/>
                </a:cubicBezTo>
                <a:lnTo>
                  <a:pt x="3658" y="3202"/>
                </a:lnTo>
                <a:lnTo>
                  <a:pt x="1981" y="3202"/>
                </a:lnTo>
                <a:lnTo>
                  <a:pt x="1981" y="673"/>
                </a:lnTo>
                <a:cubicBezTo>
                  <a:pt x="1981" y="510"/>
                  <a:pt x="1914" y="364"/>
                  <a:pt x="1808" y="257"/>
                </a:cubicBezTo>
                <a:cubicBezTo>
                  <a:pt x="1701" y="149"/>
                  <a:pt x="1552" y="81"/>
                  <a:pt x="1390" y="81"/>
                </a:cubicBezTo>
                <a:cubicBezTo>
                  <a:pt x="1065" y="81"/>
                  <a:pt x="799" y="348"/>
                  <a:pt x="799" y="672"/>
                </a:cubicBezTo>
                <a:lnTo>
                  <a:pt x="799" y="3202"/>
                </a:lnTo>
                <a:lnTo>
                  <a:pt x="734" y="3202"/>
                </a:lnTo>
                <a:cubicBezTo>
                  <a:pt x="330" y="3202"/>
                  <a:pt x="0" y="3533"/>
                  <a:pt x="0" y="3939"/>
                </a:cubicBezTo>
                <a:lnTo>
                  <a:pt x="0" y="7273"/>
                </a:lnTo>
                <a:cubicBezTo>
                  <a:pt x="0" y="7677"/>
                  <a:pt x="330" y="8008"/>
                  <a:pt x="734" y="8008"/>
                </a:cubicBezTo>
                <a:lnTo>
                  <a:pt x="1369" y="8008"/>
                </a:lnTo>
                <a:lnTo>
                  <a:pt x="1369" y="8946"/>
                </a:lnTo>
                <a:lnTo>
                  <a:pt x="2522" y="8946"/>
                </a:lnTo>
                <a:lnTo>
                  <a:pt x="2522" y="9290"/>
                </a:lnTo>
                <a:cubicBezTo>
                  <a:pt x="2522" y="10607"/>
                  <a:pt x="3593" y="11679"/>
                  <a:pt x="4911" y="11679"/>
                </a:cubicBezTo>
                <a:lnTo>
                  <a:pt x="50099" y="11679"/>
                </a:lnTo>
                <a:cubicBezTo>
                  <a:pt x="51739" y="11679"/>
                  <a:pt x="53073" y="10344"/>
                  <a:pt x="53073" y="8705"/>
                </a:cubicBezTo>
                <a:lnTo>
                  <a:pt x="53073" y="3031"/>
                </a:lnTo>
                <a:lnTo>
                  <a:pt x="52282" y="3031"/>
                </a:lnTo>
                <a:lnTo>
                  <a:pt x="52282" y="8705"/>
                </a:lnTo>
                <a:cubicBezTo>
                  <a:pt x="52282" y="9908"/>
                  <a:pt x="51302" y="10887"/>
                  <a:pt x="50099" y="10887"/>
                </a:cubicBezTo>
                <a:lnTo>
                  <a:pt x="4911" y="10887"/>
                </a:lnTo>
                <a:cubicBezTo>
                  <a:pt x="4030" y="10887"/>
                  <a:pt x="3313" y="10171"/>
                  <a:pt x="3313" y="9290"/>
                </a:cubicBezTo>
                <a:lnTo>
                  <a:pt x="3313" y="8948"/>
                </a:lnTo>
                <a:lnTo>
                  <a:pt x="4463" y="8948"/>
                </a:lnTo>
                <a:lnTo>
                  <a:pt x="4463" y="8009"/>
                </a:lnTo>
                <a:lnTo>
                  <a:pt x="4864" y="8009"/>
                </a:lnTo>
                <a:cubicBezTo>
                  <a:pt x="5270" y="8009"/>
                  <a:pt x="5600" y="7677"/>
                  <a:pt x="5600" y="7273"/>
                </a:cubicBezTo>
                <a:lnTo>
                  <a:pt x="5600" y="3939"/>
                </a:lnTo>
                <a:cubicBezTo>
                  <a:pt x="5600" y="3533"/>
                  <a:pt x="5270" y="3202"/>
                  <a:pt x="4864" y="3202"/>
                </a:cubicBezTo>
                <a:lnTo>
                  <a:pt x="4840" y="3202"/>
                </a:lnTo>
                <a:lnTo>
                  <a:pt x="4840" y="591"/>
                </a:lnTo>
                <a:cubicBezTo>
                  <a:pt x="4840" y="428"/>
                  <a:pt x="4774" y="281"/>
                  <a:pt x="4666" y="173"/>
                </a:cubicBezTo>
                <a:cubicBezTo>
                  <a:pt x="4560" y="66"/>
                  <a:pt x="4412" y="1"/>
                  <a:pt x="4249" y="1"/>
                </a:cubicBezTo>
                <a:close/>
              </a:path>
            </a:pathLst>
          </a:custGeom>
          <a:gradFill>
            <a:gsLst>
              <a:gs pos="0">
                <a:schemeClr val="lt1"/>
              </a:gs>
              <a:gs pos="100000">
                <a:schemeClr val="dk2"/>
              </a:gs>
            </a:gsLst>
            <a:lin ang="5400012"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p>
        </p:txBody>
      </p:sp>
    </p:spTree>
    <p:extLst>
      <p:ext uri="{BB962C8B-B14F-4D97-AF65-F5344CB8AC3E}">
        <p14:creationId xmlns:p14="http://schemas.microsoft.com/office/powerpoint/2010/main" val="328464703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794;p53">
            <a:extLst>
              <a:ext uri="{FF2B5EF4-FFF2-40B4-BE49-F238E27FC236}">
                <a16:creationId xmlns:a16="http://schemas.microsoft.com/office/drawing/2014/main" id="{E3685FEF-5959-15CF-4558-018898050E88}"/>
              </a:ext>
            </a:extLst>
          </p:cNvPr>
          <p:cNvSpPr/>
          <p:nvPr/>
        </p:nvSpPr>
        <p:spPr>
          <a:xfrm>
            <a:off x="713228" y="162778"/>
            <a:ext cx="7717500" cy="722494"/>
          </a:xfrm>
          <a:prstGeom prst="round2DiagRect">
            <a:avLst>
              <a:gd name="adj1" fmla="val 16667"/>
              <a:gd name="adj2" fmla="val 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 name="Title 1">
            <a:extLst>
              <a:ext uri="{FF2B5EF4-FFF2-40B4-BE49-F238E27FC236}">
                <a16:creationId xmlns:a16="http://schemas.microsoft.com/office/drawing/2014/main" id="{68D26716-5E0E-4B2E-2C89-1FE5FD15FB6F}"/>
              </a:ext>
            </a:extLst>
          </p:cNvPr>
          <p:cNvSpPr>
            <a:spLocks noGrp="1"/>
          </p:cNvSpPr>
          <p:nvPr>
            <p:ph type="title"/>
          </p:nvPr>
        </p:nvSpPr>
        <p:spPr>
          <a:xfrm>
            <a:off x="713228" y="237855"/>
            <a:ext cx="7717500" cy="576000"/>
          </a:xfrm>
        </p:spPr>
        <p:txBody>
          <a:bodyPr/>
          <a:lstStyle/>
          <a:p>
            <a:r>
              <a:rPr lang="en-US" sz="3200" kern="1200" dirty="0">
                <a:solidFill>
                  <a:schemeClr val="bg1"/>
                </a:solidFill>
                <a:effectLst/>
                <a:latin typeface="Montserrat" panose="00000500000000000000" pitchFamily="2" charset="0"/>
                <a:ea typeface="+mn-ea"/>
                <a:cs typeface="+mn-cs"/>
              </a:rPr>
              <a:t>Golf Cart Controller</a:t>
            </a:r>
            <a:endParaRPr lang="en-US" sz="3200" dirty="0">
              <a:solidFill>
                <a:schemeClr val="bg1"/>
              </a:solidFill>
              <a:latin typeface="Montserrat" panose="00000500000000000000" pitchFamily="2" charset="0"/>
            </a:endParaRPr>
          </a:p>
        </p:txBody>
      </p:sp>
      <p:sp>
        <p:nvSpPr>
          <p:cNvPr id="3" name="TextBox 2">
            <a:extLst>
              <a:ext uri="{FF2B5EF4-FFF2-40B4-BE49-F238E27FC236}">
                <a16:creationId xmlns:a16="http://schemas.microsoft.com/office/drawing/2014/main" id="{D54FB8E7-217E-853A-D915-7791101B590B}"/>
              </a:ext>
            </a:extLst>
          </p:cNvPr>
          <p:cNvSpPr txBox="1"/>
          <p:nvPr/>
        </p:nvSpPr>
        <p:spPr>
          <a:xfrm>
            <a:off x="713229" y="909956"/>
            <a:ext cx="7717500" cy="3933064"/>
          </a:xfrm>
          <a:prstGeom prst="rect">
            <a:avLst/>
          </a:prstGeom>
          <a:noFill/>
        </p:spPr>
        <p:txBody>
          <a:bodyPr wrap="square" rtlCol="0">
            <a:spAutoFit/>
          </a:bodyPr>
          <a:lstStyle/>
          <a:p>
            <a:pPr marL="283464" indent="-283464">
              <a:lnSpc>
                <a:spcPct val="150000"/>
              </a:lnSpc>
              <a:buClrTx/>
              <a:buSzPts val="1800"/>
              <a:buBlip>
                <a:blip r:embed="rId2">
                  <a:extLst>
                    <a:ext uri="{96DAC541-7B7A-43D3-8B79-37D633B846F1}">
                      <asvg:svgBlip xmlns:asvg="http://schemas.microsoft.com/office/drawing/2016/SVG/main" r:embed="rId3"/>
                    </a:ext>
                  </a:extLst>
                </a:blip>
              </a:buBlip>
            </a:pPr>
            <a:r>
              <a:rPr lang="en-US" sz="1400" kern="1200" dirty="0">
                <a:latin typeface="SF Pro Text" panose="00000500000000000000" pitchFamily="2" charset="0"/>
                <a:ea typeface="SF Pro Text" panose="00000500000000000000" pitchFamily="2" charset="0"/>
                <a:cs typeface="+mn-cs"/>
              </a:rPr>
              <a:t>The Motor Controller is a device that controls the power output from the batteries to the motor. It is similar to the gas pedal in a car, but instead of controlling the flow of fuel, it controls the flow of electricity.</a:t>
            </a:r>
          </a:p>
          <a:p>
            <a:pPr marL="283464" indent="-283464">
              <a:lnSpc>
                <a:spcPct val="150000"/>
              </a:lnSpc>
              <a:buClrTx/>
              <a:buSzPts val="1800"/>
              <a:buBlip>
                <a:blip r:embed="rId2">
                  <a:extLst>
                    <a:ext uri="{96DAC541-7B7A-43D3-8B79-37D633B846F1}">
                      <asvg:svgBlip xmlns:asvg="http://schemas.microsoft.com/office/drawing/2016/SVG/main" r:embed="rId3"/>
                    </a:ext>
                  </a:extLst>
                </a:blip>
              </a:buBlip>
            </a:pPr>
            <a:r>
              <a:rPr lang="en-US" sz="1400" dirty="0">
                <a:latin typeface="SF Pro Text" panose="00000500000000000000" pitchFamily="2" charset="0"/>
                <a:ea typeface="SF Pro Text" panose="00000500000000000000" pitchFamily="2" charset="0"/>
              </a:rPr>
              <a:t>Golf cart controllers are typically located under the seat of the golf cart. They are connected to the batteries, the motor, and the accelerator pedal.</a:t>
            </a:r>
          </a:p>
          <a:p>
            <a:pPr marL="283464" indent="-283464">
              <a:lnSpc>
                <a:spcPct val="150000"/>
              </a:lnSpc>
              <a:buClrTx/>
              <a:buSzPts val="1800"/>
              <a:buBlip>
                <a:blip r:embed="rId2">
                  <a:extLst>
                    <a:ext uri="{96DAC541-7B7A-43D3-8B79-37D633B846F1}">
                      <asvg:svgBlip xmlns:asvg="http://schemas.microsoft.com/office/drawing/2016/SVG/main" r:embed="rId3"/>
                    </a:ext>
                  </a:extLst>
                </a:blip>
              </a:buBlip>
            </a:pPr>
            <a:r>
              <a:rPr lang="en-US" sz="1400" dirty="0">
                <a:latin typeface="SF Pro Text" panose="00000500000000000000" pitchFamily="2" charset="0"/>
                <a:ea typeface="SF Pro Text" panose="00000500000000000000" pitchFamily="2" charset="0"/>
              </a:rPr>
              <a:t>When you press down on the accelerator pedal, the controller sends more electricity to the motor, which causes the golf cart to go faster. When you release the accelerator pedal, the controller sends less electricity to the motor, which causes the golf cart to slow down.</a:t>
            </a:r>
          </a:p>
          <a:p>
            <a:pPr marL="283464" indent="-283464">
              <a:lnSpc>
                <a:spcPct val="150000"/>
              </a:lnSpc>
              <a:buClrTx/>
              <a:buSzPts val="1800"/>
              <a:buBlip>
                <a:blip r:embed="rId2">
                  <a:extLst>
                    <a:ext uri="{96DAC541-7B7A-43D3-8B79-37D633B846F1}">
                      <asvg:svgBlip xmlns:asvg="http://schemas.microsoft.com/office/drawing/2016/SVG/main" r:embed="rId3"/>
                    </a:ext>
                  </a:extLst>
                </a:blip>
              </a:buBlip>
            </a:pPr>
            <a:r>
              <a:rPr lang="en-US" sz="1400" dirty="0">
                <a:latin typeface="SF Pro Text" panose="00000500000000000000" pitchFamily="2" charset="0"/>
                <a:ea typeface="SF Pro Text" panose="00000500000000000000" pitchFamily="2" charset="0"/>
              </a:rPr>
              <a:t>Golf cart controllers also play an important role in protecting the batteries and the motor. They have a number of safety features that prevent the batteries from being over-discharged and the motor from overheating.</a:t>
            </a:r>
          </a:p>
        </p:txBody>
      </p:sp>
    </p:spTree>
    <p:extLst>
      <p:ext uri="{BB962C8B-B14F-4D97-AF65-F5344CB8AC3E}">
        <p14:creationId xmlns:p14="http://schemas.microsoft.com/office/powerpoint/2010/main" val="209791109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Google Shape;794;p53">
            <a:extLst>
              <a:ext uri="{FF2B5EF4-FFF2-40B4-BE49-F238E27FC236}">
                <a16:creationId xmlns:a16="http://schemas.microsoft.com/office/drawing/2014/main" id="{3923EFA4-7DC1-DB58-7BBC-AF8CD41EEBB5}"/>
              </a:ext>
            </a:extLst>
          </p:cNvPr>
          <p:cNvSpPr/>
          <p:nvPr/>
        </p:nvSpPr>
        <p:spPr>
          <a:xfrm>
            <a:off x="713225" y="245069"/>
            <a:ext cx="7717500" cy="722494"/>
          </a:xfrm>
          <a:prstGeom prst="round2DiagRect">
            <a:avLst>
              <a:gd name="adj1" fmla="val 16667"/>
              <a:gd name="adj2" fmla="val 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 name="Title 15">
            <a:extLst>
              <a:ext uri="{FF2B5EF4-FFF2-40B4-BE49-F238E27FC236}">
                <a16:creationId xmlns:a16="http://schemas.microsoft.com/office/drawing/2014/main" id="{D0A64B2E-8FBC-B151-C6B4-F549013E06F9}"/>
              </a:ext>
            </a:extLst>
          </p:cNvPr>
          <p:cNvSpPr>
            <a:spLocks noGrp="1"/>
          </p:cNvSpPr>
          <p:nvPr>
            <p:ph type="title"/>
          </p:nvPr>
        </p:nvSpPr>
        <p:spPr>
          <a:xfrm>
            <a:off x="713228" y="245069"/>
            <a:ext cx="7717500" cy="576000"/>
          </a:xfrm>
        </p:spPr>
        <p:txBody>
          <a:bodyPr/>
          <a:lstStyle/>
          <a:p>
            <a:r>
              <a:rPr lang="en-US" sz="3200" dirty="0">
                <a:solidFill>
                  <a:schemeClr val="bg1"/>
                </a:solidFill>
                <a:latin typeface="Montserrat" panose="00000500000000000000" pitchFamily="2" charset="0"/>
              </a:rPr>
              <a:t>The Curtis Model 1226BL</a:t>
            </a:r>
            <a:endParaRPr lang="en-US" dirty="0">
              <a:solidFill>
                <a:schemeClr val="bg1"/>
              </a:solidFill>
              <a:latin typeface="Montserrat" panose="00000500000000000000" pitchFamily="2" charset="0"/>
            </a:endParaRPr>
          </a:p>
        </p:txBody>
      </p:sp>
      <p:sp>
        <p:nvSpPr>
          <p:cNvPr id="17" name="TextBox 16">
            <a:extLst>
              <a:ext uri="{FF2B5EF4-FFF2-40B4-BE49-F238E27FC236}">
                <a16:creationId xmlns:a16="http://schemas.microsoft.com/office/drawing/2014/main" id="{0F45BADE-68D7-61FD-32C0-DD89DE33001D}"/>
              </a:ext>
            </a:extLst>
          </p:cNvPr>
          <p:cNvSpPr txBox="1"/>
          <p:nvPr/>
        </p:nvSpPr>
        <p:spPr>
          <a:xfrm>
            <a:off x="1028700" y="1135249"/>
            <a:ext cx="7315200" cy="1814728"/>
          </a:xfrm>
          <a:prstGeom prst="rect">
            <a:avLst/>
          </a:prstGeom>
          <a:noFill/>
        </p:spPr>
        <p:txBody>
          <a:bodyPr wrap="square" rtlCol="0">
            <a:spAutoFit/>
          </a:bodyPr>
          <a:lstStyle/>
          <a:p>
            <a:pPr algn="l" rtl="0" eaLnBrk="1" latinLnBrk="0" hangingPunct="1">
              <a:lnSpc>
                <a:spcPct val="150000"/>
              </a:lnSpc>
              <a:spcBef>
                <a:spcPts val="0"/>
              </a:spcBef>
              <a:spcAft>
                <a:spcPts val="0"/>
              </a:spcAft>
              <a:buClrTx/>
              <a:buSzPts val="1800"/>
            </a:pPr>
            <a:r>
              <a:rPr lang="en-US" sz="1400" b="1" kern="1200" dirty="0">
                <a:latin typeface="SF Pro Text" panose="00000500000000000000" pitchFamily="2" charset="0"/>
                <a:ea typeface="SF Pro Text" panose="00000500000000000000" pitchFamily="2" charset="0"/>
                <a:cs typeface="+mn-cs"/>
              </a:rPr>
              <a:t>Specification Of Controller :-</a:t>
            </a:r>
          </a:p>
          <a:p>
            <a:pPr algn="l" rtl="0" eaLnBrk="1" latinLnBrk="0" hangingPunct="1">
              <a:lnSpc>
                <a:spcPct val="150000"/>
              </a:lnSpc>
              <a:spcBef>
                <a:spcPts val="0"/>
              </a:spcBef>
              <a:spcAft>
                <a:spcPts val="0"/>
              </a:spcAft>
              <a:buClrTx/>
              <a:buSzPts val="1800"/>
            </a:pPr>
            <a:endParaRPr lang="en-US" sz="1400" b="1" kern="1200" dirty="0">
              <a:latin typeface="SF Pro Text" panose="00000500000000000000" pitchFamily="2" charset="0"/>
              <a:ea typeface="SF Pro Text" panose="00000500000000000000" pitchFamily="2" charset="0"/>
              <a:cs typeface="+mn-cs"/>
            </a:endParaRPr>
          </a:p>
          <a:p>
            <a:pPr>
              <a:lnSpc>
                <a:spcPct val="150000"/>
              </a:lnSpc>
              <a:buClrTx/>
              <a:buSzPts val="1800"/>
            </a:pPr>
            <a:r>
              <a:rPr lang="en-US" sz="1200" dirty="0">
                <a:latin typeface="SF Pro Text" panose="00000500000000000000" pitchFamily="2" charset="0"/>
                <a:ea typeface="SF Pro Text" panose="00000500000000000000" pitchFamily="2" charset="0"/>
              </a:rPr>
              <a:t>Motor Type                    		Brushless DC (BLDC)</a:t>
            </a:r>
          </a:p>
          <a:p>
            <a:pPr>
              <a:lnSpc>
                <a:spcPct val="150000"/>
              </a:lnSpc>
              <a:buClrTx/>
              <a:buSzPts val="1800"/>
            </a:pPr>
            <a:r>
              <a:rPr lang="en-US" sz="1200" dirty="0">
                <a:latin typeface="SF Pro Text" panose="00000500000000000000" pitchFamily="2" charset="0"/>
                <a:ea typeface="SF Pro Text" panose="00000500000000000000" pitchFamily="2" charset="0"/>
              </a:rPr>
              <a:t>Application/Function    		Traction / Pump</a:t>
            </a:r>
          </a:p>
          <a:p>
            <a:pPr>
              <a:lnSpc>
                <a:spcPct val="150000"/>
              </a:lnSpc>
              <a:buClrTx/>
              <a:buSzPts val="1800"/>
            </a:pPr>
            <a:r>
              <a:rPr lang="en-US" sz="1200" dirty="0">
                <a:latin typeface="SF Pro Text" panose="00000500000000000000" pitchFamily="2" charset="0"/>
                <a:ea typeface="SF Pro Text" panose="00000500000000000000" pitchFamily="2" charset="0"/>
              </a:rPr>
              <a:t>Nominal Voltage Range (VDC)	24V / 36V / 48V</a:t>
            </a:r>
          </a:p>
          <a:p>
            <a:pPr>
              <a:lnSpc>
                <a:spcPct val="150000"/>
              </a:lnSpc>
              <a:buClrTx/>
              <a:buSzPts val="1800"/>
            </a:pPr>
            <a:r>
              <a:rPr lang="en-US" sz="1200" dirty="0">
                <a:latin typeface="SF Pro Text" panose="00000500000000000000" pitchFamily="2" charset="0"/>
                <a:ea typeface="SF Pro Text" panose="00000500000000000000" pitchFamily="2" charset="0"/>
              </a:rPr>
              <a:t>Maximum Current</a:t>
            </a:r>
            <a:r>
              <a:rPr lang="el-GR" sz="1200" dirty="0">
                <a:latin typeface="SF Pro Text" panose="00000500000000000000" pitchFamily="2" charset="0"/>
                <a:ea typeface="SF Pro Text" panose="00000500000000000000" pitchFamily="2" charset="0"/>
              </a:rPr>
              <a:t>Δ</a:t>
            </a:r>
            <a:r>
              <a:rPr lang="en-US" sz="1200" dirty="0">
                <a:latin typeface="SF Pro Text" panose="00000500000000000000" pitchFamily="2" charset="0"/>
                <a:ea typeface="SF Pro Text" panose="00000500000000000000" pitchFamily="2" charset="0"/>
              </a:rPr>
              <a:t>		</a:t>
            </a:r>
            <a:r>
              <a:rPr lang="el-GR" sz="1200" dirty="0">
                <a:latin typeface="SF Pro Text" panose="00000500000000000000" pitchFamily="2" charset="0"/>
                <a:ea typeface="SF Pro Text" panose="00000500000000000000" pitchFamily="2" charset="0"/>
              </a:rPr>
              <a:t>90-150</a:t>
            </a:r>
            <a:r>
              <a:rPr lang="en-US" sz="1200" dirty="0">
                <a:latin typeface="SF Pro Text" panose="00000500000000000000" pitchFamily="2" charset="0"/>
                <a:ea typeface="SF Pro Text" panose="00000500000000000000" pitchFamily="2" charset="0"/>
              </a:rPr>
              <a:t> Amps</a:t>
            </a:r>
          </a:p>
        </p:txBody>
      </p:sp>
      <p:grpSp>
        <p:nvGrpSpPr>
          <p:cNvPr id="5" name="Group 4">
            <a:extLst>
              <a:ext uri="{FF2B5EF4-FFF2-40B4-BE49-F238E27FC236}">
                <a16:creationId xmlns:a16="http://schemas.microsoft.com/office/drawing/2014/main" id="{29761643-DE37-4E85-937D-DC0616D9DE40}"/>
              </a:ext>
            </a:extLst>
          </p:cNvPr>
          <p:cNvGrpSpPr/>
          <p:nvPr/>
        </p:nvGrpSpPr>
        <p:grpSpPr>
          <a:xfrm>
            <a:off x="5865923" y="1135249"/>
            <a:ext cx="2564802" cy="2496305"/>
            <a:chOff x="5865923" y="1028404"/>
            <a:chExt cx="2564802" cy="2496305"/>
          </a:xfrm>
        </p:grpSpPr>
        <p:pic>
          <p:nvPicPr>
            <p:cNvPr id="3" name="Picture 2">
              <a:extLst>
                <a:ext uri="{FF2B5EF4-FFF2-40B4-BE49-F238E27FC236}">
                  <a16:creationId xmlns:a16="http://schemas.microsoft.com/office/drawing/2014/main" id="{BB2E802F-F0DE-4329-9F4C-4E4FA5ED4A7E}"/>
                </a:ext>
              </a:extLst>
            </p:cNvPr>
            <p:cNvPicPr>
              <a:picLocks noChangeAspect="1"/>
            </p:cNvPicPr>
            <p:nvPr/>
          </p:nvPicPr>
          <p:blipFill>
            <a:blip r:embed="rId2"/>
            <a:stretch>
              <a:fillRect/>
            </a:stretch>
          </p:blipFill>
          <p:spPr>
            <a:xfrm>
              <a:off x="5865923" y="1028404"/>
              <a:ext cx="2564802" cy="2126973"/>
            </a:xfrm>
            <a:prstGeom prst="rect">
              <a:avLst/>
            </a:prstGeom>
          </p:spPr>
        </p:pic>
        <p:sp>
          <p:nvSpPr>
            <p:cNvPr id="4" name="TextBox 3">
              <a:extLst>
                <a:ext uri="{FF2B5EF4-FFF2-40B4-BE49-F238E27FC236}">
                  <a16:creationId xmlns:a16="http://schemas.microsoft.com/office/drawing/2014/main" id="{DB72B5FF-5265-4EE7-9C1E-B685F2E4B1B4}"/>
                </a:ext>
              </a:extLst>
            </p:cNvPr>
            <p:cNvSpPr txBox="1"/>
            <p:nvPr/>
          </p:nvSpPr>
          <p:spPr>
            <a:xfrm>
              <a:off x="5885801" y="3155377"/>
              <a:ext cx="2544924" cy="369332"/>
            </a:xfrm>
            <a:prstGeom prst="rect">
              <a:avLst/>
            </a:prstGeom>
            <a:noFill/>
          </p:spPr>
          <p:txBody>
            <a:bodyPr wrap="square" rtlCol="0">
              <a:spAutoFit/>
            </a:bodyPr>
            <a:lstStyle/>
            <a:p>
              <a:pPr algn="ctr"/>
              <a:r>
                <a:rPr lang="en-US" u="sng" dirty="0">
                  <a:latin typeface="Times New Roman" panose="02020603050405020304" pitchFamily="18" charset="0"/>
                  <a:cs typeface="Times New Roman" panose="02020603050405020304" pitchFamily="18" charset="0"/>
                </a:rPr>
                <a:t>Curtis Motor 1226BL</a:t>
              </a:r>
              <a:endParaRPr lang="en-IN" u="sng" dirty="0">
                <a:latin typeface="Times New Roman" panose="02020603050405020304" pitchFamily="18" charset="0"/>
                <a:cs typeface="Times New Roman" panose="02020603050405020304" pitchFamily="18" charset="0"/>
              </a:endParaRPr>
            </a:p>
          </p:txBody>
        </p:sp>
      </p:grpSp>
    </p:spTree>
    <p:extLst>
      <p:ext uri="{BB962C8B-B14F-4D97-AF65-F5344CB8AC3E}">
        <p14:creationId xmlns:p14="http://schemas.microsoft.com/office/powerpoint/2010/main" val="126061129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Google Shape;794;p53">
            <a:extLst>
              <a:ext uri="{FF2B5EF4-FFF2-40B4-BE49-F238E27FC236}">
                <a16:creationId xmlns:a16="http://schemas.microsoft.com/office/drawing/2014/main" id="{3923EFA4-7DC1-DB58-7BBC-AF8CD41EEBB5}"/>
              </a:ext>
            </a:extLst>
          </p:cNvPr>
          <p:cNvSpPr/>
          <p:nvPr/>
        </p:nvSpPr>
        <p:spPr>
          <a:xfrm>
            <a:off x="713225" y="245069"/>
            <a:ext cx="7717500" cy="722494"/>
          </a:xfrm>
          <a:prstGeom prst="round2DiagRect">
            <a:avLst>
              <a:gd name="adj1" fmla="val 16667"/>
              <a:gd name="adj2" fmla="val 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 name="Title 15">
            <a:extLst>
              <a:ext uri="{FF2B5EF4-FFF2-40B4-BE49-F238E27FC236}">
                <a16:creationId xmlns:a16="http://schemas.microsoft.com/office/drawing/2014/main" id="{D0A64B2E-8FBC-B151-C6B4-F549013E06F9}"/>
              </a:ext>
            </a:extLst>
          </p:cNvPr>
          <p:cNvSpPr>
            <a:spLocks noGrp="1"/>
          </p:cNvSpPr>
          <p:nvPr>
            <p:ph type="title"/>
          </p:nvPr>
        </p:nvSpPr>
        <p:spPr>
          <a:xfrm>
            <a:off x="713228" y="245069"/>
            <a:ext cx="7717500" cy="576000"/>
          </a:xfrm>
        </p:spPr>
        <p:txBody>
          <a:bodyPr/>
          <a:lstStyle/>
          <a:p>
            <a:r>
              <a:rPr lang="en-US" sz="3200" dirty="0">
                <a:solidFill>
                  <a:schemeClr val="bg1"/>
                </a:solidFill>
                <a:effectLst/>
                <a:latin typeface="Montserrat" panose="00000500000000000000" pitchFamily="2" charset="0"/>
              </a:rPr>
              <a:t>The </a:t>
            </a:r>
            <a:r>
              <a:rPr lang="en-IN" sz="3200" dirty="0">
                <a:solidFill>
                  <a:schemeClr val="bg1"/>
                </a:solidFill>
                <a:effectLst/>
                <a:latin typeface="Montserrat" panose="00000500000000000000" pitchFamily="2" charset="0"/>
              </a:rPr>
              <a:t>Weber Drivetrain’s Controller</a:t>
            </a:r>
            <a:br>
              <a:rPr lang="en-IN" sz="3200" dirty="0">
                <a:solidFill>
                  <a:schemeClr val="bg1"/>
                </a:solidFill>
                <a:effectLst/>
                <a:latin typeface="Montserrat" panose="00000500000000000000" pitchFamily="2" charset="0"/>
              </a:rPr>
            </a:br>
            <a:endParaRPr lang="en-US" sz="3200" dirty="0">
              <a:solidFill>
                <a:schemeClr val="bg1"/>
              </a:solidFill>
              <a:effectLst/>
              <a:latin typeface="Montserrat" panose="00000500000000000000" pitchFamily="2" charset="0"/>
            </a:endParaRPr>
          </a:p>
        </p:txBody>
      </p:sp>
      <p:sp>
        <p:nvSpPr>
          <p:cNvPr id="10" name="Rectangle 14">
            <a:extLst>
              <a:ext uri="{FF2B5EF4-FFF2-40B4-BE49-F238E27FC236}">
                <a16:creationId xmlns:a16="http://schemas.microsoft.com/office/drawing/2014/main" id="{1CAF435C-8D42-4276-8558-3A2A011312AD}"/>
              </a:ext>
            </a:extLst>
          </p:cNvPr>
          <p:cNvSpPr>
            <a:spLocks noChangeArrowheads="1"/>
          </p:cNvSpPr>
          <p:nvPr/>
        </p:nvSpPr>
        <p:spPr bwMode="auto">
          <a:xfrm>
            <a:off x="949161" y="1451674"/>
            <a:ext cx="6907694" cy="25533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1200" b="1" i="0" u="none" strike="noStrike" cap="none" normalizeH="0" baseline="0" dirty="0">
                <a:ln>
                  <a:noFill/>
                </a:ln>
                <a:effectLst/>
                <a:latin typeface="SF Pro Text"/>
                <a:ea typeface="Times New Roman" panose="02020603050405020304" pitchFamily="18" charset="0"/>
                <a:cs typeface="Arial" panose="020B0604020202020204" pitchFamily="34" charset="0"/>
              </a:rPr>
              <a:t>Specification Of Controller :- </a:t>
            </a:r>
          </a:p>
          <a:p>
            <a:pPr>
              <a:lnSpc>
                <a:spcPct val="150000"/>
              </a:lnSpc>
              <a:buClrTx/>
              <a:buSzPts val="1800"/>
            </a:pPr>
            <a:r>
              <a:rPr lang="en-US" sz="1200" dirty="0">
                <a:latin typeface="SF Pro Text" panose="00000500000000000000" pitchFamily="2" charset="0"/>
                <a:ea typeface="SF Pro Text" panose="00000500000000000000" pitchFamily="2" charset="0"/>
              </a:rPr>
              <a:t>Motor Type                    		: Brushless DC (BLDC)			 </a:t>
            </a:r>
          </a:p>
          <a:p>
            <a:pPr>
              <a:lnSpc>
                <a:spcPct val="150000"/>
              </a:lnSpc>
              <a:buClrTx/>
              <a:buSzPts val="1800"/>
            </a:pPr>
            <a:r>
              <a:rPr lang="en-US" sz="1200" dirty="0">
                <a:latin typeface="SF Pro Text" panose="00000500000000000000" pitchFamily="2" charset="0"/>
                <a:ea typeface="SF Pro Text" panose="00000500000000000000" pitchFamily="2" charset="0"/>
              </a:rPr>
              <a:t>Application/Function    		: Traction / Pump</a:t>
            </a:r>
          </a:p>
          <a:p>
            <a:pPr lvl="0" eaLnBrk="0" fontAlgn="base" hangingPunct="0">
              <a:lnSpc>
                <a:spcPct val="150000"/>
              </a:lnSpc>
              <a:spcBef>
                <a:spcPct val="0"/>
              </a:spcBef>
              <a:spcAft>
                <a:spcPct val="0"/>
              </a:spcAft>
              <a:buClrTx/>
            </a:pPr>
            <a:r>
              <a:rPr lang="en-US" sz="1200" dirty="0">
                <a:latin typeface="SF Pro Text" panose="00000500000000000000" pitchFamily="2" charset="0"/>
                <a:ea typeface="SF Pro Text" panose="00000500000000000000" pitchFamily="2" charset="0"/>
              </a:rPr>
              <a:t>Nominal Voltage Range (VDC) </a:t>
            </a:r>
            <a:r>
              <a:rPr lang="en-US" sz="1200" dirty="0">
                <a:latin typeface="SF Pro Text"/>
                <a:ea typeface="SF Pro Text" panose="00000500000000000000" pitchFamily="2" charset="0"/>
                <a:cs typeface="Arial" panose="020B0604020202020204" pitchFamily="34" charset="0"/>
              </a:rPr>
              <a:t>  : </a:t>
            </a:r>
            <a:r>
              <a:rPr kumimoji="0" lang="en-US" altLang="en-US" sz="1200" i="0" u="none" strike="noStrike" cap="none" normalizeH="0" baseline="0" dirty="0">
                <a:ln>
                  <a:noFill/>
                </a:ln>
                <a:effectLst/>
                <a:latin typeface="SF Pro Text"/>
                <a:ea typeface="Times New Roman" panose="02020603050405020304" pitchFamily="18" charset="0"/>
                <a:cs typeface="Arial" panose="020B0604020202020204" pitchFamily="34" charset="0"/>
              </a:rPr>
              <a:t>48 V / 60 V / 72 V</a:t>
            </a:r>
            <a:endParaRPr lang="en-US" altLang="en-US" sz="1200" dirty="0">
              <a:latin typeface="SF Pro Text"/>
              <a:ea typeface="Times New Roman" panose="02020603050405020304" pitchFamily="18" charset="0"/>
              <a:cs typeface="Arial" panose="020B0604020202020204" pitchFamily="34" charset="0"/>
            </a:endParaRPr>
          </a:p>
          <a:p>
            <a:pPr eaLnBrk="0" fontAlgn="base" hangingPunct="0">
              <a:lnSpc>
                <a:spcPct val="150000"/>
              </a:lnSpc>
              <a:spcBef>
                <a:spcPct val="0"/>
              </a:spcBef>
              <a:spcAft>
                <a:spcPct val="0"/>
              </a:spcAft>
              <a:buClrTx/>
            </a:pPr>
            <a:r>
              <a:rPr lang="en-US" sz="1200" dirty="0">
                <a:latin typeface="SF Pro Text" panose="00000500000000000000" pitchFamily="2" charset="0"/>
                <a:ea typeface="SF Pro Text" panose="00000500000000000000" pitchFamily="2" charset="0"/>
              </a:rPr>
              <a:t>Maximum Current	</a:t>
            </a:r>
            <a:r>
              <a:rPr lang="en-US" altLang="en-US" sz="1200" dirty="0">
                <a:latin typeface="SF Pro Text"/>
                <a:ea typeface="Times New Roman" panose="02020603050405020304" pitchFamily="18" charset="0"/>
                <a:cs typeface="Arial" panose="020B0604020202020204" pitchFamily="34" charset="0"/>
              </a:rPr>
              <a:t> 		: 30 A – 150 A</a:t>
            </a:r>
          </a:p>
          <a:p>
            <a:pPr eaLnBrk="0" fontAlgn="base" hangingPunct="0">
              <a:lnSpc>
                <a:spcPct val="150000"/>
              </a:lnSpc>
              <a:spcBef>
                <a:spcPct val="0"/>
              </a:spcBef>
              <a:spcAft>
                <a:spcPct val="0"/>
              </a:spcAft>
              <a:buClrTx/>
            </a:pPr>
            <a:endParaRPr lang="en-US" altLang="en-US" sz="1200" dirty="0">
              <a:latin typeface="SF Pro Text"/>
            </a:endParaRPr>
          </a:p>
          <a:p>
            <a:pPr eaLnBrk="0" fontAlgn="base" hangingPunct="0">
              <a:lnSpc>
                <a:spcPct val="150000"/>
              </a:lnSpc>
              <a:spcBef>
                <a:spcPct val="0"/>
              </a:spcBef>
              <a:spcAft>
                <a:spcPct val="0"/>
              </a:spcAft>
              <a:buClrTx/>
            </a:pPr>
            <a:endParaRPr lang="en-US" altLang="en-US" sz="1200" dirty="0">
              <a:latin typeface="SF Pro Text"/>
            </a:endParaRPr>
          </a:p>
          <a:p>
            <a:pPr marL="0" marR="0" lvl="0" indent="0" algn="l" defTabSz="914400" rtl="0" eaLnBrk="0" fontAlgn="base" latinLnBrk="0" hangingPunct="0">
              <a:lnSpc>
                <a:spcPct val="150000"/>
              </a:lnSpc>
              <a:spcBef>
                <a:spcPct val="0"/>
              </a:spcBef>
              <a:spcAft>
                <a:spcPct val="0"/>
              </a:spcAft>
              <a:buClrTx/>
              <a:buSzTx/>
              <a:buFontTx/>
              <a:buNone/>
              <a:tabLst/>
            </a:pPr>
            <a:endParaRPr kumimoji="0" lang="en-US" altLang="en-US" sz="1200" b="0" i="0" u="none" strike="noStrike" cap="none" normalizeH="0" baseline="0" dirty="0">
              <a:ln>
                <a:noFill/>
              </a:ln>
              <a:effectLst/>
              <a:latin typeface="SF Pro Text"/>
            </a:endParaRPr>
          </a:p>
          <a:p>
            <a:pPr marL="0" marR="0" lvl="0" indent="0" algn="l" defTabSz="914400" rtl="0" eaLnBrk="0" fontAlgn="base" latinLnBrk="0" hangingPunct="0">
              <a:lnSpc>
                <a:spcPct val="150000"/>
              </a:lnSpc>
              <a:spcBef>
                <a:spcPct val="0"/>
              </a:spcBef>
              <a:spcAft>
                <a:spcPct val="0"/>
              </a:spcAft>
              <a:buClrTx/>
              <a:buSzTx/>
              <a:buFontTx/>
              <a:buNone/>
              <a:tabLst/>
            </a:pPr>
            <a:endParaRPr kumimoji="0" lang="en-US" altLang="en-US" sz="1200" b="0" i="0" u="none" strike="noStrike" cap="none" normalizeH="0" baseline="0" dirty="0">
              <a:ln>
                <a:noFill/>
              </a:ln>
              <a:effectLst/>
              <a:latin typeface="SF Pro Text"/>
            </a:endParaRPr>
          </a:p>
        </p:txBody>
      </p:sp>
      <p:sp>
        <p:nvSpPr>
          <p:cNvPr id="11" name="Rectangle 15">
            <a:extLst>
              <a:ext uri="{FF2B5EF4-FFF2-40B4-BE49-F238E27FC236}">
                <a16:creationId xmlns:a16="http://schemas.microsoft.com/office/drawing/2014/main" id="{81DB6ED0-A493-4FB3-AB66-794FE67361F3}"/>
              </a:ext>
            </a:extLst>
          </p:cNvPr>
          <p:cNvSpPr>
            <a:spLocks noChangeArrowheads="1"/>
          </p:cNvSpPr>
          <p:nvPr/>
        </p:nvSpPr>
        <p:spPr bwMode="auto">
          <a:xfrm>
            <a:off x="1526829" y="1589913"/>
            <a:ext cx="21993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383838"/>
                </a:solidFill>
                <a:effectLst/>
                <a:latin typeface="Calibri" panose="020F0502020204030204" pitchFamily="34" charset="0"/>
                <a:ea typeface="Times New Roman" panose="02020603050405020304" pitchFamily="18" charset="0"/>
                <a:cs typeface="Arial" panose="020B0604020202020204" pitchFamily="34" charset="0"/>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2" name="Rectangle 16">
            <a:extLst>
              <a:ext uri="{FF2B5EF4-FFF2-40B4-BE49-F238E27FC236}">
                <a16:creationId xmlns:a16="http://schemas.microsoft.com/office/drawing/2014/main" id="{DBB18B69-F743-433E-A4CF-30979883BEC0}"/>
              </a:ext>
            </a:extLst>
          </p:cNvPr>
          <p:cNvSpPr>
            <a:spLocks noChangeArrowheads="1"/>
          </p:cNvSpPr>
          <p:nvPr/>
        </p:nvSpPr>
        <p:spPr bwMode="auto">
          <a:xfrm>
            <a:off x="1808922" y="1973599"/>
            <a:ext cx="21993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383838"/>
                </a:solidFill>
                <a:effectLst/>
                <a:latin typeface="Calibri" panose="020F0502020204030204" pitchFamily="34" charset="0"/>
                <a:ea typeface="Times New Roman" panose="02020603050405020304" pitchFamily="18" charset="0"/>
                <a:cs typeface="Arial" panose="020B0604020202020204" pitchFamily="34" charset="0"/>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3" name="Rectangle 17">
            <a:extLst>
              <a:ext uri="{FF2B5EF4-FFF2-40B4-BE49-F238E27FC236}">
                <a16:creationId xmlns:a16="http://schemas.microsoft.com/office/drawing/2014/main" id="{342BE2A8-72B4-46E9-BFA5-CFD1B8724AD7}"/>
              </a:ext>
            </a:extLst>
          </p:cNvPr>
          <p:cNvSpPr>
            <a:spLocks noChangeArrowheads="1"/>
          </p:cNvSpPr>
          <p:nvPr/>
        </p:nvSpPr>
        <p:spPr bwMode="auto">
          <a:xfrm>
            <a:off x="1808922" y="2192964"/>
            <a:ext cx="21993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383838"/>
                </a:solidFill>
                <a:effectLst/>
                <a:latin typeface="Calibri" panose="020F0502020204030204" pitchFamily="34" charset="0"/>
                <a:ea typeface="Times New Roman" panose="02020603050405020304" pitchFamily="18" charset="0"/>
                <a:cs typeface="Arial" panose="020B0604020202020204" pitchFamily="34" charset="0"/>
              </a:rPr>
              <a:t> </a:t>
            </a:r>
            <a:endParaRPr kumimoji="0" lang="en-US" altLang="en-US" sz="800" b="0" i="0" u="none" strike="noStrike" cap="none" normalizeH="0" baseline="0" dirty="0">
              <a:ln>
                <a:noFill/>
              </a:ln>
              <a:solidFill>
                <a:schemeClr val="tx1"/>
              </a:solidFill>
              <a:effectLst/>
            </a:endParaRPr>
          </a:p>
        </p:txBody>
      </p:sp>
      <p:grpSp>
        <p:nvGrpSpPr>
          <p:cNvPr id="19" name="Group 18">
            <a:extLst>
              <a:ext uri="{FF2B5EF4-FFF2-40B4-BE49-F238E27FC236}">
                <a16:creationId xmlns:a16="http://schemas.microsoft.com/office/drawing/2014/main" id="{3DCD8BE9-3C21-49AE-A611-B7C1840FDD82}"/>
              </a:ext>
            </a:extLst>
          </p:cNvPr>
          <p:cNvGrpSpPr/>
          <p:nvPr/>
        </p:nvGrpSpPr>
        <p:grpSpPr>
          <a:xfrm>
            <a:off x="6482156" y="1451674"/>
            <a:ext cx="1948569" cy="2408173"/>
            <a:chOff x="3597715" y="2858438"/>
            <a:chExt cx="1948569" cy="2408173"/>
          </a:xfrm>
        </p:grpSpPr>
        <p:pic>
          <p:nvPicPr>
            <p:cNvPr id="26" name="Picture 25">
              <a:extLst>
                <a:ext uri="{FF2B5EF4-FFF2-40B4-BE49-F238E27FC236}">
                  <a16:creationId xmlns:a16="http://schemas.microsoft.com/office/drawing/2014/main" id="{59B86C2A-9F31-4373-A762-CFD9034ADF47}"/>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3597715" y="2858438"/>
              <a:ext cx="1948569" cy="1773533"/>
            </a:xfrm>
            <a:prstGeom prst="rect">
              <a:avLst/>
            </a:prstGeom>
            <a:noFill/>
            <a:ln>
              <a:noFill/>
            </a:ln>
          </p:spPr>
        </p:pic>
        <p:sp>
          <p:nvSpPr>
            <p:cNvPr id="15" name="TextBox 14">
              <a:extLst>
                <a:ext uri="{FF2B5EF4-FFF2-40B4-BE49-F238E27FC236}">
                  <a16:creationId xmlns:a16="http://schemas.microsoft.com/office/drawing/2014/main" id="{BFC889F0-849F-4EE6-83A8-2A73F1A3F659}"/>
                </a:ext>
              </a:extLst>
            </p:cNvPr>
            <p:cNvSpPr txBox="1"/>
            <p:nvPr/>
          </p:nvSpPr>
          <p:spPr>
            <a:xfrm>
              <a:off x="3597715" y="4620280"/>
              <a:ext cx="1948569" cy="646331"/>
            </a:xfrm>
            <a:prstGeom prst="rect">
              <a:avLst/>
            </a:prstGeom>
            <a:noFill/>
          </p:spPr>
          <p:txBody>
            <a:bodyPr wrap="square" rtlCol="0">
              <a:spAutoFit/>
            </a:bodyPr>
            <a:lstStyle/>
            <a:p>
              <a:pPr algn="ctr"/>
              <a:r>
                <a:rPr lang="en-IN" u="sng" dirty="0">
                  <a:latin typeface="Times New Roman" panose="02020603050405020304" pitchFamily="18" charset="0"/>
                  <a:cs typeface="Times New Roman" panose="02020603050405020304" pitchFamily="18" charset="0"/>
                </a:rPr>
                <a:t>Weber Drivetrain’s Controller</a:t>
              </a:r>
            </a:p>
          </p:txBody>
        </p:sp>
      </p:grpSp>
    </p:spTree>
    <p:extLst>
      <p:ext uri="{BB962C8B-B14F-4D97-AF65-F5344CB8AC3E}">
        <p14:creationId xmlns:p14="http://schemas.microsoft.com/office/powerpoint/2010/main" val="366058248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Google Shape;794;p53">
            <a:extLst>
              <a:ext uri="{FF2B5EF4-FFF2-40B4-BE49-F238E27FC236}">
                <a16:creationId xmlns:a16="http://schemas.microsoft.com/office/drawing/2014/main" id="{3923EFA4-7DC1-DB58-7BBC-AF8CD41EEBB5}"/>
              </a:ext>
            </a:extLst>
          </p:cNvPr>
          <p:cNvSpPr/>
          <p:nvPr/>
        </p:nvSpPr>
        <p:spPr>
          <a:xfrm>
            <a:off x="713225" y="245069"/>
            <a:ext cx="7717500" cy="722494"/>
          </a:xfrm>
          <a:prstGeom prst="round2DiagRect">
            <a:avLst>
              <a:gd name="adj1" fmla="val 16667"/>
              <a:gd name="adj2" fmla="val 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6" name="Title 15">
            <a:extLst>
              <a:ext uri="{FF2B5EF4-FFF2-40B4-BE49-F238E27FC236}">
                <a16:creationId xmlns:a16="http://schemas.microsoft.com/office/drawing/2014/main" id="{D0A64B2E-8FBC-B151-C6B4-F549013E06F9}"/>
              </a:ext>
            </a:extLst>
          </p:cNvPr>
          <p:cNvSpPr>
            <a:spLocks noGrp="1"/>
          </p:cNvSpPr>
          <p:nvPr>
            <p:ph type="title"/>
          </p:nvPr>
        </p:nvSpPr>
        <p:spPr>
          <a:xfrm>
            <a:off x="713228" y="245069"/>
            <a:ext cx="7717500" cy="576000"/>
          </a:xfrm>
        </p:spPr>
        <p:txBody>
          <a:bodyPr/>
          <a:lstStyle/>
          <a:p>
            <a:r>
              <a:rPr lang="en-US" sz="3200" dirty="0">
                <a:solidFill>
                  <a:schemeClr val="bg1"/>
                </a:solidFill>
                <a:effectLst/>
                <a:latin typeface="Montserrat" panose="00000500000000000000" pitchFamily="2" charset="0"/>
              </a:rPr>
              <a:t>Some Other </a:t>
            </a:r>
            <a:r>
              <a:rPr lang="en-IN" sz="3200" dirty="0">
                <a:solidFill>
                  <a:schemeClr val="bg1"/>
                </a:solidFill>
                <a:effectLst/>
                <a:latin typeface="Montserrat" panose="00000500000000000000" pitchFamily="2" charset="0"/>
              </a:rPr>
              <a:t>Controllers</a:t>
            </a:r>
            <a:br>
              <a:rPr lang="en-IN" sz="3200" dirty="0">
                <a:solidFill>
                  <a:schemeClr val="bg1"/>
                </a:solidFill>
                <a:effectLst/>
                <a:latin typeface="Montserrat" panose="00000500000000000000" pitchFamily="2" charset="0"/>
              </a:rPr>
            </a:br>
            <a:endParaRPr lang="en-US" sz="3200" dirty="0">
              <a:solidFill>
                <a:schemeClr val="bg1"/>
              </a:solidFill>
              <a:effectLst/>
              <a:latin typeface="Montserrat" panose="00000500000000000000" pitchFamily="2" charset="0"/>
            </a:endParaRPr>
          </a:p>
        </p:txBody>
      </p:sp>
      <p:sp>
        <p:nvSpPr>
          <p:cNvPr id="11" name="Rectangle 15">
            <a:extLst>
              <a:ext uri="{FF2B5EF4-FFF2-40B4-BE49-F238E27FC236}">
                <a16:creationId xmlns:a16="http://schemas.microsoft.com/office/drawing/2014/main" id="{81DB6ED0-A493-4FB3-AB66-794FE67361F3}"/>
              </a:ext>
            </a:extLst>
          </p:cNvPr>
          <p:cNvSpPr>
            <a:spLocks noChangeArrowheads="1"/>
          </p:cNvSpPr>
          <p:nvPr/>
        </p:nvSpPr>
        <p:spPr bwMode="auto">
          <a:xfrm>
            <a:off x="1526829" y="1589913"/>
            <a:ext cx="21993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383838"/>
                </a:solidFill>
                <a:effectLst/>
                <a:latin typeface="Calibri" panose="020F0502020204030204" pitchFamily="34" charset="0"/>
                <a:ea typeface="Times New Roman" panose="02020603050405020304" pitchFamily="18" charset="0"/>
                <a:cs typeface="Arial" panose="020B0604020202020204" pitchFamily="34" charset="0"/>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2" name="Rectangle 16">
            <a:extLst>
              <a:ext uri="{FF2B5EF4-FFF2-40B4-BE49-F238E27FC236}">
                <a16:creationId xmlns:a16="http://schemas.microsoft.com/office/drawing/2014/main" id="{DBB18B69-F743-433E-A4CF-30979883BEC0}"/>
              </a:ext>
            </a:extLst>
          </p:cNvPr>
          <p:cNvSpPr>
            <a:spLocks noChangeArrowheads="1"/>
          </p:cNvSpPr>
          <p:nvPr/>
        </p:nvSpPr>
        <p:spPr bwMode="auto">
          <a:xfrm>
            <a:off x="1808922" y="1973599"/>
            <a:ext cx="21993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383838"/>
                </a:solidFill>
                <a:effectLst/>
                <a:latin typeface="Calibri" panose="020F0502020204030204" pitchFamily="34" charset="0"/>
                <a:ea typeface="Times New Roman" panose="02020603050405020304" pitchFamily="18" charset="0"/>
                <a:cs typeface="Arial" panose="020B0604020202020204" pitchFamily="34" charset="0"/>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3" name="Rectangle 17">
            <a:extLst>
              <a:ext uri="{FF2B5EF4-FFF2-40B4-BE49-F238E27FC236}">
                <a16:creationId xmlns:a16="http://schemas.microsoft.com/office/drawing/2014/main" id="{342BE2A8-72B4-46E9-BFA5-CFD1B8724AD7}"/>
              </a:ext>
            </a:extLst>
          </p:cNvPr>
          <p:cNvSpPr>
            <a:spLocks noChangeArrowheads="1"/>
          </p:cNvSpPr>
          <p:nvPr/>
        </p:nvSpPr>
        <p:spPr bwMode="auto">
          <a:xfrm>
            <a:off x="1808922" y="2192964"/>
            <a:ext cx="21993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383838"/>
                </a:solidFill>
                <a:effectLst/>
                <a:latin typeface="Calibri" panose="020F0502020204030204" pitchFamily="34" charset="0"/>
                <a:ea typeface="Times New Roman" panose="02020603050405020304" pitchFamily="18" charset="0"/>
                <a:cs typeface="Arial" panose="020B0604020202020204" pitchFamily="34" charset="0"/>
              </a:rPr>
              <a:t> </a:t>
            </a:r>
            <a:endParaRPr kumimoji="0" lang="en-US" altLang="en-US" sz="800" b="0" i="0" u="none" strike="noStrike" cap="none" normalizeH="0" baseline="0" dirty="0">
              <a:ln>
                <a:noFill/>
              </a:ln>
              <a:solidFill>
                <a:schemeClr val="tx1"/>
              </a:solidFill>
              <a:effectLst/>
            </a:endParaRPr>
          </a:p>
        </p:txBody>
      </p:sp>
      <p:sp>
        <p:nvSpPr>
          <p:cNvPr id="2" name="TextBox 1">
            <a:extLst>
              <a:ext uri="{FF2B5EF4-FFF2-40B4-BE49-F238E27FC236}">
                <a16:creationId xmlns:a16="http://schemas.microsoft.com/office/drawing/2014/main" id="{C39D4E2F-0757-4E16-88C8-5FA8060A3805}"/>
              </a:ext>
            </a:extLst>
          </p:cNvPr>
          <p:cNvSpPr txBox="1"/>
          <p:nvPr/>
        </p:nvSpPr>
        <p:spPr>
          <a:xfrm>
            <a:off x="713225" y="1084570"/>
            <a:ext cx="7717500" cy="3958776"/>
          </a:xfrm>
          <a:prstGeom prst="rect">
            <a:avLst/>
          </a:prstGeom>
          <a:noFill/>
        </p:spPr>
        <p:txBody>
          <a:bodyPr wrap="square" rtlCol="0">
            <a:spAutoFit/>
          </a:bodyPr>
          <a:lstStyle/>
          <a:p>
            <a:pPr>
              <a:lnSpc>
                <a:spcPct val="150000"/>
              </a:lnSpc>
            </a:pPr>
            <a:r>
              <a:rPr lang="en-US" sz="1300" b="1" dirty="0">
                <a:latin typeface="SF Pro Text"/>
              </a:rPr>
              <a:t>1. Kelly Controller KLS-H Series:</a:t>
            </a:r>
            <a:endParaRPr lang="en-US" sz="1300" dirty="0">
              <a:latin typeface="SF Pro Text"/>
            </a:endParaRPr>
          </a:p>
          <a:p>
            <a:pPr>
              <a:lnSpc>
                <a:spcPct val="150000"/>
              </a:lnSpc>
            </a:pPr>
            <a:r>
              <a:rPr lang="en-US" sz="1300" b="1" dirty="0">
                <a:latin typeface="SF Pro Text"/>
              </a:rPr>
              <a:t>Peak Current:</a:t>
            </a:r>
            <a:r>
              <a:rPr lang="en-US" sz="1300" dirty="0">
                <a:latin typeface="SF Pro Text"/>
              </a:rPr>
              <a:t> Up to 120A</a:t>
            </a:r>
          </a:p>
          <a:p>
            <a:pPr>
              <a:lnSpc>
                <a:spcPct val="150000"/>
              </a:lnSpc>
            </a:pPr>
            <a:r>
              <a:rPr lang="en-US" sz="1300" b="1" dirty="0">
                <a:latin typeface="SF Pro Text"/>
              </a:rPr>
              <a:t>Voltage:</a:t>
            </a:r>
            <a:r>
              <a:rPr lang="en-US" sz="1300" dirty="0">
                <a:latin typeface="SF Pro Text"/>
              </a:rPr>
              <a:t> 24V to 96V</a:t>
            </a:r>
          </a:p>
          <a:p>
            <a:pPr>
              <a:lnSpc>
                <a:spcPct val="150000"/>
              </a:lnSpc>
            </a:pPr>
            <a:r>
              <a:rPr lang="en-US" sz="1300" dirty="0">
                <a:latin typeface="SF Pro Text"/>
              </a:rPr>
              <a:t> </a:t>
            </a:r>
          </a:p>
          <a:p>
            <a:pPr>
              <a:lnSpc>
                <a:spcPct val="150000"/>
              </a:lnSpc>
            </a:pPr>
            <a:r>
              <a:rPr lang="en-US" sz="1300" b="1" dirty="0">
                <a:latin typeface="SF Pro Text"/>
              </a:rPr>
              <a:t>2. Sevcon Gen4 Size 4 Motor Controller:</a:t>
            </a:r>
            <a:endParaRPr lang="en-US" sz="1300" dirty="0">
              <a:latin typeface="SF Pro Text"/>
            </a:endParaRPr>
          </a:p>
          <a:p>
            <a:pPr>
              <a:lnSpc>
                <a:spcPct val="150000"/>
              </a:lnSpc>
            </a:pPr>
            <a:r>
              <a:rPr lang="en-US" sz="1300" b="1" dirty="0">
                <a:latin typeface="SF Pro Text"/>
              </a:rPr>
              <a:t>Peak Current:</a:t>
            </a:r>
            <a:r>
              <a:rPr lang="en-US" sz="1300" dirty="0">
                <a:latin typeface="SF Pro Text"/>
              </a:rPr>
              <a:t> Up to 100A</a:t>
            </a:r>
          </a:p>
          <a:p>
            <a:pPr>
              <a:lnSpc>
                <a:spcPct val="150000"/>
              </a:lnSpc>
            </a:pPr>
            <a:r>
              <a:rPr lang="en-US" sz="1300" b="1" dirty="0">
                <a:latin typeface="SF Pro Text"/>
              </a:rPr>
              <a:t>Voltage:</a:t>
            </a:r>
            <a:r>
              <a:rPr lang="en-US" sz="1300" dirty="0">
                <a:latin typeface="SF Pro Text"/>
              </a:rPr>
              <a:t> 24V to 96V</a:t>
            </a:r>
          </a:p>
          <a:p>
            <a:pPr>
              <a:lnSpc>
                <a:spcPct val="150000"/>
              </a:lnSpc>
            </a:pPr>
            <a:endParaRPr lang="en-US" sz="1300" dirty="0">
              <a:latin typeface="SF Pro Text"/>
            </a:endParaRPr>
          </a:p>
          <a:p>
            <a:pPr>
              <a:lnSpc>
                <a:spcPct val="150000"/>
              </a:lnSpc>
            </a:pPr>
            <a:r>
              <a:rPr lang="en-US" sz="1300" b="1" dirty="0">
                <a:latin typeface="SF Pro Text"/>
              </a:rPr>
              <a:t>3. Adaptto Mini-E Motor Controller:</a:t>
            </a:r>
            <a:endParaRPr lang="en-US" sz="1300" dirty="0">
              <a:latin typeface="SF Pro Text"/>
            </a:endParaRPr>
          </a:p>
          <a:p>
            <a:pPr>
              <a:lnSpc>
                <a:spcPct val="150000"/>
              </a:lnSpc>
            </a:pPr>
            <a:r>
              <a:rPr lang="en-US" sz="1300" b="1" dirty="0">
                <a:latin typeface="SF Pro Text"/>
              </a:rPr>
              <a:t>Peak Current:</a:t>
            </a:r>
            <a:r>
              <a:rPr lang="en-US" sz="1300" dirty="0">
                <a:latin typeface="SF Pro Text"/>
              </a:rPr>
              <a:t> Up to 120A</a:t>
            </a:r>
          </a:p>
          <a:p>
            <a:pPr>
              <a:lnSpc>
                <a:spcPct val="150000"/>
              </a:lnSpc>
            </a:pPr>
            <a:r>
              <a:rPr lang="en-US" sz="1300" b="1" dirty="0">
                <a:latin typeface="SF Pro Text"/>
              </a:rPr>
              <a:t>Voltage:</a:t>
            </a:r>
            <a:r>
              <a:rPr lang="en-US" sz="1300" dirty="0">
                <a:latin typeface="SF Pro Text"/>
              </a:rPr>
              <a:t> 48V to 100V</a:t>
            </a:r>
          </a:p>
          <a:p>
            <a:pPr>
              <a:lnSpc>
                <a:spcPct val="150000"/>
              </a:lnSpc>
            </a:pPr>
            <a:endParaRPr lang="en-US" sz="1300" dirty="0">
              <a:latin typeface="SF Pro Text"/>
            </a:endParaRPr>
          </a:p>
          <a:p>
            <a:pPr>
              <a:lnSpc>
                <a:spcPct val="150000"/>
              </a:lnSpc>
            </a:pPr>
            <a:endParaRPr lang="en-IN" sz="1300" dirty="0">
              <a:latin typeface="SF Pro Text"/>
            </a:endParaRPr>
          </a:p>
        </p:txBody>
      </p:sp>
    </p:spTree>
    <p:extLst>
      <p:ext uri="{BB962C8B-B14F-4D97-AF65-F5344CB8AC3E}">
        <p14:creationId xmlns:p14="http://schemas.microsoft.com/office/powerpoint/2010/main" val="195751778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5128"/>
        <p:cNvGrpSpPr/>
        <p:nvPr/>
      </p:nvGrpSpPr>
      <p:grpSpPr>
        <a:xfrm>
          <a:off x="0" y="0"/>
          <a:ext cx="0" cy="0"/>
          <a:chOff x="0" y="0"/>
          <a:chExt cx="0" cy="0"/>
        </a:xfrm>
      </p:grpSpPr>
      <p:sp>
        <p:nvSpPr>
          <p:cNvPr id="5165" name="Google Shape;5165;p68"/>
          <p:cNvSpPr/>
          <p:nvPr/>
        </p:nvSpPr>
        <p:spPr>
          <a:xfrm>
            <a:off x="713250" y="3011185"/>
            <a:ext cx="7717500" cy="1061100"/>
          </a:xfrm>
          <a:prstGeom prst="round2DiagRect">
            <a:avLst>
              <a:gd name="adj1" fmla="val 16667"/>
              <a:gd name="adj2" fmla="val 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5129" name="Google Shape;5129;p68"/>
          <p:cNvGrpSpPr/>
          <p:nvPr/>
        </p:nvGrpSpPr>
        <p:grpSpPr>
          <a:xfrm>
            <a:off x="1890547" y="582718"/>
            <a:ext cx="5362906" cy="2633862"/>
            <a:chOff x="1913116" y="379546"/>
            <a:chExt cx="5597439" cy="2749047"/>
          </a:xfrm>
        </p:grpSpPr>
        <p:grpSp>
          <p:nvGrpSpPr>
            <p:cNvPr id="5130" name="Google Shape;5130;p68"/>
            <p:cNvGrpSpPr/>
            <p:nvPr/>
          </p:nvGrpSpPr>
          <p:grpSpPr>
            <a:xfrm flipH="1">
              <a:off x="2830072" y="750444"/>
              <a:ext cx="4006464" cy="2378149"/>
              <a:chOff x="4352672" y="2230153"/>
              <a:chExt cx="4618934" cy="2913327"/>
            </a:xfrm>
          </p:grpSpPr>
          <p:sp>
            <p:nvSpPr>
              <p:cNvPr id="5131" name="Google Shape;5131;p68"/>
              <p:cNvSpPr/>
              <p:nvPr/>
            </p:nvSpPr>
            <p:spPr>
              <a:xfrm>
                <a:off x="4352672" y="2230153"/>
                <a:ext cx="4618934" cy="2913327"/>
              </a:xfrm>
              <a:custGeom>
                <a:avLst/>
                <a:gdLst/>
                <a:ahLst/>
                <a:cxnLst/>
                <a:rect l="l" t="t" r="r" b="b"/>
                <a:pathLst>
                  <a:path w="74532" h="47010" extrusionOk="0">
                    <a:moveTo>
                      <a:pt x="54653" y="0"/>
                    </a:moveTo>
                    <a:cubicBezTo>
                      <a:pt x="53200" y="0"/>
                      <a:pt x="51847" y="308"/>
                      <a:pt x="50723" y="888"/>
                    </a:cubicBezTo>
                    <a:cubicBezTo>
                      <a:pt x="43140" y="4799"/>
                      <a:pt x="42201" y="11965"/>
                      <a:pt x="35079" y="12941"/>
                    </a:cubicBezTo>
                    <a:cubicBezTo>
                      <a:pt x="34640" y="13001"/>
                      <a:pt x="34220" y="13029"/>
                      <a:pt x="33817" y="13029"/>
                    </a:cubicBezTo>
                    <a:cubicBezTo>
                      <a:pt x="28008" y="13029"/>
                      <a:pt x="25638" y="7193"/>
                      <a:pt x="17704" y="7193"/>
                    </a:cubicBezTo>
                    <a:cubicBezTo>
                      <a:pt x="17261" y="7193"/>
                      <a:pt x="16800" y="7212"/>
                      <a:pt x="16321" y="7250"/>
                    </a:cubicBezTo>
                    <a:cubicBezTo>
                      <a:pt x="7445" y="7962"/>
                      <a:pt x="5255" y="19804"/>
                      <a:pt x="6743" y="26511"/>
                    </a:cubicBezTo>
                    <a:cubicBezTo>
                      <a:pt x="8230" y="33220"/>
                      <a:pt x="2193" y="31857"/>
                      <a:pt x="962" y="37812"/>
                    </a:cubicBezTo>
                    <a:cubicBezTo>
                      <a:pt x="1" y="42459"/>
                      <a:pt x="6264" y="47009"/>
                      <a:pt x="6264" y="47009"/>
                    </a:cubicBezTo>
                    <a:lnTo>
                      <a:pt x="65131" y="47009"/>
                    </a:lnTo>
                    <a:cubicBezTo>
                      <a:pt x="65131" y="47009"/>
                      <a:pt x="74486" y="44516"/>
                      <a:pt x="74509" y="34367"/>
                    </a:cubicBezTo>
                    <a:cubicBezTo>
                      <a:pt x="74532" y="24219"/>
                      <a:pt x="70861" y="24838"/>
                      <a:pt x="68203" y="13020"/>
                    </a:cubicBezTo>
                    <a:cubicBezTo>
                      <a:pt x="66134" y="3817"/>
                      <a:pt x="59769" y="0"/>
                      <a:pt x="5465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132" name="Google Shape;5132;p68"/>
              <p:cNvSpPr/>
              <p:nvPr/>
            </p:nvSpPr>
            <p:spPr>
              <a:xfrm>
                <a:off x="4454125" y="2726100"/>
                <a:ext cx="4463197" cy="2417337"/>
              </a:xfrm>
              <a:custGeom>
                <a:avLst/>
                <a:gdLst/>
                <a:ahLst/>
                <a:cxnLst/>
                <a:rect l="l" t="t" r="r" b="b"/>
                <a:pathLst>
                  <a:path w="72019" h="37217" extrusionOk="0">
                    <a:moveTo>
                      <a:pt x="53179" y="0"/>
                    </a:moveTo>
                    <a:cubicBezTo>
                      <a:pt x="52371" y="0"/>
                      <a:pt x="51548" y="99"/>
                      <a:pt x="50717" y="290"/>
                    </a:cubicBezTo>
                    <a:cubicBezTo>
                      <a:pt x="45513" y="1483"/>
                      <a:pt x="42522" y="9504"/>
                      <a:pt x="35118" y="10338"/>
                    </a:cubicBezTo>
                    <a:cubicBezTo>
                      <a:pt x="34572" y="10399"/>
                      <a:pt x="34055" y="10427"/>
                      <a:pt x="33564" y="10427"/>
                    </a:cubicBezTo>
                    <a:cubicBezTo>
                      <a:pt x="29031" y="10427"/>
                      <a:pt x="26654" y="8070"/>
                      <a:pt x="23116" y="8070"/>
                    </a:cubicBezTo>
                    <a:cubicBezTo>
                      <a:pt x="21839" y="8070"/>
                      <a:pt x="20411" y="8377"/>
                      <a:pt x="18675" y="9213"/>
                    </a:cubicBezTo>
                    <a:cubicBezTo>
                      <a:pt x="13322" y="11794"/>
                      <a:pt x="12285" y="15179"/>
                      <a:pt x="12210" y="21131"/>
                    </a:cubicBezTo>
                    <a:cubicBezTo>
                      <a:pt x="12134" y="27068"/>
                      <a:pt x="3842" y="23291"/>
                      <a:pt x="1786" y="27647"/>
                    </a:cubicBezTo>
                    <a:cubicBezTo>
                      <a:pt x="0" y="31427"/>
                      <a:pt x="4754" y="37216"/>
                      <a:pt x="4754" y="37216"/>
                    </a:cubicBezTo>
                    <a:lnTo>
                      <a:pt x="65942" y="37216"/>
                    </a:lnTo>
                    <a:cubicBezTo>
                      <a:pt x="65942" y="37216"/>
                      <a:pt x="71970" y="35247"/>
                      <a:pt x="71994" y="26577"/>
                    </a:cubicBezTo>
                    <a:cubicBezTo>
                      <a:pt x="72018" y="17906"/>
                      <a:pt x="67337" y="22180"/>
                      <a:pt x="64575" y="12084"/>
                    </a:cubicBezTo>
                    <a:cubicBezTo>
                      <a:pt x="62214" y="3452"/>
                      <a:pt x="57946" y="0"/>
                      <a:pt x="5317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5133" name="Google Shape;5133;p68"/>
            <p:cNvSpPr/>
            <p:nvPr/>
          </p:nvSpPr>
          <p:spPr>
            <a:xfrm>
              <a:off x="4108301" y="1545060"/>
              <a:ext cx="2977114" cy="1206093"/>
            </a:xfrm>
            <a:custGeom>
              <a:avLst/>
              <a:gdLst/>
              <a:ahLst/>
              <a:cxnLst/>
              <a:rect l="l" t="t" r="r" b="b"/>
              <a:pathLst>
                <a:path w="51002" h="20662" extrusionOk="0">
                  <a:moveTo>
                    <a:pt x="14085" y="7130"/>
                  </a:moveTo>
                  <a:lnTo>
                    <a:pt x="14114" y="7146"/>
                  </a:lnTo>
                  <a:cubicBezTo>
                    <a:pt x="14098" y="7147"/>
                    <a:pt x="14082" y="7148"/>
                    <a:pt x="14066" y="7149"/>
                  </a:cubicBezTo>
                  <a:lnTo>
                    <a:pt x="14066" y="7149"/>
                  </a:lnTo>
                  <a:cubicBezTo>
                    <a:pt x="14072" y="7143"/>
                    <a:pt x="14078" y="7136"/>
                    <a:pt x="14085" y="7130"/>
                  </a:cubicBezTo>
                  <a:close/>
                  <a:moveTo>
                    <a:pt x="32915" y="0"/>
                  </a:moveTo>
                  <a:cubicBezTo>
                    <a:pt x="29975" y="0"/>
                    <a:pt x="26590" y="174"/>
                    <a:pt x="22841" y="633"/>
                  </a:cubicBezTo>
                  <a:cubicBezTo>
                    <a:pt x="22841" y="633"/>
                    <a:pt x="18791" y="2383"/>
                    <a:pt x="14085" y="7130"/>
                  </a:cubicBezTo>
                  <a:lnTo>
                    <a:pt x="14085" y="7130"/>
                  </a:lnTo>
                  <a:lnTo>
                    <a:pt x="4695" y="2042"/>
                  </a:lnTo>
                  <a:lnTo>
                    <a:pt x="5544" y="2956"/>
                  </a:lnTo>
                  <a:cubicBezTo>
                    <a:pt x="5544" y="2956"/>
                    <a:pt x="10013" y="7158"/>
                    <a:pt x="13778" y="7158"/>
                  </a:cubicBezTo>
                  <a:cubicBezTo>
                    <a:pt x="13874" y="7158"/>
                    <a:pt x="13970" y="7155"/>
                    <a:pt x="14066" y="7149"/>
                  </a:cubicBezTo>
                  <a:lnTo>
                    <a:pt x="14066" y="7149"/>
                  </a:lnTo>
                  <a:cubicBezTo>
                    <a:pt x="14063" y="7152"/>
                    <a:pt x="14059" y="7155"/>
                    <a:pt x="14056" y="7159"/>
                  </a:cubicBezTo>
                  <a:cubicBezTo>
                    <a:pt x="14056" y="7159"/>
                    <a:pt x="3515" y="7962"/>
                    <a:pt x="1858" y="13483"/>
                  </a:cubicBezTo>
                  <a:cubicBezTo>
                    <a:pt x="1858" y="13483"/>
                    <a:pt x="929" y="13483"/>
                    <a:pt x="778" y="14487"/>
                  </a:cubicBezTo>
                  <a:lnTo>
                    <a:pt x="778" y="17738"/>
                  </a:lnTo>
                  <a:lnTo>
                    <a:pt x="778" y="19030"/>
                  </a:lnTo>
                  <a:cubicBezTo>
                    <a:pt x="348" y="19030"/>
                    <a:pt x="1" y="19378"/>
                    <a:pt x="1" y="19808"/>
                  </a:cubicBezTo>
                  <a:lnTo>
                    <a:pt x="1" y="19883"/>
                  </a:lnTo>
                  <a:cubicBezTo>
                    <a:pt x="1" y="20312"/>
                    <a:pt x="348" y="20661"/>
                    <a:pt x="778" y="20661"/>
                  </a:cubicBezTo>
                  <a:lnTo>
                    <a:pt x="49722" y="20661"/>
                  </a:lnTo>
                  <a:cubicBezTo>
                    <a:pt x="50429" y="20661"/>
                    <a:pt x="51001" y="20088"/>
                    <a:pt x="51001" y="19381"/>
                  </a:cubicBezTo>
                  <a:lnTo>
                    <a:pt x="51001" y="17775"/>
                  </a:lnTo>
                  <a:lnTo>
                    <a:pt x="51001" y="15959"/>
                  </a:lnTo>
                  <a:cubicBezTo>
                    <a:pt x="51001" y="15374"/>
                    <a:pt x="50642" y="14849"/>
                    <a:pt x="50098" y="14637"/>
                  </a:cubicBezTo>
                  <a:lnTo>
                    <a:pt x="50098" y="14502"/>
                  </a:lnTo>
                  <a:cubicBezTo>
                    <a:pt x="50098" y="12564"/>
                    <a:pt x="49729" y="10641"/>
                    <a:pt x="48976" y="8858"/>
                  </a:cubicBezTo>
                  <a:cubicBezTo>
                    <a:pt x="48737" y="8292"/>
                    <a:pt x="48454" y="7728"/>
                    <a:pt x="48124" y="7208"/>
                  </a:cubicBezTo>
                  <a:cubicBezTo>
                    <a:pt x="46651" y="4899"/>
                    <a:pt x="45714" y="2121"/>
                    <a:pt x="45714" y="2121"/>
                  </a:cubicBezTo>
                  <a:cubicBezTo>
                    <a:pt x="45714" y="2121"/>
                    <a:pt x="45664" y="1843"/>
                    <a:pt x="45380" y="1536"/>
                  </a:cubicBezTo>
                  <a:cubicBezTo>
                    <a:pt x="44999" y="1125"/>
                    <a:pt x="40398" y="0"/>
                    <a:pt x="32915" y="0"/>
                  </a:cubicBezTo>
                  <a:close/>
                </a:path>
              </a:pathLst>
            </a:custGeom>
            <a:gradFill>
              <a:gsLst>
                <a:gs pos="0">
                  <a:schemeClr val="lt1"/>
                </a:gs>
                <a:gs pos="100000">
                  <a:schemeClr val="dk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134" name="Google Shape;5134;p68"/>
            <p:cNvSpPr/>
            <p:nvPr/>
          </p:nvSpPr>
          <p:spPr>
            <a:xfrm>
              <a:off x="5304762" y="1678033"/>
              <a:ext cx="1188055" cy="360100"/>
            </a:xfrm>
            <a:custGeom>
              <a:avLst/>
              <a:gdLst/>
              <a:ahLst/>
              <a:cxnLst/>
              <a:rect l="l" t="t" r="r" b="b"/>
              <a:pathLst>
                <a:path w="20353" h="6169" extrusionOk="0">
                  <a:moveTo>
                    <a:pt x="6931" y="0"/>
                  </a:moveTo>
                  <a:cubicBezTo>
                    <a:pt x="5849" y="1611"/>
                    <a:pt x="4555" y="3071"/>
                    <a:pt x="2895" y="4257"/>
                  </a:cubicBezTo>
                  <a:cubicBezTo>
                    <a:pt x="1944" y="4941"/>
                    <a:pt x="978" y="5578"/>
                    <a:pt x="0" y="6168"/>
                  </a:cubicBezTo>
                  <a:lnTo>
                    <a:pt x="4570" y="6168"/>
                  </a:lnTo>
                  <a:cubicBezTo>
                    <a:pt x="5193" y="5668"/>
                    <a:pt x="5789" y="5128"/>
                    <a:pt x="6358" y="4558"/>
                  </a:cubicBezTo>
                  <a:cubicBezTo>
                    <a:pt x="7646" y="3271"/>
                    <a:pt x="8620" y="1866"/>
                    <a:pt x="9800" y="482"/>
                  </a:cubicBezTo>
                  <a:cubicBezTo>
                    <a:pt x="9642" y="194"/>
                    <a:pt x="9339" y="0"/>
                    <a:pt x="8991" y="0"/>
                  </a:cubicBezTo>
                  <a:close/>
                  <a:moveTo>
                    <a:pt x="17746" y="0"/>
                  </a:moveTo>
                  <a:cubicBezTo>
                    <a:pt x="16730" y="1579"/>
                    <a:pt x="15506" y="3023"/>
                    <a:pt x="13838" y="4157"/>
                  </a:cubicBezTo>
                  <a:cubicBezTo>
                    <a:pt x="13040" y="4703"/>
                    <a:pt x="12225" y="5118"/>
                    <a:pt x="11403" y="5480"/>
                  </a:cubicBezTo>
                  <a:cubicBezTo>
                    <a:pt x="11420" y="5863"/>
                    <a:pt x="11732" y="6168"/>
                    <a:pt x="12117" y="6168"/>
                  </a:cubicBezTo>
                  <a:lnTo>
                    <a:pt x="14667" y="6168"/>
                  </a:lnTo>
                  <a:cubicBezTo>
                    <a:pt x="15852" y="5436"/>
                    <a:pt x="17057" y="4697"/>
                    <a:pt x="18306" y="3856"/>
                  </a:cubicBezTo>
                  <a:cubicBezTo>
                    <a:pt x="19209" y="3254"/>
                    <a:pt x="19911" y="2495"/>
                    <a:pt x="20353" y="1596"/>
                  </a:cubicBezTo>
                  <a:lnTo>
                    <a:pt x="19543" y="331"/>
                  </a:lnTo>
                  <a:cubicBezTo>
                    <a:pt x="19412" y="124"/>
                    <a:pt x="19184" y="0"/>
                    <a:pt x="1894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135" name="Google Shape;5135;p68"/>
            <p:cNvSpPr/>
            <p:nvPr/>
          </p:nvSpPr>
          <p:spPr>
            <a:xfrm>
              <a:off x="5091119" y="1678033"/>
              <a:ext cx="1865410" cy="360100"/>
            </a:xfrm>
            <a:custGeom>
              <a:avLst/>
              <a:gdLst/>
              <a:ahLst/>
              <a:cxnLst/>
              <a:rect l="l" t="t" r="r" b="b"/>
              <a:pathLst>
                <a:path w="31957" h="6169" extrusionOk="0">
                  <a:moveTo>
                    <a:pt x="15777" y="0"/>
                  </a:moveTo>
                  <a:cubicBezTo>
                    <a:pt x="15381" y="0"/>
                    <a:pt x="15061" y="322"/>
                    <a:pt x="15061" y="719"/>
                  </a:cubicBezTo>
                  <a:lnTo>
                    <a:pt x="15061" y="5449"/>
                  </a:lnTo>
                  <a:cubicBezTo>
                    <a:pt x="15061" y="5459"/>
                    <a:pt x="15061" y="5470"/>
                    <a:pt x="15063" y="5480"/>
                  </a:cubicBezTo>
                  <a:cubicBezTo>
                    <a:pt x="15885" y="5118"/>
                    <a:pt x="16700" y="4703"/>
                    <a:pt x="17498" y="4157"/>
                  </a:cubicBezTo>
                  <a:cubicBezTo>
                    <a:pt x="19166" y="3023"/>
                    <a:pt x="20390" y="1579"/>
                    <a:pt x="21406" y="0"/>
                  </a:cubicBezTo>
                  <a:close/>
                  <a:moveTo>
                    <a:pt x="24014" y="1596"/>
                  </a:moveTo>
                  <a:cubicBezTo>
                    <a:pt x="23571" y="2495"/>
                    <a:pt x="22869" y="3254"/>
                    <a:pt x="21966" y="3856"/>
                  </a:cubicBezTo>
                  <a:cubicBezTo>
                    <a:pt x="20717" y="4697"/>
                    <a:pt x="19512" y="5436"/>
                    <a:pt x="18327" y="6167"/>
                  </a:cubicBezTo>
                  <a:lnTo>
                    <a:pt x="25070" y="6167"/>
                  </a:lnTo>
                  <a:cubicBezTo>
                    <a:pt x="25466" y="6167"/>
                    <a:pt x="25787" y="5846"/>
                    <a:pt x="25787" y="5447"/>
                  </a:cubicBezTo>
                  <a:lnTo>
                    <a:pt x="25787" y="4575"/>
                  </a:lnTo>
                  <a:cubicBezTo>
                    <a:pt x="25787" y="4437"/>
                    <a:pt x="25747" y="4301"/>
                    <a:pt x="25672" y="4185"/>
                  </a:cubicBezTo>
                  <a:lnTo>
                    <a:pt x="24014" y="1596"/>
                  </a:lnTo>
                  <a:close/>
                  <a:moveTo>
                    <a:pt x="6773" y="0"/>
                  </a:moveTo>
                  <a:cubicBezTo>
                    <a:pt x="6636" y="0"/>
                    <a:pt x="6499" y="33"/>
                    <a:pt x="6374" y="92"/>
                  </a:cubicBezTo>
                  <a:cubicBezTo>
                    <a:pt x="4944" y="779"/>
                    <a:pt x="351" y="4965"/>
                    <a:pt x="154" y="5505"/>
                  </a:cubicBezTo>
                  <a:cubicBezTo>
                    <a:pt x="1" y="5924"/>
                    <a:pt x="370" y="6084"/>
                    <a:pt x="586" y="6140"/>
                  </a:cubicBezTo>
                  <a:cubicBezTo>
                    <a:pt x="660" y="6158"/>
                    <a:pt x="736" y="6168"/>
                    <a:pt x="812" y="6168"/>
                  </a:cubicBezTo>
                  <a:lnTo>
                    <a:pt x="3660" y="6168"/>
                  </a:lnTo>
                  <a:cubicBezTo>
                    <a:pt x="4638" y="5578"/>
                    <a:pt x="5604" y="4941"/>
                    <a:pt x="6555" y="4257"/>
                  </a:cubicBezTo>
                  <a:cubicBezTo>
                    <a:pt x="8215" y="3071"/>
                    <a:pt x="9509" y="1611"/>
                    <a:pt x="10591" y="0"/>
                  </a:cubicBezTo>
                  <a:close/>
                  <a:moveTo>
                    <a:pt x="13460" y="482"/>
                  </a:moveTo>
                  <a:cubicBezTo>
                    <a:pt x="12280" y="1866"/>
                    <a:pt x="11306" y="3271"/>
                    <a:pt x="10018" y="4558"/>
                  </a:cubicBezTo>
                  <a:cubicBezTo>
                    <a:pt x="9449" y="5128"/>
                    <a:pt x="8853" y="5668"/>
                    <a:pt x="8230" y="6168"/>
                  </a:cubicBezTo>
                  <a:lnTo>
                    <a:pt x="12661" y="6168"/>
                  </a:lnTo>
                  <a:cubicBezTo>
                    <a:pt x="13170" y="6168"/>
                    <a:pt x="13584" y="5753"/>
                    <a:pt x="13584" y="5240"/>
                  </a:cubicBezTo>
                  <a:lnTo>
                    <a:pt x="13584" y="1279"/>
                  </a:lnTo>
                  <a:cubicBezTo>
                    <a:pt x="13584" y="1128"/>
                    <a:pt x="13580" y="995"/>
                    <a:pt x="13573" y="876"/>
                  </a:cubicBezTo>
                  <a:cubicBezTo>
                    <a:pt x="13565" y="734"/>
                    <a:pt x="13525" y="599"/>
                    <a:pt x="13460" y="482"/>
                  </a:cubicBezTo>
                  <a:close/>
                  <a:moveTo>
                    <a:pt x="28998" y="181"/>
                  </a:moveTo>
                  <a:cubicBezTo>
                    <a:pt x="28998" y="181"/>
                    <a:pt x="28212" y="1713"/>
                    <a:pt x="29198" y="3655"/>
                  </a:cubicBezTo>
                  <a:cubicBezTo>
                    <a:pt x="30181" y="5596"/>
                    <a:pt x="31957" y="6168"/>
                    <a:pt x="31957" y="6168"/>
                  </a:cubicBezTo>
                  <a:lnTo>
                    <a:pt x="28998" y="18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136" name="Google Shape;5136;p68"/>
            <p:cNvSpPr/>
            <p:nvPr/>
          </p:nvSpPr>
          <p:spPr>
            <a:xfrm>
              <a:off x="1913116" y="1243662"/>
              <a:ext cx="1836214" cy="435134"/>
            </a:xfrm>
            <a:custGeom>
              <a:avLst/>
              <a:gdLst/>
              <a:ahLst/>
              <a:cxnLst/>
              <a:rect l="l" t="t" r="r" b="b"/>
              <a:pathLst>
                <a:path w="30587" h="7248" extrusionOk="0">
                  <a:moveTo>
                    <a:pt x="15926" y="0"/>
                  </a:moveTo>
                  <a:cubicBezTo>
                    <a:pt x="13961" y="0"/>
                    <a:pt x="12266" y="6080"/>
                    <a:pt x="12266" y="6080"/>
                  </a:cubicBezTo>
                  <a:cubicBezTo>
                    <a:pt x="12266" y="6080"/>
                    <a:pt x="12617" y="3734"/>
                    <a:pt x="10866" y="3624"/>
                  </a:cubicBezTo>
                  <a:cubicBezTo>
                    <a:pt x="10828" y="3621"/>
                    <a:pt x="10789" y="3620"/>
                    <a:pt x="10751" y="3620"/>
                  </a:cubicBezTo>
                  <a:cubicBezTo>
                    <a:pt x="9060" y="3620"/>
                    <a:pt x="7833" y="5963"/>
                    <a:pt x="7833" y="5963"/>
                  </a:cubicBezTo>
                  <a:lnTo>
                    <a:pt x="1" y="7248"/>
                  </a:lnTo>
                  <a:lnTo>
                    <a:pt x="30587" y="7248"/>
                  </a:lnTo>
                  <a:cubicBezTo>
                    <a:pt x="30587" y="7248"/>
                    <a:pt x="23118" y="6780"/>
                    <a:pt x="22652" y="6080"/>
                  </a:cubicBezTo>
                  <a:cubicBezTo>
                    <a:pt x="22185" y="5381"/>
                    <a:pt x="21404" y="2579"/>
                    <a:pt x="19519" y="2346"/>
                  </a:cubicBezTo>
                  <a:cubicBezTo>
                    <a:pt x="19441" y="2336"/>
                    <a:pt x="19365" y="2332"/>
                    <a:pt x="19291" y="2332"/>
                  </a:cubicBezTo>
                  <a:cubicBezTo>
                    <a:pt x="18256" y="2332"/>
                    <a:pt x="17651" y="3241"/>
                    <a:pt x="17336" y="3955"/>
                  </a:cubicBezTo>
                  <a:lnTo>
                    <a:pt x="17336" y="3955"/>
                  </a:lnTo>
                  <a:cubicBezTo>
                    <a:pt x="17642" y="2843"/>
                    <a:pt x="17903" y="933"/>
                    <a:pt x="16414" y="130"/>
                  </a:cubicBezTo>
                  <a:cubicBezTo>
                    <a:pt x="16250" y="41"/>
                    <a:pt x="16087" y="0"/>
                    <a:pt x="1592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137" name="Google Shape;5137;p68"/>
            <p:cNvSpPr/>
            <p:nvPr/>
          </p:nvSpPr>
          <p:spPr>
            <a:xfrm>
              <a:off x="5674341" y="849887"/>
              <a:ext cx="1836214" cy="435134"/>
            </a:xfrm>
            <a:custGeom>
              <a:avLst/>
              <a:gdLst/>
              <a:ahLst/>
              <a:cxnLst/>
              <a:rect l="l" t="t" r="r" b="b"/>
              <a:pathLst>
                <a:path w="30587" h="7248" extrusionOk="0">
                  <a:moveTo>
                    <a:pt x="15926" y="0"/>
                  </a:moveTo>
                  <a:cubicBezTo>
                    <a:pt x="13961" y="0"/>
                    <a:pt x="12266" y="6080"/>
                    <a:pt x="12266" y="6080"/>
                  </a:cubicBezTo>
                  <a:cubicBezTo>
                    <a:pt x="12266" y="6080"/>
                    <a:pt x="12617" y="3734"/>
                    <a:pt x="10866" y="3624"/>
                  </a:cubicBezTo>
                  <a:cubicBezTo>
                    <a:pt x="10828" y="3621"/>
                    <a:pt x="10789" y="3620"/>
                    <a:pt x="10751" y="3620"/>
                  </a:cubicBezTo>
                  <a:cubicBezTo>
                    <a:pt x="9060" y="3620"/>
                    <a:pt x="7833" y="5963"/>
                    <a:pt x="7833" y="5963"/>
                  </a:cubicBezTo>
                  <a:lnTo>
                    <a:pt x="1" y="7248"/>
                  </a:lnTo>
                  <a:lnTo>
                    <a:pt x="30587" y="7248"/>
                  </a:lnTo>
                  <a:cubicBezTo>
                    <a:pt x="30587" y="7248"/>
                    <a:pt x="23118" y="6780"/>
                    <a:pt x="22652" y="6080"/>
                  </a:cubicBezTo>
                  <a:cubicBezTo>
                    <a:pt x="22185" y="5381"/>
                    <a:pt x="21404" y="2579"/>
                    <a:pt x="19519" y="2346"/>
                  </a:cubicBezTo>
                  <a:cubicBezTo>
                    <a:pt x="19441" y="2336"/>
                    <a:pt x="19365" y="2332"/>
                    <a:pt x="19291" y="2332"/>
                  </a:cubicBezTo>
                  <a:cubicBezTo>
                    <a:pt x="18256" y="2332"/>
                    <a:pt x="17651" y="3241"/>
                    <a:pt x="17336" y="3955"/>
                  </a:cubicBezTo>
                  <a:lnTo>
                    <a:pt x="17336" y="3955"/>
                  </a:lnTo>
                  <a:cubicBezTo>
                    <a:pt x="17642" y="2843"/>
                    <a:pt x="17903" y="933"/>
                    <a:pt x="16414" y="130"/>
                  </a:cubicBezTo>
                  <a:cubicBezTo>
                    <a:pt x="16250" y="41"/>
                    <a:pt x="16087" y="0"/>
                    <a:pt x="1592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138" name="Google Shape;5138;p68"/>
            <p:cNvSpPr/>
            <p:nvPr/>
          </p:nvSpPr>
          <p:spPr>
            <a:xfrm>
              <a:off x="4159552" y="2184823"/>
              <a:ext cx="2906775" cy="544324"/>
            </a:xfrm>
            <a:custGeom>
              <a:avLst/>
              <a:gdLst/>
              <a:ahLst/>
              <a:cxnLst/>
              <a:rect l="l" t="t" r="r" b="b"/>
              <a:pathLst>
                <a:path w="49797" h="9325" extrusionOk="0">
                  <a:moveTo>
                    <a:pt x="13676" y="1"/>
                  </a:moveTo>
                  <a:lnTo>
                    <a:pt x="13676" y="52"/>
                  </a:lnTo>
                  <a:lnTo>
                    <a:pt x="46819" y="52"/>
                  </a:lnTo>
                  <a:lnTo>
                    <a:pt x="46819" y="1"/>
                  </a:lnTo>
                  <a:close/>
                  <a:moveTo>
                    <a:pt x="7697" y="8"/>
                  </a:moveTo>
                  <a:cubicBezTo>
                    <a:pt x="6751" y="959"/>
                    <a:pt x="5294" y="2148"/>
                    <a:pt x="3714" y="2418"/>
                  </a:cubicBezTo>
                  <a:cubicBezTo>
                    <a:pt x="3482" y="2457"/>
                    <a:pt x="3275" y="2472"/>
                    <a:pt x="3093" y="2472"/>
                  </a:cubicBezTo>
                  <a:cubicBezTo>
                    <a:pt x="2536" y="2472"/>
                    <a:pt x="2224" y="2331"/>
                    <a:pt x="2220" y="2329"/>
                  </a:cubicBezTo>
                  <a:lnTo>
                    <a:pt x="2198" y="2374"/>
                  </a:lnTo>
                  <a:cubicBezTo>
                    <a:pt x="2215" y="2383"/>
                    <a:pt x="2525" y="2524"/>
                    <a:pt x="3086" y="2524"/>
                  </a:cubicBezTo>
                  <a:cubicBezTo>
                    <a:pt x="3270" y="2524"/>
                    <a:pt x="3482" y="2508"/>
                    <a:pt x="3718" y="2469"/>
                  </a:cubicBezTo>
                  <a:cubicBezTo>
                    <a:pt x="5312" y="2197"/>
                    <a:pt x="6781" y="1000"/>
                    <a:pt x="7732" y="43"/>
                  </a:cubicBezTo>
                  <a:lnTo>
                    <a:pt x="7697" y="8"/>
                  </a:lnTo>
                  <a:close/>
                  <a:moveTo>
                    <a:pt x="44631" y="2202"/>
                  </a:moveTo>
                  <a:lnTo>
                    <a:pt x="44621" y="2251"/>
                  </a:lnTo>
                  <a:cubicBezTo>
                    <a:pt x="44652" y="2257"/>
                    <a:pt x="47650" y="2886"/>
                    <a:pt x="48292" y="5971"/>
                  </a:cubicBezTo>
                  <a:lnTo>
                    <a:pt x="48340" y="5961"/>
                  </a:lnTo>
                  <a:cubicBezTo>
                    <a:pt x="47692" y="2843"/>
                    <a:pt x="44662" y="2207"/>
                    <a:pt x="44631" y="2202"/>
                  </a:cubicBezTo>
                  <a:close/>
                  <a:moveTo>
                    <a:pt x="16340" y="8403"/>
                  </a:moveTo>
                  <a:lnTo>
                    <a:pt x="16340" y="8452"/>
                  </a:lnTo>
                  <a:lnTo>
                    <a:pt x="36383" y="8452"/>
                  </a:lnTo>
                  <a:lnTo>
                    <a:pt x="36383" y="8403"/>
                  </a:lnTo>
                  <a:close/>
                  <a:moveTo>
                    <a:pt x="9943" y="2127"/>
                  </a:moveTo>
                  <a:cubicBezTo>
                    <a:pt x="7160" y="2465"/>
                    <a:pt x="5967" y="4162"/>
                    <a:pt x="5456" y="5525"/>
                  </a:cubicBezTo>
                  <a:cubicBezTo>
                    <a:pt x="4946" y="6889"/>
                    <a:pt x="4998" y="8199"/>
                    <a:pt x="5011" y="8403"/>
                  </a:cubicBezTo>
                  <a:lnTo>
                    <a:pt x="0" y="8403"/>
                  </a:lnTo>
                  <a:lnTo>
                    <a:pt x="0" y="8453"/>
                  </a:lnTo>
                  <a:lnTo>
                    <a:pt x="5065" y="8453"/>
                  </a:lnTo>
                  <a:lnTo>
                    <a:pt x="5065" y="8452"/>
                  </a:lnTo>
                  <a:lnTo>
                    <a:pt x="5062" y="8425"/>
                  </a:lnTo>
                  <a:cubicBezTo>
                    <a:pt x="5062" y="8411"/>
                    <a:pt x="4956" y="7006"/>
                    <a:pt x="5504" y="5542"/>
                  </a:cubicBezTo>
                  <a:cubicBezTo>
                    <a:pt x="6009" y="4192"/>
                    <a:pt x="7191" y="2511"/>
                    <a:pt x="9948" y="2176"/>
                  </a:cubicBezTo>
                  <a:lnTo>
                    <a:pt x="9943" y="2127"/>
                  </a:lnTo>
                  <a:close/>
                  <a:moveTo>
                    <a:pt x="49162" y="4189"/>
                  </a:moveTo>
                  <a:lnTo>
                    <a:pt x="49126" y="4224"/>
                  </a:lnTo>
                  <a:cubicBezTo>
                    <a:pt x="49133" y="4230"/>
                    <a:pt x="49746" y="4859"/>
                    <a:pt x="49746" y="5516"/>
                  </a:cubicBezTo>
                  <a:lnTo>
                    <a:pt x="49746" y="7894"/>
                  </a:lnTo>
                  <a:cubicBezTo>
                    <a:pt x="49746" y="8267"/>
                    <a:pt x="49600" y="8617"/>
                    <a:pt x="49336" y="8880"/>
                  </a:cubicBezTo>
                  <a:cubicBezTo>
                    <a:pt x="49082" y="9135"/>
                    <a:pt x="48745" y="9273"/>
                    <a:pt x="48391" y="9273"/>
                  </a:cubicBezTo>
                  <a:cubicBezTo>
                    <a:pt x="48384" y="9274"/>
                    <a:pt x="48376" y="9274"/>
                    <a:pt x="48369" y="9274"/>
                  </a:cubicBezTo>
                  <a:cubicBezTo>
                    <a:pt x="48352" y="9274"/>
                    <a:pt x="48334" y="9273"/>
                    <a:pt x="48317" y="9272"/>
                  </a:cubicBezTo>
                  <a:lnTo>
                    <a:pt x="48314" y="9323"/>
                  </a:lnTo>
                  <a:cubicBezTo>
                    <a:pt x="48341" y="9324"/>
                    <a:pt x="48365" y="9324"/>
                    <a:pt x="48391" y="9324"/>
                  </a:cubicBezTo>
                  <a:cubicBezTo>
                    <a:pt x="48759" y="9324"/>
                    <a:pt x="49107" y="9179"/>
                    <a:pt x="49373" y="8916"/>
                  </a:cubicBezTo>
                  <a:cubicBezTo>
                    <a:pt x="49646" y="8643"/>
                    <a:pt x="49797" y="8280"/>
                    <a:pt x="49797" y="7894"/>
                  </a:cubicBezTo>
                  <a:lnTo>
                    <a:pt x="49797" y="5516"/>
                  </a:lnTo>
                  <a:cubicBezTo>
                    <a:pt x="49797" y="4838"/>
                    <a:pt x="49188" y="4214"/>
                    <a:pt x="49162" y="4189"/>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139" name="Google Shape;5139;p68"/>
            <p:cNvSpPr/>
            <p:nvPr/>
          </p:nvSpPr>
          <p:spPr>
            <a:xfrm>
              <a:off x="4153715" y="2014492"/>
              <a:ext cx="2797619" cy="894442"/>
            </a:xfrm>
            <a:custGeom>
              <a:avLst/>
              <a:gdLst/>
              <a:ahLst/>
              <a:cxnLst/>
              <a:rect l="l" t="t" r="r" b="b"/>
              <a:pathLst>
                <a:path w="47927" h="15323" extrusionOk="0">
                  <a:moveTo>
                    <a:pt x="12362" y="0"/>
                  </a:moveTo>
                  <a:lnTo>
                    <a:pt x="12362" y="0"/>
                  </a:lnTo>
                  <a:cubicBezTo>
                    <a:pt x="8149" y="112"/>
                    <a:pt x="3445" y="2543"/>
                    <a:pt x="3445" y="2543"/>
                  </a:cubicBezTo>
                  <a:cubicBezTo>
                    <a:pt x="9540" y="2402"/>
                    <a:pt x="12362" y="0"/>
                    <a:pt x="12362" y="0"/>
                  </a:cubicBezTo>
                  <a:close/>
                  <a:moveTo>
                    <a:pt x="291" y="6009"/>
                  </a:moveTo>
                  <a:cubicBezTo>
                    <a:pt x="192" y="6009"/>
                    <a:pt x="105" y="6072"/>
                    <a:pt x="74" y="6166"/>
                  </a:cubicBezTo>
                  <a:cubicBezTo>
                    <a:pt x="31" y="6297"/>
                    <a:pt x="0" y="6444"/>
                    <a:pt x="0" y="6444"/>
                  </a:cubicBezTo>
                  <a:lnTo>
                    <a:pt x="0" y="10863"/>
                  </a:lnTo>
                  <a:lnTo>
                    <a:pt x="2024" y="10863"/>
                  </a:lnTo>
                  <a:cubicBezTo>
                    <a:pt x="2287" y="10863"/>
                    <a:pt x="2500" y="10649"/>
                    <a:pt x="2500" y="10386"/>
                  </a:cubicBezTo>
                  <a:lnTo>
                    <a:pt x="2500" y="6485"/>
                  </a:lnTo>
                  <a:cubicBezTo>
                    <a:pt x="2500" y="6222"/>
                    <a:pt x="2287" y="6009"/>
                    <a:pt x="2024" y="6009"/>
                  </a:cubicBezTo>
                  <a:close/>
                  <a:moveTo>
                    <a:pt x="10263" y="5879"/>
                  </a:moveTo>
                  <a:cubicBezTo>
                    <a:pt x="7695" y="5879"/>
                    <a:pt x="5612" y="7961"/>
                    <a:pt x="5612" y="10530"/>
                  </a:cubicBezTo>
                  <a:cubicBezTo>
                    <a:pt x="5612" y="13099"/>
                    <a:pt x="7694" y="15182"/>
                    <a:pt x="10263" y="15182"/>
                  </a:cubicBezTo>
                  <a:cubicBezTo>
                    <a:pt x="12833" y="15182"/>
                    <a:pt x="14915" y="13099"/>
                    <a:pt x="14915" y="10530"/>
                  </a:cubicBezTo>
                  <a:cubicBezTo>
                    <a:pt x="14915" y="7961"/>
                    <a:pt x="12833" y="5879"/>
                    <a:pt x="10263" y="5879"/>
                  </a:cubicBezTo>
                  <a:close/>
                  <a:moveTo>
                    <a:pt x="43275" y="6019"/>
                  </a:moveTo>
                  <a:cubicBezTo>
                    <a:pt x="40707" y="6019"/>
                    <a:pt x="38623" y="8101"/>
                    <a:pt x="38623" y="10670"/>
                  </a:cubicBezTo>
                  <a:cubicBezTo>
                    <a:pt x="38623" y="13239"/>
                    <a:pt x="40707" y="15322"/>
                    <a:pt x="43275" y="15322"/>
                  </a:cubicBezTo>
                  <a:cubicBezTo>
                    <a:pt x="45845" y="15322"/>
                    <a:pt x="47927" y="13239"/>
                    <a:pt x="47927" y="10670"/>
                  </a:cubicBezTo>
                  <a:cubicBezTo>
                    <a:pt x="47927" y="8101"/>
                    <a:pt x="45845" y="6019"/>
                    <a:pt x="43275" y="6019"/>
                  </a:cubicBezTo>
                  <a:close/>
                </a:path>
              </a:pathLst>
            </a:custGeom>
            <a:gradFill>
              <a:gsLst>
                <a:gs pos="0">
                  <a:schemeClr val="lt1"/>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140" name="Google Shape;5140;p68"/>
            <p:cNvSpPr/>
            <p:nvPr/>
          </p:nvSpPr>
          <p:spPr>
            <a:xfrm>
              <a:off x="4153715" y="2123590"/>
              <a:ext cx="2731424" cy="719091"/>
            </a:xfrm>
            <a:custGeom>
              <a:avLst/>
              <a:gdLst/>
              <a:ahLst/>
              <a:cxnLst/>
              <a:rect l="l" t="t" r="r" b="b"/>
              <a:pathLst>
                <a:path w="46793" h="12319" extrusionOk="0">
                  <a:moveTo>
                    <a:pt x="27085" y="506"/>
                  </a:moveTo>
                  <a:cubicBezTo>
                    <a:pt x="26846" y="506"/>
                    <a:pt x="26650" y="702"/>
                    <a:pt x="26650" y="941"/>
                  </a:cubicBezTo>
                  <a:cubicBezTo>
                    <a:pt x="26650" y="1180"/>
                    <a:pt x="26846" y="1376"/>
                    <a:pt x="27085" y="1376"/>
                  </a:cubicBezTo>
                  <a:lnTo>
                    <a:pt x="28935" y="1376"/>
                  </a:lnTo>
                  <a:cubicBezTo>
                    <a:pt x="29174" y="1376"/>
                    <a:pt x="29371" y="1180"/>
                    <a:pt x="29371" y="941"/>
                  </a:cubicBezTo>
                  <a:cubicBezTo>
                    <a:pt x="29371" y="702"/>
                    <a:pt x="29174" y="506"/>
                    <a:pt x="28935" y="506"/>
                  </a:cubicBezTo>
                  <a:close/>
                  <a:moveTo>
                    <a:pt x="40116" y="506"/>
                  </a:moveTo>
                  <a:cubicBezTo>
                    <a:pt x="39877" y="506"/>
                    <a:pt x="39680" y="702"/>
                    <a:pt x="39680" y="941"/>
                  </a:cubicBezTo>
                  <a:cubicBezTo>
                    <a:pt x="39680" y="1180"/>
                    <a:pt x="39877" y="1376"/>
                    <a:pt x="40116" y="1376"/>
                  </a:cubicBezTo>
                  <a:lnTo>
                    <a:pt x="41965" y="1376"/>
                  </a:lnTo>
                  <a:cubicBezTo>
                    <a:pt x="42205" y="1376"/>
                    <a:pt x="42400" y="1180"/>
                    <a:pt x="42400" y="941"/>
                  </a:cubicBezTo>
                  <a:cubicBezTo>
                    <a:pt x="42400" y="702"/>
                    <a:pt x="42205" y="506"/>
                    <a:pt x="41965" y="506"/>
                  </a:cubicBezTo>
                  <a:close/>
                  <a:moveTo>
                    <a:pt x="6738" y="1"/>
                  </a:moveTo>
                  <a:cubicBezTo>
                    <a:pt x="6174" y="1"/>
                    <a:pt x="5485" y="98"/>
                    <a:pt x="4954" y="191"/>
                  </a:cubicBezTo>
                  <a:cubicBezTo>
                    <a:pt x="4184" y="326"/>
                    <a:pt x="3477" y="721"/>
                    <a:pt x="2984" y="1328"/>
                  </a:cubicBezTo>
                  <a:cubicBezTo>
                    <a:pt x="2669" y="1717"/>
                    <a:pt x="2433" y="2193"/>
                    <a:pt x="2519" y="2702"/>
                  </a:cubicBezTo>
                  <a:cubicBezTo>
                    <a:pt x="2561" y="2947"/>
                    <a:pt x="2779" y="3051"/>
                    <a:pt x="3104" y="3051"/>
                  </a:cubicBezTo>
                  <a:cubicBezTo>
                    <a:pt x="4466" y="3051"/>
                    <a:pt x="7705" y="1243"/>
                    <a:pt x="7773" y="459"/>
                  </a:cubicBezTo>
                  <a:cubicBezTo>
                    <a:pt x="7803" y="112"/>
                    <a:pt x="7342" y="1"/>
                    <a:pt x="6738" y="1"/>
                  </a:cubicBezTo>
                  <a:close/>
                  <a:moveTo>
                    <a:pt x="10368" y="5487"/>
                  </a:moveTo>
                  <a:cubicBezTo>
                    <a:pt x="10461" y="5487"/>
                    <a:pt x="10530" y="5866"/>
                    <a:pt x="10509" y="6263"/>
                  </a:cubicBezTo>
                  <a:lnTo>
                    <a:pt x="10487" y="6670"/>
                  </a:lnTo>
                  <a:cubicBezTo>
                    <a:pt x="10406" y="6660"/>
                    <a:pt x="10323" y="6654"/>
                    <a:pt x="10239" y="6654"/>
                  </a:cubicBezTo>
                  <a:cubicBezTo>
                    <a:pt x="10171" y="6654"/>
                    <a:pt x="10106" y="6659"/>
                    <a:pt x="10041" y="6664"/>
                  </a:cubicBezTo>
                  <a:lnTo>
                    <a:pt x="10019" y="6271"/>
                  </a:lnTo>
                  <a:cubicBezTo>
                    <a:pt x="9995" y="5873"/>
                    <a:pt x="10064" y="5487"/>
                    <a:pt x="10159" y="5487"/>
                  </a:cubicBezTo>
                  <a:close/>
                  <a:moveTo>
                    <a:pt x="43379" y="5625"/>
                  </a:moveTo>
                  <a:cubicBezTo>
                    <a:pt x="43473" y="5625"/>
                    <a:pt x="43542" y="6006"/>
                    <a:pt x="43521" y="6401"/>
                  </a:cubicBezTo>
                  <a:lnTo>
                    <a:pt x="43498" y="6810"/>
                  </a:lnTo>
                  <a:cubicBezTo>
                    <a:pt x="43418" y="6800"/>
                    <a:pt x="43334" y="6794"/>
                    <a:pt x="43251" y="6794"/>
                  </a:cubicBezTo>
                  <a:cubicBezTo>
                    <a:pt x="43184" y="6794"/>
                    <a:pt x="43118" y="6798"/>
                    <a:pt x="43053" y="6804"/>
                  </a:cubicBezTo>
                  <a:lnTo>
                    <a:pt x="43030" y="6411"/>
                  </a:lnTo>
                  <a:cubicBezTo>
                    <a:pt x="43006" y="6013"/>
                    <a:pt x="43076" y="5625"/>
                    <a:pt x="43170" y="5625"/>
                  </a:cubicBezTo>
                  <a:close/>
                  <a:moveTo>
                    <a:pt x="11176" y="5620"/>
                  </a:moveTo>
                  <a:cubicBezTo>
                    <a:pt x="11180" y="5620"/>
                    <a:pt x="11184" y="5621"/>
                    <a:pt x="11188" y="5622"/>
                  </a:cubicBezTo>
                  <a:lnTo>
                    <a:pt x="11386" y="5689"/>
                  </a:lnTo>
                  <a:cubicBezTo>
                    <a:pt x="11473" y="5720"/>
                    <a:pt x="11417" y="6102"/>
                    <a:pt x="11268" y="6469"/>
                  </a:cubicBezTo>
                  <a:lnTo>
                    <a:pt x="11114" y="6855"/>
                  </a:lnTo>
                  <a:cubicBezTo>
                    <a:pt x="10981" y="6791"/>
                    <a:pt x="10841" y="6741"/>
                    <a:pt x="10694" y="6707"/>
                  </a:cubicBezTo>
                  <a:lnTo>
                    <a:pt x="10800" y="6319"/>
                  </a:lnTo>
                  <a:cubicBezTo>
                    <a:pt x="10903" y="5951"/>
                    <a:pt x="11081" y="5620"/>
                    <a:pt x="11176" y="5620"/>
                  </a:cubicBezTo>
                  <a:close/>
                  <a:moveTo>
                    <a:pt x="9204" y="5669"/>
                  </a:moveTo>
                  <a:cubicBezTo>
                    <a:pt x="9297" y="5669"/>
                    <a:pt x="9488" y="5983"/>
                    <a:pt x="9607" y="6340"/>
                  </a:cubicBezTo>
                  <a:lnTo>
                    <a:pt x="9735" y="6719"/>
                  </a:lnTo>
                  <a:cubicBezTo>
                    <a:pt x="9588" y="6757"/>
                    <a:pt x="9448" y="6811"/>
                    <a:pt x="9316" y="6879"/>
                  </a:cubicBezTo>
                  <a:lnTo>
                    <a:pt x="9155" y="6530"/>
                  </a:lnTo>
                  <a:cubicBezTo>
                    <a:pt x="8987" y="6168"/>
                    <a:pt x="8908" y="5784"/>
                    <a:pt x="8995" y="5748"/>
                  </a:cubicBezTo>
                  <a:lnTo>
                    <a:pt x="9190" y="5672"/>
                  </a:lnTo>
                  <a:cubicBezTo>
                    <a:pt x="9195" y="5670"/>
                    <a:pt x="9199" y="5669"/>
                    <a:pt x="9204" y="5669"/>
                  </a:cubicBezTo>
                  <a:close/>
                  <a:moveTo>
                    <a:pt x="44188" y="5759"/>
                  </a:moveTo>
                  <a:cubicBezTo>
                    <a:pt x="44192" y="5759"/>
                    <a:pt x="44196" y="5760"/>
                    <a:pt x="44199" y="5761"/>
                  </a:cubicBezTo>
                  <a:lnTo>
                    <a:pt x="44397" y="5829"/>
                  </a:lnTo>
                  <a:cubicBezTo>
                    <a:pt x="44485" y="5859"/>
                    <a:pt x="44428" y="6240"/>
                    <a:pt x="44280" y="6609"/>
                  </a:cubicBezTo>
                  <a:lnTo>
                    <a:pt x="44126" y="6995"/>
                  </a:lnTo>
                  <a:cubicBezTo>
                    <a:pt x="43993" y="6930"/>
                    <a:pt x="43853" y="6880"/>
                    <a:pt x="43706" y="6847"/>
                  </a:cubicBezTo>
                  <a:lnTo>
                    <a:pt x="43813" y="6459"/>
                  </a:lnTo>
                  <a:cubicBezTo>
                    <a:pt x="43915" y="6090"/>
                    <a:pt x="44094" y="5759"/>
                    <a:pt x="44188" y="5759"/>
                  </a:cubicBezTo>
                  <a:close/>
                  <a:moveTo>
                    <a:pt x="42215" y="5808"/>
                  </a:moveTo>
                  <a:cubicBezTo>
                    <a:pt x="42309" y="5808"/>
                    <a:pt x="42499" y="6122"/>
                    <a:pt x="42619" y="6480"/>
                  </a:cubicBezTo>
                  <a:lnTo>
                    <a:pt x="42746" y="6858"/>
                  </a:lnTo>
                  <a:cubicBezTo>
                    <a:pt x="42600" y="6896"/>
                    <a:pt x="42460" y="6951"/>
                    <a:pt x="42329" y="7018"/>
                  </a:cubicBezTo>
                  <a:lnTo>
                    <a:pt x="42329" y="7018"/>
                  </a:lnTo>
                  <a:lnTo>
                    <a:pt x="42167" y="6670"/>
                  </a:lnTo>
                  <a:cubicBezTo>
                    <a:pt x="41998" y="6308"/>
                    <a:pt x="41919" y="5922"/>
                    <a:pt x="42008" y="5888"/>
                  </a:cubicBezTo>
                  <a:lnTo>
                    <a:pt x="42202" y="5810"/>
                  </a:lnTo>
                  <a:cubicBezTo>
                    <a:pt x="42206" y="5809"/>
                    <a:pt x="42211" y="5808"/>
                    <a:pt x="42215" y="5808"/>
                  </a:cubicBezTo>
                  <a:close/>
                  <a:moveTo>
                    <a:pt x="12091" y="6074"/>
                  </a:moveTo>
                  <a:cubicBezTo>
                    <a:pt x="12102" y="6074"/>
                    <a:pt x="12111" y="6076"/>
                    <a:pt x="12118" y="6082"/>
                  </a:cubicBezTo>
                  <a:lnTo>
                    <a:pt x="12283" y="6209"/>
                  </a:lnTo>
                  <a:cubicBezTo>
                    <a:pt x="12357" y="6267"/>
                    <a:pt x="12180" y="6609"/>
                    <a:pt x="11921" y="6910"/>
                  </a:cubicBezTo>
                  <a:lnTo>
                    <a:pt x="11646" y="7231"/>
                  </a:lnTo>
                  <a:cubicBezTo>
                    <a:pt x="11541" y="7126"/>
                    <a:pt x="11424" y="7035"/>
                    <a:pt x="11297" y="6957"/>
                  </a:cubicBezTo>
                  <a:lnTo>
                    <a:pt x="11527" y="6619"/>
                  </a:lnTo>
                  <a:cubicBezTo>
                    <a:pt x="11731" y="6319"/>
                    <a:pt x="11989" y="6074"/>
                    <a:pt x="12091" y="6074"/>
                  </a:cubicBezTo>
                  <a:close/>
                  <a:moveTo>
                    <a:pt x="8313" y="6167"/>
                  </a:moveTo>
                  <a:cubicBezTo>
                    <a:pt x="8417" y="6167"/>
                    <a:pt x="8680" y="6393"/>
                    <a:pt x="8895" y="6675"/>
                  </a:cubicBezTo>
                  <a:lnTo>
                    <a:pt x="9132" y="6988"/>
                  </a:lnTo>
                  <a:cubicBezTo>
                    <a:pt x="9007" y="7070"/>
                    <a:pt x="8892" y="7167"/>
                    <a:pt x="8789" y="7275"/>
                  </a:cubicBezTo>
                  <a:lnTo>
                    <a:pt x="8528" y="7001"/>
                  </a:lnTo>
                  <a:cubicBezTo>
                    <a:pt x="8250" y="6712"/>
                    <a:pt x="8053" y="6373"/>
                    <a:pt x="8125" y="6312"/>
                  </a:cubicBezTo>
                  <a:lnTo>
                    <a:pt x="8284" y="6177"/>
                  </a:lnTo>
                  <a:cubicBezTo>
                    <a:pt x="8292" y="6170"/>
                    <a:pt x="8302" y="6167"/>
                    <a:pt x="8313" y="6167"/>
                  </a:cubicBezTo>
                  <a:close/>
                  <a:moveTo>
                    <a:pt x="45103" y="6214"/>
                  </a:moveTo>
                  <a:cubicBezTo>
                    <a:pt x="45113" y="6214"/>
                    <a:pt x="45122" y="6216"/>
                    <a:pt x="45129" y="6222"/>
                  </a:cubicBezTo>
                  <a:lnTo>
                    <a:pt x="45295" y="6349"/>
                  </a:lnTo>
                  <a:cubicBezTo>
                    <a:pt x="45368" y="6406"/>
                    <a:pt x="45192" y="6749"/>
                    <a:pt x="44933" y="7050"/>
                  </a:cubicBezTo>
                  <a:lnTo>
                    <a:pt x="44657" y="7371"/>
                  </a:lnTo>
                  <a:cubicBezTo>
                    <a:pt x="44553" y="7266"/>
                    <a:pt x="44435" y="7174"/>
                    <a:pt x="44308" y="7095"/>
                  </a:cubicBezTo>
                  <a:lnTo>
                    <a:pt x="44538" y="6757"/>
                  </a:lnTo>
                  <a:cubicBezTo>
                    <a:pt x="44742" y="6459"/>
                    <a:pt x="45001" y="6214"/>
                    <a:pt x="45103" y="6214"/>
                  </a:cubicBezTo>
                  <a:close/>
                  <a:moveTo>
                    <a:pt x="41325" y="6307"/>
                  </a:moveTo>
                  <a:cubicBezTo>
                    <a:pt x="41428" y="6307"/>
                    <a:pt x="41691" y="6533"/>
                    <a:pt x="41907" y="6815"/>
                  </a:cubicBezTo>
                  <a:lnTo>
                    <a:pt x="42144" y="7128"/>
                  </a:lnTo>
                  <a:cubicBezTo>
                    <a:pt x="42020" y="7210"/>
                    <a:pt x="41904" y="7306"/>
                    <a:pt x="41801" y="7415"/>
                  </a:cubicBezTo>
                  <a:lnTo>
                    <a:pt x="41539" y="7141"/>
                  </a:lnTo>
                  <a:cubicBezTo>
                    <a:pt x="41262" y="6852"/>
                    <a:pt x="41064" y="6513"/>
                    <a:pt x="41136" y="6452"/>
                  </a:cubicBezTo>
                  <a:lnTo>
                    <a:pt x="41296" y="6316"/>
                  </a:lnTo>
                  <a:cubicBezTo>
                    <a:pt x="41303" y="6310"/>
                    <a:pt x="41313" y="6307"/>
                    <a:pt x="41325" y="6307"/>
                  </a:cubicBezTo>
                  <a:close/>
                  <a:moveTo>
                    <a:pt x="12795" y="6796"/>
                  </a:moveTo>
                  <a:cubicBezTo>
                    <a:pt x="12822" y="6796"/>
                    <a:pt x="12841" y="6803"/>
                    <a:pt x="12850" y="6817"/>
                  </a:cubicBezTo>
                  <a:lnTo>
                    <a:pt x="12966" y="6991"/>
                  </a:lnTo>
                  <a:cubicBezTo>
                    <a:pt x="13017" y="7068"/>
                    <a:pt x="12740" y="7337"/>
                    <a:pt x="12398" y="7538"/>
                  </a:cubicBezTo>
                  <a:lnTo>
                    <a:pt x="12030" y="7755"/>
                  </a:lnTo>
                  <a:cubicBezTo>
                    <a:pt x="11962" y="7621"/>
                    <a:pt x="11880" y="7497"/>
                    <a:pt x="11786" y="7384"/>
                  </a:cubicBezTo>
                  <a:lnTo>
                    <a:pt x="11787" y="7384"/>
                  </a:lnTo>
                  <a:lnTo>
                    <a:pt x="12118" y="7135"/>
                  </a:lnTo>
                  <a:cubicBezTo>
                    <a:pt x="12380" y="6937"/>
                    <a:pt x="12671" y="6796"/>
                    <a:pt x="12795" y="6796"/>
                  </a:cubicBezTo>
                  <a:close/>
                  <a:moveTo>
                    <a:pt x="7652" y="6923"/>
                  </a:moveTo>
                  <a:cubicBezTo>
                    <a:pt x="7779" y="6923"/>
                    <a:pt x="8064" y="7046"/>
                    <a:pt x="8327" y="7222"/>
                  </a:cubicBezTo>
                  <a:lnTo>
                    <a:pt x="8649" y="7437"/>
                  </a:lnTo>
                  <a:cubicBezTo>
                    <a:pt x="8557" y="7556"/>
                    <a:pt x="8479" y="7685"/>
                    <a:pt x="8416" y="7822"/>
                  </a:cubicBezTo>
                  <a:lnTo>
                    <a:pt x="8085" y="7649"/>
                  </a:lnTo>
                  <a:cubicBezTo>
                    <a:pt x="7730" y="7466"/>
                    <a:pt x="7433" y="7208"/>
                    <a:pt x="7482" y="7126"/>
                  </a:cubicBezTo>
                  <a:lnTo>
                    <a:pt x="7589" y="6947"/>
                  </a:lnTo>
                  <a:cubicBezTo>
                    <a:pt x="7598" y="6931"/>
                    <a:pt x="7620" y="6923"/>
                    <a:pt x="7652" y="6923"/>
                  </a:cubicBezTo>
                  <a:close/>
                  <a:moveTo>
                    <a:pt x="45806" y="6936"/>
                  </a:moveTo>
                  <a:cubicBezTo>
                    <a:pt x="45833" y="6936"/>
                    <a:pt x="45852" y="6943"/>
                    <a:pt x="45862" y="6957"/>
                  </a:cubicBezTo>
                  <a:lnTo>
                    <a:pt x="45977" y="7131"/>
                  </a:lnTo>
                  <a:cubicBezTo>
                    <a:pt x="46028" y="7208"/>
                    <a:pt x="45751" y="7476"/>
                    <a:pt x="45409" y="7678"/>
                  </a:cubicBezTo>
                  <a:lnTo>
                    <a:pt x="45042" y="7894"/>
                  </a:lnTo>
                  <a:cubicBezTo>
                    <a:pt x="44974" y="7761"/>
                    <a:pt x="44892" y="7637"/>
                    <a:pt x="44797" y="7524"/>
                  </a:cubicBezTo>
                  <a:lnTo>
                    <a:pt x="44799" y="7524"/>
                  </a:lnTo>
                  <a:lnTo>
                    <a:pt x="45129" y="7275"/>
                  </a:lnTo>
                  <a:cubicBezTo>
                    <a:pt x="45392" y="7077"/>
                    <a:pt x="45682" y="6936"/>
                    <a:pt x="45806" y="6936"/>
                  </a:cubicBezTo>
                  <a:close/>
                  <a:moveTo>
                    <a:pt x="40664" y="7063"/>
                  </a:moveTo>
                  <a:cubicBezTo>
                    <a:pt x="40792" y="7063"/>
                    <a:pt x="41076" y="7185"/>
                    <a:pt x="41340" y="7362"/>
                  </a:cubicBezTo>
                  <a:lnTo>
                    <a:pt x="41661" y="7577"/>
                  </a:lnTo>
                  <a:cubicBezTo>
                    <a:pt x="41569" y="7696"/>
                    <a:pt x="41491" y="7824"/>
                    <a:pt x="41428" y="7961"/>
                  </a:cubicBezTo>
                  <a:lnTo>
                    <a:pt x="41428" y="7961"/>
                  </a:lnTo>
                  <a:lnTo>
                    <a:pt x="41097" y="7789"/>
                  </a:lnTo>
                  <a:cubicBezTo>
                    <a:pt x="40742" y="7604"/>
                    <a:pt x="40445" y="7347"/>
                    <a:pt x="40493" y="7266"/>
                  </a:cubicBezTo>
                  <a:lnTo>
                    <a:pt x="40601" y="7087"/>
                  </a:lnTo>
                  <a:cubicBezTo>
                    <a:pt x="40610" y="7071"/>
                    <a:pt x="40632" y="7063"/>
                    <a:pt x="40664" y="7063"/>
                  </a:cubicBezTo>
                  <a:close/>
                  <a:moveTo>
                    <a:pt x="10239" y="7611"/>
                  </a:moveTo>
                  <a:cubicBezTo>
                    <a:pt x="10364" y="7611"/>
                    <a:pt x="10465" y="7713"/>
                    <a:pt x="10465" y="7837"/>
                  </a:cubicBezTo>
                  <a:cubicBezTo>
                    <a:pt x="10465" y="7963"/>
                    <a:pt x="10365" y="8065"/>
                    <a:pt x="10239" y="8065"/>
                  </a:cubicBezTo>
                  <a:cubicBezTo>
                    <a:pt x="10113" y="8065"/>
                    <a:pt x="10013" y="7963"/>
                    <a:pt x="10013" y="7837"/>
                  </a:cubicBezTo>
                  <a:cubicBezTo>
                    <a:pt x="10013" y="7713"/>
                    <a:pt x="10113" y="7611"/>
                    <a:pt x="10239" y="7611"/>
                  </a:cubicBezTo>
                  <a:close/>
                  <a:moveTo>
                    <a:pt x="43251" y="7751"/>
                  </a:moveTo>
                  <a:cubicBezTo>
                    <a:pt x="43375" y="7751"/>
                    <a:pt x="43477" y="7853"/>
                    <a:pt x="43477" y="7977"/>
                  </a:cubicBezTo>
                  <a:cubicBezTo>
                    <a:pt x="43477" y="8103"/>
                    <a:pt x="43377" y="8205"/>
                    <a:pt x="43251" y="8205"/>
                  </a:cubicBezTo>
                  <a:cubicBezTo>
                    <a:pt x="43125" y="8205"/>
                    <a:pt x="43025" y="8103"/>
                    <a:pt x="43025" y="7977"/>
                  </a:cubicBezTo>
                  <a:cubicBezTo>
                    <a:pt x="43025" y="7853"/>
                    <a:pt x="43126" y="7751"/>
                    <a:pt x="43251" y="7751"/>
                  </a:cubicBezTo>
                  <a:close/>
                  <a:moveTo>
                    <a:pt x="1238" y="5313"/>
                  </a:moveTo>
                  <a:cubicBezTo>
                    <a:pt x="1385" y="5313"/>
                    <a:pt x="1505" y="5446"/>
                    <a:pt x="1505" y="5608"/>
                  </a:cubicBezTo>
                  <a:lnTo>
                    <a:pt x="1505" y="8032"/>
                  </a:lnTo>
                  <a:cubicBezTo>
                    <a:pt x="1505" y="8196"/>
                    <a:pt x="1385" y="8328"/>
                    <a:pt x="1238" y="8328"/>
                  </a:cubicBezTo>
                  <a:lnTo>
                    <a:pt x="100" y="8328"/>
                  </a:lnTo>
                  <a:lnTo>
                    <a:pt x="100" y="5583"/>
                  </a:lnTo>
                  <a:cubicBezTo>
                    <a:pt x="100" y="5583"/>
                    <a:pt x="119" y="5492"/>
                    <a:pt x="143" y="5410"/>
                  </a:cubicBezTo>
                  <a:cubicBezTo>
                    <a:pt x="160" y="5352"/>
                    <a:pt x="209" y="5313"/>
                    <a:pt x="264" y="5313"/>
                  </a:cubicBezTo>
                  <a:close/>
                  <a:moveTo>
                    <a:pt x="13133" y="7696"/>
                  </a:moveTo>
                  <a:cubicBezTo>
                    <a:pt x="13232" y="7696"/>
                    <a:pt x="13297" y="7713"/>
                    <a:pt x="13306" y="7748"/>
                  </a:cubicBezTo>
                  <a:lnTo>
                    <a:pt x="13359" y="7950"/>
                  </a:lnTo>
                  <a:cubicBezTo>
                    <a:pt x="13383" y="8041"/>
                    <a:pt x="13034" y="8205"/>
                    <a:pt x="12645" y="8285"/>
                  </a:cubicBezTo>
                  <a:lnTo>
                    <a:pt x="12225" y="8373"/>
                  </a:lnTo>
                  <a:cubicBezTo>
                    <a:pt x="12203" y="8223"/>
                    <a:pt x="12166" y="8080"/>
                    <a:pt x="12113" y="7943"/>
                  </a:cubicBezTo>
                  <a:lnTo>
                    <a:pt x="12511" y="7813"/>
                  </a:lnTo>
                  <a:cubicBezTo>
                    <a:pt x="12743" y="7737"/>
                    <a:pt x="12979" y="7696"/>
                    <a:pt x="13133" y="7696"/>
                  </a:cubicBezTo>
                  <a:close/>
                  <a:moveTo>
                    <a:pt x="7398" y="7838"/>
                  </a:moveTo>
                  <a:cubicBezTo>
                    <a:pt x="7549" y="7838"/>
                    <a:pt x="7759" y="7867"/>
                    <a:pt x="7968" y="7924"/>
                  </a:cubicBezTo>
                  <a:lnTo>
                    <a:pt x="8337" y="8023"/>
                  </a:lnTo>
                  <a:cubicBezTo>
                    <a:pt x="8290" y="8162"/>
                    <a:pt x="8258" y="8309"/>
                    <a:pt x="8242" y="8461"/>
                  </a:cubicBezTo>
                  <a:lnTo>
                    <a:pt x="7874" y="8406"/>
                  </a:lnTo>
                  <a:cubicBezTo>
                    <a:pt x="7480" y="8345"/>
                    <a:pt x="7117" y="8196"/>
                    <a:pt x="7135" y="8104"/>
                  </a:cubicBezTo>
                  <a:lnTo>
                    <a:pt x="7179" y="7900"/>
                  </a:lnTo>
                  <a:cubicBezTo>
                    <a:pt x="7188" y="7858"/>
                    <a:pt x="7273" y="7838"/>
                    <a:pt x="7398" y="7838"/>
                  </a:cubicBezTo>
                  <a:close/>
                  <a:moveTo>
                    <a:pt x="46145" y="7836"/>
                  </a:moveTo>
                  <a:cubicBezTo>
                    <a:pt x="46243" y="7836"/>
                    <a:pt x="46309" y="7853"/>
                    <a:pt x="46318" y="7888"/>
                  </a:cubicBezTo>
                  <a:lnTo>
                    <a:pt x="46372" y="8090"/>
                  </a:lnTo>
                  <a:cubicBezTo>
                    <a:pt x="46396" y="8181"/>
                    <a:pt x="46045" y="8345"/>
                    <a:pt x="45658" y="8425"/>
                  </a:cubicBezTo>
                  <a:lnTo>
                    <a:pt x="45237" y="8513"/>
                  </a:lnTo>
                  <a:cubicBezTo>
                    <a:pt x="45216" y="8363"/>
                    <a:pt x="45177" y="8219"/>
                    <a:pt x="45125" y="8083"/>
                  </a:cubicBezTo>
                  <a:lnTo>
                    <a:pt x="45522" y="7953"/>
                  </a:lnTo>
                  <a:cubicBezTo>
                    <a:pt x="45754" y="7877"/>
                    <a:pt x="45991" y="7836"/>
                    <a:pt x="46145" y="7836"/>
                  </a:cubicBezTo>
                  <a:close/>
                  <a:moveTo>
                    <a:pt x="40412" y="7977"/>
                  </a:moveTo>
                  <a:cubicBezTo>
                    <a:pt x="40562" y="7977"/>
                    <a:pt x="40771" y="8006"/>
                    <a:pt x="40979" y="8062"/>
                  </a:cubicBezTo>
                  <a:lnTo>
                    <a:pt x="41348" y="8162"/>
                  </a:lnTo>
                  <a:cubicBezTo>
                    <a:pt x="41302" y="8302"/>
                    <a:pt x="41269" y="8449"/>
                    <a:pt x="41254" y="8601"/>
                  </a:cubicBezTo>
                  <a:lnTo>
                    <a:pt x="40886" y="8544"/>
                  </a:lnTo>
                  <a:cubicBezTo>
                    <a:pt x="40492" y="8485"/>
                    <a:pt x="40128" y="8336"/>
                    <a:pt x="40148" y="8244"/>
                  </a:cubicBezTo>
                  <a:lnTo>
                    <a:pt x="40191" y="8039"/>
                  </a:lnTo>
                  <a:cubicBezTo>
                    <a:pt x="40200" y="7998"/>
                    <a:pt x="40285" y="7977"/>
                    <a:pt x="40412" y="7977"/>
                  </a:cubicBezTo>
                  <a:close/>
                  <a:moveTo>
                    <a:pt x="221" y="4694"/>
                  </a:moveTo>
                  <a:cubicBezTo>
                    <a:pt x="146" y="4694"/>
                    <a:pt x="79" y="4746"/>
                    <a:pt x="57" y="4825"/>
                  </a:cubicBezTo>
                  <a:cubicBezTo>
                    <a:pt x="24" y="4936"/>
                    <a:pt x="0" y="5058"/>
                    <a:pt x="0" y="5058"/>
                  </a:cubicBezTo>
                  <a:lnTo>
                    <a:pt x="0" y="8759"/>
                  </a:lnTo>
                  <a:lnTo>
                    <a:pt x="1534" y="8759"/>
                  </a:lnTo>
                  <a:cubicBezTo>
                    <a:pt x="1733" y="8759"/>
                    <a:pt x="1894" y="8581"/>
                    <a:pt x="1894" y="8360"/>
                  </a:cubicBezTo>
                  <a:lnTo>
                    <a:pt x="1894" y="5092"/>
                  </a:lnTo>
                  <a:cubicBezTo>
                    <a:pt x="1894" y="4872"/>
                    <a:pt x="1733" y="4694"/>
                    <a:pt x="1534" y="4694"/>
                  </a:cubicBezTo>
                  <a:close/>
                  <a:moveTo>
                    <a:pt x="9482" y="8434"/>
                  </a:moveTo>
                  <a:cubicBezTo>
                    <a:pt x="9606" y="8434"/>
                    <a:pt x="9708" y="8536"/>
                    <a:pt x="9708" y="8661"/>
                  </a:cubicBezTo>
                  <a:cubicBezTo>
                    <a:pt x="9708" y="8786"/>
                    <a:pt x="9606" y="8888"/>
                    <a:pt x="9482" y="8888"/>
                  </a:cubicBezTo>
                  <a:cubicBezTo>
                    <a:pt x="9356" y="8888"/>
                    <a:pt x="9254" y="8786"/>
                    <a:pt x="9254" y="8661"/>
                  </a:cubicBezTo>
                  <a:cubicBezTo>
                    <a:pt x="9254" y="8536"/>
                    <a:pt x="9356" y="8434"/>
                    <a:pt x="9482" y="8434"/>
                  </a:cubicBezTo>
                  <a:close/>
                  <a:moveTo>
                    <a:pt x="11046" y="8434"/>
                  </a:moveTo>
                  <a:cubicBezTo>
                    <a:pt x="11171" y="8434"/>
                    <a:pt x="11272" y="8536"/>
                    <a:pt x="11272" y="8661"/>
                  </a:cubicBezTo>
                  <a:cubicBezTo>
                    <a:pt x="11272" y="8786"/>
                    <a:pt x="11171" y="8888"/>
                    <a:pt x="11046" y="8888"/>
                  </a:cubicBezTo>
                  <a:cubicBezTo>
                    <a:pt x="10921" y="8888"/>
                    <a:pt x="10819" y="8786"/>
                    <a:pt x="10819" y="8661"/>
                  </a:cubicBezTo>
                  <a:cubicBezTo>
                    <a:pt x="10819" y="8536"/>
                    <a:pt x="10921" y="8434"/>
                    <a:pt x="11046" y="8434"/>
                  </a:cubicBezTo>
                  <a:close/>
                  <a:moveTo>
                    <a:pt x="42493" y="8574"/>
                  </a:moveTo>
                  <a:cubicBezTo>
                    <a:pt x="42618" y="8574"/>
                    <a:pt x="42719" y="8676"/>
                    <a:pt x="42719" y="8801"/>
                  </a:cubicBezTo>
                  <a:cubicBezTo>
                    <a:pt x="42719" y="8926"/>
                    <a:pt x="42618" y="9027"/>
                    <a:pt x="42493" y="9027"/>
                  </a:cubicBezTo>
                  <a:cubicBezTo>
                    <a:pt x="42367" y="9027"/>
                    <a:pt x="42266" y="8926"/>
                    <a:pt x="42266" y="8801"/>
                  </a:cubicBezTo>
                  <a:cubicBezTo>
                    <a:pt x="42266" y="8676"/>
                    <a:pt x="42367" y="8574"/>
                    <a:pt x="42493" y="8574"/>
                  </a:cubicBezTo>
                  <a:close/>
                  <a:moveTo>
                    <a:pt x="44058" y="8574"/>
                  </a:moveTo>
                  <a:cubicBezTo>
                    <a:pt x="44182" y="8574"/>
                    <a:pt x="44284" y="8676"/>
                    <a:pt x="44284" y="8801"/>
                  </a:cubicBezTo>
                  <a:cubicBezTo>
                    <a:pt x="44284" y="8926"/>
                    <a:pt x="44182" y="9027"/>
                    <a:pt x="44058" y="9027"/>
                  </a:cubicBezTo>
                  <a:cubicBezTo>
                    <a:pt x="43932" y="9027"/>
                    <a:pt x="43830" y="8926"/>
                    <a:pt x="43830" y="8801"/>
                  </a:cubicBezTo>
                  <a:cubicBezTo>
                    <a:pt x="43830" y="8676"/>
                    <a:pt x="43932" y="8574"/>
                    <a:pt x="44058" y="8574"/>
                  </a:cubicBezTo>
                  <a:close/>
                  <a:moveTo>
                    <a:pt x="12244" y="8578"/>
                  </a:moveTo>
                  <a:lnTo>
                    <a:pt x="12665" y="8582"/>
                  </a:lnTo>
                  <a:cubicBezTo>
                    <a:pt x="13063" y="8588"/>
                    <a:pt x="13445" y="8684"/>
                    <a:pt x="13438" y="8777"/>
                  </a:cubicBezTo>
                  <a:lnTo>
                    <a:pt x="13424" y="8986"/>
                  </a:lnTo>
                  <a:cubicBezTo>
                    <a:pt x="13419" y="9053"/>
                    <a:pt x="13223" y="9094"/>
                    <a:pt x="12968" y="9094"/>
                  </a:cubicBezTo>
                  <a:cubicBezTo>
                    <a:pt x="12865" y="9094"/>
                    <a:pt x="12753" y="9087"/>
                    <a:pt x="12639" y="9073"/>
                  </a:cubicBezTo>
                  <a:lnTo>
                    <a:pt x="12214" y="9020"/>
                  </a:lnTo>
                  <a:lnTo>
                    <a:pt x="12212" y="9020"/>
                  </a:lnTo>
                  <a:cubicBezTo>
                    <a:pt x="12234" y="8905"/>
                    <a:pt x="12245" y="8784"/>
                    <a:pt x="12245" y="8661"/>
                  </a:cubicBezTo>
                  <a:cubicBezTo>
                    <a:pt x="12245" y="8633"/>
                    <a:pt x="12245" y="8605"/>
                    <a:pt x="12244" y="8578"/>
                  </a:cubicBezTo>
                  <a:close/>
                  <a:moveTo>
                    <a:pt x="8234" y="8677"/>
                  </a:moveTo>
                  <a:cubicBezTo>
                    <a:pt x="8234" y="8831"/>
                    <a:pt x="8252" y="8979"/>
                    <a:pt x="8286" y="9124"/>
                  </a:cubicBezTo>
                  <a:lnTo>
                    <a:pt x="7920" y="9189"/>
                  </a:lnTo>
                  <a:cubicBezTo>
                    <a:pt x="7765" y="9216"/>
                    <a:pt x="7609" y="9229"/>
                    <a:pt x="7478" y="9229"/>
                  </a:cubicBezTo>
                  <a:cubicBezTo>
                    <a:pt x="7276" y="9229"/>
                    <a:pt x="7130" y="9198"/>
                    <a:pt x="7124" y="9142"/>
                  </a:cubicBezTo>
                  <a:lnTo>
                    <a:pt x="7098" y="8934"/>
                  </a:lnTo>
                  <a:cubicBezTo>
                    <a:pt x="7087" y="8842"/>
                    <a:pt x="7456" y="8728"/>
                    <a:pt x="7852" y="8702"/>
                  </a:cubicBezTo>
                  <a:lnTo>
                    <a:pt x="8234" y="8677"/>
                  </a:lnTo>
                  <a:close/>
                  <a:moveTo>
                    <a:pt x="45255" y="8718"/>
                  </a:moveTo>
                  <a:lnTo>
                    <a:pt x="45676" y="8722"/>
                  </a:lnTo>
                  <a:cubicBezTo>
                    <a:pt x="46075" y="8728"/>
                    <a:pt x="46457" y="8824"/>
                    <a:pt x="46450" y="8917"/>
                  </a:cubicBezTo>
                  <a:lnTo>
                    <a:pt x="46435" y="9126"/>
                  </a:lnTo>
                  <a:cubicBezTo>
                    <a:pt x="46430" y="9193"/>
                    <a:pt x="46235" y="9234"/>
                    <a:pt x="45980" y="9234"/>
                  </a:cubicBezTo>
                  <a:cubicBezTo>
                    <a:pt x="45877" y="9234"/>
                    <a:pt x="45764" y="9227"/>
                    <a:pt x="45651" y="9213"/>
                  </a:cubicBezTo>
                  <a:lnTo>
                    <a:pt x="45225" y="9160"/>
                  </a:lnTo>
                  <a:cubicBezTo>
                    <a:pt x="45247" y="9043"/>
                    <a:pt x="45257" y="8923"/>
                    <a:pt x="45257" y="8801"/>
                  </a:cubicBezTo>
                  <a:cubicBezTo>
                    <a:pt x="45257" y="8773"/>
                    <a:pt x="45257" y="8745"/>
                    <a:pt x="45255" y="8718"/>
                  </a:cubicBezTo>
                  <a:close/>
                  <a:moveTo>
                    <a:pt x="41245" y="8817"/>
                  </a:moveTo>
                  <a:cubicBezTo>
                    <a:pt x="41247" y="8970"/>
                    <a:pt x="41265" y="9119"/>
                    <a:pt x="41297" y="9262"/>
                  </a:cubicBezTo>
                  <a:lnTo>
                    <a:pt x="40931" y="9329"/>
                  </a:lnTo>
                  <a:cubicBezTo>
                    <a:pt x="40776" y="9356"/>
                    <a:pt x="40621" y="9369"/>
                    <a:pt x="40490" y="9369"/>
                  </a:cubicBezTo>
                  <a:cubicBezTo>
                    <a:pt x="40288" y="9369"/>
                    <a:pt x="40142" y="9338"/>
                    <a:pt x="40136" y="9282"/>
                  </a:cubicBezTo>
                  <a:lnTo>
                    <a:pt x="40110" y="9074"/>
                  </a:lnTo>
                  <a:cubicBezTo>
                    <a:pt x="40099" y="8981"/>
                    <a:pt x="40468" y="8868"/>
                    <a:pt x="40863" y="8842"/>
                  </a:cubicBezTo>
                  <a:lnTo>
                    <a:pt x="41245" y="8817"/>
                  </a:lnTo>
                  <a:close/>
                  <a:moveTo>
                    <a:pt x="10239" y="9176"/>
                  </a:moveTo>
                  <a:cubicBezTo>
                    <a:pt x="10364" y="9176"/>
                    <a:pt x="10465" y="9278"/>
                    <a:pt x="10465" y="9402"/>
                  </a:cubicBezTo>
                  <a:cubicBezTo>
                    <a:pt x="10465" y="9528"/>
                    <a:pt x="10365" y="9630"/>
                    <a:pt x="10239" y="9630"/>
                  </a:cubicBezTo>
                  <a:cubicBezTo>
                    <a:pt x="10113" y="9630"/>
                    <a:pt x="10013" y="9528"/>
                    <a:pt x="10013" y="9402"/>
                  </a:cubicBezTo>
                  <a:cubicBezTo>
                    <a:pt x="10013" y="9278"/>
                    <a:pt x="10113" y="9176"/>
                    <a:pt x="10239" y="9176"/>
                  </a:cubicBezTo>
                  <a:close/>
                  <a:moveTo>
                    <a:pt x="43251" y="9316"/>
                  </a:moveTo>
                  <a:cubicBezTo>
                    <a:pt x="43375" y="9316"/>
                    <a:pt x="43477" y="9418"/>
                    <a:pt x="43477" y="9542"/>
                  </a:cubicBezTo>
                  <a:cubicBezTo>
                    <a:pt x="43477" y="9668"/>
                    <a:pt x="43377" y="9770"/>
                    <a:pt x="43251" y="9770"/>
                  </a:cubicBezTo>
                  <a:cubicBezTo>
                    <a:pt x="43125" y="9770"/>
                    <a:pt x="43025" y="9668"/>
                    <a:pt x="43025" y="9542"/>
                  </a:cubicBezTo>
                  <a:cubicBezTo>
                    <a:pt x="43025" y="9418"/>
                    <a:pt x="43126" y="9316"/>
                    <a:pt x="43251" y="9316"/>
                  </a:cubicBezTo>
                  <a:close/>
                  <a:moveTo>
                    <a:pt x="10239" y="7401"/>
                  </a:moveTo>
                  <a:cubicBezTo>
                    <a:pt x="9542" y="7401"/>
                    <a:pt x="8978" y="7965"/>
                    <a:pt x="8978" y="8661"/>
                  </a:cubicBezTo>
                  <a:cubicBezTo>
                    <a:pt x="8978" y="9357"/>
                    <a:pt x="9542" y="9922"/>
                    <a:pt x="10239" y="9922"/>
                  </a:cubicBezTo>
                  <a:cubicBezTo>
                    <a:pt x="10935" y="9922"/>
                    <a:pt x="11500" y="9357"/>
                    <a:pt x="11500" y="8661"/>
                  </a:cubicBezTo>
                  <a:cubicBezTo>
                    <a:pt x="11500" y="7965"/>
                    <a:pt x="10936" y="7401"/>
                    <a:pt x="10239" y="7401"/>
                  </a:cubicBezTo>
                  <a:close/>
                  <a:moveTo>
                    <a:pt x="12166" y="9221"/>
                  </a:moveTo>
                  <a:lnTo>
                    <a:pt x="12562" y="9361"/>
                  </a:lnTo>
                  <a:cubicBezTo>
                    <a:pt x="12938" y="9494"/>
                    <a:pt x="13267" y="9707"/>
                    <a:pt x="13230" y="9795"/>
                  </a:cubicBezTo>
                  <a:lnTo>
                    <a:pt x="13150" y="9987"/>
                  </a:lnTo>
                  <a:cubicBezTo>
                    <a:pt x="13140" y="10011"/>
                    <a:pt x="13105" y="10022"/>
                    <a:pt x="13052" y="10022"/>
                  </a:cubicBezTo>
                  <a:cubicBezTo>
                    <a:pt x="12911" y="10022"/>
                    <a:pt x="12640" y="9943"/>
                    <a:pt x="12379" y="9816"/>
                  </a:cubicBezTo>
                  <a:lnTo>
                    <a:pt x="11996" y="9631"/>
                  </a:lnTo>
                  <a:cubicBezTo>
                    <a:pt x="12067" y="9502"/>
                    <a:pt x="12125" y="9365"/>
                    <a:pt x="12166" y="9221"/>
                  </a:cubicBezTo>
                  <a:close/>
                  <a:moveTo>
                    <a:pt x="43251" y="7541"/>
                  </a:moveTo>
                  <a:cubicBezTo>
                    <a:pt x="42554" y="7541"/>
                    <a:pt x="41990" y="8104"/>
                    <a:pt x="41990" y="8801"/>
                  </a:cubicBezTo>
                  <a:cubicBezTo>
                    <a:pt x="41990" y="9497"/>
                    <a:pt x="42554" y="10061"/>
                    <a:pt x="43251" y="10061"/>
                  </a:cubicBezTo>
                  <a:cubicBezTo>
                    <a:pt x="43948" y="10061"/>
                    <a:pt x="44512" y="9497"/>
                    <a:pt x="44512" y="8801"/>
                  </a:cubicBezTo>
                  <a:cubicBezTo>
                    <a:pt x="44512" y="8104"/>
                    <a:pt x="43948" y="7541"/>
                    <a:pt x="43251" y="7541"/>
                  </a:cubicBezTo>
                  <a:close/>
                  <a:moveTo>
                    <a:pt x="8347" y="9330"/>
                  </a:moveTo>
                  <a:cubicBezTo>
                    <a:pt x="8397" y="9473"/>
                    <a:pt x="8464" y="9608"/>
                    <a:pt x="8543" y="9734"/>
                  </a:cubicBezTo>
                  <a:lnTo>
                    <a:pt x="8214" y="9915"/>
                  </a:lnTo>
                  <a:cubicBezTo>
                    <a:pt x="7948" y="10062"/>
                    <a:pt x="7666" y="10158"/>
                    <a:pt x="7528" y="10158"/>
                  </a:cubicBezTo>
                  <a:cubicBezTo>
                    <a:pt x="7485" y="10158"/>
                    <a:pt x="7456" y="10149"/>
                    <a:pt x="7446" y="10129"/>
                  </a:cubicBezTo>
                  <a:lnTo>
                    <a:pt x="7356" y="9939"/>
                  </a:lnTo>
                  <a:cubicBezTo>
                    <a:pt x="7315" y="9856"/>
                    <a:pt x="7627" y="9628"/>
                    <a:pt x="7993" y="9477"/>
                  </a:cubicBezTo>
                  <a:lnTo>
                    <a:pt x="8347" y="9330"/>
                  </a:lnTo>
                  <a:close/>
                  <a:moveTo>
                    <a:pt x="45177" y="9361"/>
                  </a:moveTo>
                  <a:lnTo>
                    <a:pt x="45573" y="9501"/>
                  </a:lnTo>
                  <a:cubicBezTo>
                    <a:pt x="45949" y="9634"/>
                    <a:pt x="46278" y="9847"/>
                    <a:pt x="46243" y="9935"/>
                  </a:cubicBezTo>
                  <a:lnTo>
                    <a:pt x="46161" y="10127"/>
                  </a:lnTo>
                  <a:cubicBezTo>
                    <a:pt x="46152" y="10151"/>
                    <a:pt x="46117" y="10161"/>
                    <a:pt x="46064" y="10161"/>
                  </a:cubicBezTo>
                  <a:cubicBezTo>
                    <a:pt x="45923" y="10161"/>
                    <a:pt x="45652" y="10083"/>
                    <a:pt x="45392" y="9956"/>
                  </a:cubicBezTo>
                  <a:lnTo>
                    <a:pt x="45008" y="9771"/>
                  </a:lnTo>
                  <a:cubicBezTo>
                    <a:pt x="45078" y="9642"/>
                    <a:pt x="45136" y="9505"/>
                    <a:pt x="45177" y="9361"/>
                  </a:cubicBezTo>
                  <a:close/>
                  <a:moveTo>
                    <a:pt x="10239" y="7010"/>
                  </a:moveTo>
                  <a:cubicBezTo>
                    <a:pt x="11145" y="7010"/>
                    <a:pt x="11879" y="7745"/>
                    <a:pt x="11879" y="8652"/>
                  </a:cubicBezTo>
                  <a:cubicBezTo>
                    <a:pt x="11879" y="9558"/>
                    <a:pt x="11145" y="10291"/>
                    <a:pt x="10239" y="10291"/>
                  </a:cubicBezTo>
                  <a:cubicBezTo>
                    <a:pt x="9333" y="10291"/>
                    <a:pt x="8598" y="9558"/>
                    <a:pt x="8598" y="8652"/>
                  </a:cubicBezTo>
                  <a:cubicBezTo>
                    <a:pt x="8598" y="7745"/>
                    <a:pt x="9333" y="7010"/>
                    <a:pt x="10239" y="7010"/>
                  </a:cubicBezTo>
                  <a:close/>
                  <a:moveTo>
                    <a:pt x="41360" y="9470"/>
                  </a:moveTo>
                  <a:cubicBezTo>
                    <a:pt x="41409" y="9613"/>
                    <a:pt x="41476" y="9748"/>
                    <a:pt x="41555" y="9874"/>
                  </a:cubicBezTo>
                  <a:lnTo>
                    <a:pt x="41227" y="10055"/>
                  </a:lnTo>
                  <a:cubicBezTo>
                    <a:pt x="40960" y="10202"/>
                    <a:pt x="40678" y="10298"/>
                    <a:pt x="40540" y="10298"/>
                  </a:cubicBezTo>
                  <a:cubicBezTo>
                    <a:pt x="40497" y="10298"/>
                    <a:pt x="40468" y="10289"/>
                    <a:pt x="40458" y="10269"/>
                  </a:cubicBezTo>
                  <a:lnTo>
                    <a:pt x="40367" y="10079"/>
                  </a:lnTo>
                  <a:cubicBezTo>
                    <a:pt x="40326" y="9994"/>
                    <a:pt x="40639" y="9768"/>
                    <a:pt x="41006" y="9617"/>
                  </a:cubicBezTo>
                  <a:lnTo>
                    <a:pt x="41360" y="9470"/>
                  </a:lnTo>
                  <a:close/>
                  <a:moveTo>
                    <a:pt x="43251" y="7150"/>
                  </a:moveTo>
                  <a:cubicBezTo>
                    <a:pt x="44157" y="7150"/>
                    <a:pt x="44892" y="7885"/>
                    <a:pt x="44892" y="8791"/>
                  </a:cubicBezTo>
                  <a:cubicBezTo>
                    <a:pt x="44890" y="9697"/>
                    <a:pt x="44157" y="10431"/>
                    <a:pt x="43251" y="10431"/>
                  </a:cubicBezTo>
                  <a:cubicBezTo>
                    <a:pt x="42345" y="10431"/>
                    <a:pt x="41610" y="9697"/>
                    <a:pt x="41610" y="8791"/>
                  </a:cubicBezTo>
                  <a:cubicBezTo>
                    <a:pt x="41610" y="7885"/>
                    <a:pt x="42345" y="7150"/>
                    <a:pt x="43251" y="7150"/>
                  </a:cubicBezTo>
                  <a:close/>
                  <a:moveTo>
                    <a:pt x="9559" y="10550"/>
                  </a:moveTo>
                  <a:lnTo>
                    <a:pt x="9559" y="10550"/>
                  </a:lnTo>
                  <a:cubicBezTo>
                    <a:pt x="9576" y="10555"/>
                    <a:pt x="9593" y="10561"/>
                    <a:pt x="9609" y="10567"/>
                  </a:cubicBezTo>
                  <a:cubicBezTo>
                    <a:pt x="9592" y="10561"/>
                    <a:pt x="9576" y="10555"/>
                    <a:pt x="9559" y="10550"/>
                  </a:cubicBezTo>
                  <a:close/>
                  <a:moveTo>
                    <a:pt x="11887" y="9806"/>
                  </a:moveTo>
                  <a:lnTo>
                    <a:pt x="12214" y="10064"/>
                  </a:lnTo>
                  <a:cubicBezTo>
                    <a:pt x="12526" y="10311"/>
                    <a:pt x="12769" y="10620"/>
                    <a:pt x="12707" y="10690"/>
                  </a:cubicBezTo>
                  <a:lnTo>
                    <a:pt x="12569" y="10847"/>
                  </a:lnTo>
                  <a:cubicBezTo>
                    <a:pt x="12560" y="10856"/>
                    <a:pt x="12547" y="10861"/>
                    <a:pt x="12529" y="10861"/>
                  </a:cubicBezTo>
                  <a:cubicBezTo>
                    <a:pt x="12417" y="10861"/>
                    <a:pt x="12138" y="10678"/>
                    <a:pt x="11894" y="10437"/>
                  </a:cubicBezTo>
                  <a:lnTo>
                    <a:pt x="11595" y="10140"/>
                  </a:lnTo>
                  <a:cubicBezTo>
                    <a:pt x="11704" y="10041"/>
                    <a:pt x="11803" y="9928"/>
                    <a:pt x="11887" y="9806"/>
                  </a:cubicBezTo>
                  <a:close/>
                  <a:moveTo>
                    <a:pt x="8669" y="9909"/>
                  </a:moveTo>
                  <a:cubicBezTo>
                    <a:pt x="8762" y="10027"/>
                    <a:pt x="8868" y="10133"/>
                    <a:pt x="8984" y="10226"/>
                  </a:cubicBezTo>
                  <a:lnTo>
                    <a:pt x="8728" y="10509"/>
                  </a:lnTo>
                  <a:cubicBezTo>
                    <a:pt x="8492" y="10768"/>
                    <a:pt x="8213" y="10970"/>
                    <a:pt x="8103" y="10970"/>
                  </a:cubicBezTo>
                  <a:cubicBezTo>
                    <a:pt x="8088" y="10970"/>
                    <a:pt x="8076" y="10966"/>
                    <a:pt x="8068" y="10958"/>
                  </a:cubicBezTo>
                  <a:lnTo>
                    <a:pt x="7923" y="10808"/>
                  </a:lnTo>
                  <a:cubicBezTo>
                    <a:pt x="7858" y="10742"/>
                    <a:pt x="8079" y="10427"/>
                    <a:pt x="8378" y="10165"/>
                  </a:cubicBezTo>
                  <a:lnTo>
                    <a:pt x="8669" y="9909"/>
                  </a:lnTo>
                  <a:close/>
                  <a:moveTo>
                    <a:pt x="44899" y="9946"/>
                  </a:moveTo>
                  <a:lnTo>
                    <a:pt x="45225" y="10203"/>
                  </a:lnTo>
                  <a:cubicBezTo>
                    <a:pt x="45538" y="10451"/>
                    <a:pt x="45781" y="10759"/>
                    <a:pt x="45719" y="10830"/>
                  </a:cubicBezTo>
                  <a:lnTo>
                    <a:pt x="45580" y="10987"/>
                  </a:lnTo>
                  <a:cubicBezTo>
                    <a:pt x="45572" y="10996"/>
                    <a:pt x="45558" y="11000"/>
                    <a:pt x="45541" y="11000"/>
                  </a:cubicBezTo>
                  <a:cubicBezTo>
                    <a:pt x="45430" y="11000"/>
                    <a:pt x="45150" y="10819"/>
                    <a:pt x="44906" y="10577"/>
                  </a:cubicBezTo>
                  <a:lnTo>
                    <a:pt x="44606" y="10280"/>
                  </a:lnTo>
                  <a:cubicBezTo>
                    <a:pt x="44715" y="10179"/>
                    <a:pt x="44814" y="10068"/>
                    <a:pt x="44899" y="9946"/>
                  </a:cubicBezTo>
                  <a:close/>
                  <a:moveTo>
                    <a:pt x="41680" y="10049"/>
                  </a:moveTo>
                  <a:cubicBezTo>
                    <a:pt x="41774" y="10165"/>
                    <a:pt x="41880" y="10273"/>
                    <a:pt x="41996" y="10366"/>
                  </a:cubicBezTo>
                  <a:lnTo>
                    <a:pt x="41740" y="10649"/>
                  </a:lnTo>
                  <a:cubicBezTo>
                    <a:pt x="41504" y="10908"/>
                    <a:pt x="41225" y="11109"/>
                    <a:pt x="41116" y="11109"/>
                  </a:cubicBezTo>
                  <a:cubicBezTo>
                    <a:pt x="41100" y="11109"/>
                    <a:pt x="41088" y="11105"/>
                    <a:pt x="41080" y="11097"/>
                  </a:cubicBezTo>
                  <a:lnTo>
                    <a:pt x="40934" y="10948"/>
                  </a:lnTo>
                  <a:cubicBezTo>
                    <a:pt x="40869" y="10882"/>
                    <a:pt x="41091" y="10567"/>
                    <a:pt x="41389" y="10304"/>
                  </a:cubicBezTo>
                  <a:lnTo>
                    <a:pt x="41680" y="10049"/>
                  </a:lnTo>
                  <a:close/>
                  <a:moveTo>
                    <a:pt x="11434" y="10273"/>
                  </a:moveTo>
                  <a:lnTo>
                    <a:pt x="11657" y="10618"/>
                  </a:lnTo>
                  <a:cubicBezTo>
                    <a:pt x="11875" y="10953"/>
                    <a:pt x="12005" y="11323"/>
                    <a:pt x="11923" y="11370"/>
                  </a:cubicBezTo>
                  <a:lnTo>
                    <a:pt x="11742" y="11473"/>
                  </a:lnTo>
                  <a:cubicBezTo>
                    <a:pt x="11736" y="11476"/>
                    <a:pt x="11729" y="11478"/>
                    <a:pt x="11722" y="11478"/>
                  </a:cubicBezTo>
                  <a:cubicBezTo>
                    <a:pt x="11625" y="11478"/>
                    <a:pt x="11400" y="11199"/>
                    <a:pt x="11236" y="10868"/>
                  </a:cubicBezTo>
                  <a:lnTo>
                    <a:pt x="11049" y="10497"/>
                  </a:lnTo>
                  <a:cubicBezTo>
                    <a:pt x="11186" y="10437"/>
                    <a:pt x="11315" y="10360"/>
                    <a:pt x="11434" y="10273"/>
                  </a:cubicBezTo>
                  <a:close/>
                  <a:moveTo>
                    <a:pt x="9158" y="10352"/>
                  </a:moveTo>
                  <a:cubicBezTo>
                    <a:pt x="9284" y="10432"/>
                    <a:pt x="9418" y="10499"/>
                    <a:pt x="9559" y="10550"/>
                  </a:cubicBezTo>
                  <a:lnTo>
                    <a:pt x="9405" y="10905"/>
                  </a:lnTo>
                  <a:cubicBezTo>
                    <a:pt x="9257" y="11248"/>
                    <a:pt x="9039" y="11546"/>
                    <a:pt x="8943" y="11546"/>
                  </a:cubicBezTo>
                  <a:cubicBezTo>
                    <a:pt x="8937" y="11546"/>
                    <a:pt x="8931" y="11545"/>
                    <a:pt x="8926" y="11542"/>
                  </a:cubicBezTo>
                  <a:lnTo>
                    <a:pt x="8740" y="11449"/>
                  </a:lnTo>
                  <a:cubicBezTo>
                    <a:pt x="8656" y="11406"/>
                    <a:pt x="8765" y="11036"/>
                    <a:pt x="8963" y="10693"/>
                  </a:cubicBezTo>
                  <a:lnTo>
                    <a:pt x="9158" y="10352"/>
                  </a:lnTo>
                  <a:close/>
                  <a:moveTo>
                    <a:pt x="44445" y="10413"/>
                  </a:moveTo>
                  <a:lnTo>
                    <a:pt x="44669" y="10758"/>
                  </a:lnTo>
                  <a:cubicBezTo>
                    <a:pt x="44886" y="11093"/>
                    <a:pt x="45016" y="11463"/>
                    <a:pt x="44934" y="11510"/>
                  </a:cubicBezTo>
                  <a:lnTo>
                    <a:pt x="44753" y="11613"/>
                  </a:lnTo>
                  <a:cubicBezTo>
                    <a:pt x="44748" y="11616"/>
                    <a:pt x="44741" y="11618"/>
                    <a:pt x="44734" y="11618"/>
                  </a:cubicBezTo>
                  <a:cubicBezTo>
                    <a:pt x="44637" y="11618"/>
                    <a:pt x="44412" y="11338"/>
                    <a:pt x="44247" y="11008"/>
                  </a:cubicBezTo>
                  <a:lnTo>
                    <a:pt x="44062" y="10636"/>
                  </a:lnTo>
                  <a:cubicBezTo>
                    <a:pt x="44198" y="10577"/>
                    <a:pt x="44326" y="10500"/>
                    <a:pt x="44445" y="10413"/>
                  </a:cubicBezTo>
                  <a:close/>
                  <a:moveTo>
                    <a:pt x="42170" y="10492"/>
                  </a:moveTo>
                  <a:cubicBezTo>
                    <a:pt x="42295" y="10571"/>
                    <a:pt x="42430" y="10637"/>
                    <a:pt x="42571" y="10690"/>
                  </a:cubicBezTo>
                  <a:lnTo>
                    <a:pt x="42417" y="11044"/>
                  </a:lnTo>
                  <a:cubicBezTo>
                    <a:pt x="42268" y="11388"/>
                    <a:pt x="42051" y="11686"/>
                    <a:pt x="41955" y="11686"/>
                  </a:cubicBezTo>
                  <a:cubicBezTo>
                    <a:pt x="41949" y="11686"/>
                    <a:pt x="41943" y="11685"/>
                    <a:pt x="41938" y="11682"/>
                  </a:cubicBezTo>
                  <a:lnTo>
                    <a:pt x="41751" y="11587"/>
                  </a:lnTo>
                  <a:cubicBezTo>
                    <a:pt x="41668" y="11546"/>
                    <a:pt x="41777" y="11176"/>
                    <a:pt x="41974" y="10831"/>
                  </a:cubicBezTo>
                  <a:lnTo>
                    <a:pt x="42170" y="10492"/>
                  </a:lnTo>
                  <a:close/>
                  <a:moveTo>
                    <a:pt x="10854" y="10571"/>
                  </a:moveTo>
                  <a:lnTo>
                    <a:pt x="10953" y="10963"/>
                  </a:lnTo>
                  <a:cubicBezTo>
                    <a:pt x="11049" y="11350"/>
                    <a:pt x="11055" y="11743"/>
                    <a:pt x="10962" y="11760"/>
                  </a:cubicBezTo>
                  <a:lnTo>
                    <a:pt x="10757" y="11799"/>
                  </a:lnTo>
                  <a:cubicBezTo>
                    <a:pt x="10754" y="11800"/>
                    <a:pt x="10752" y="11800"/>
                    <a:pt x="10750" y="11800"/>
                  </a:cubicBezTo>
                  <a:cubicBezTo>
                    <a:pt x="10658" y="11800"/>
                    <a:pt x="10524" y="11448"/>
                    <a:pt x="10472" y="11064"/>
                  </a:cubicBezTo>
                  <a:lnTo>
                    <a:pt x="10417" y="10660"/>
                  </a:lnTo>
                  <a:cubicBezTo>
                    <a:pt x="10569" y="10646"/>
                    <a:pt x="10714" y="10616"/>
                    <a:pt x="10854" y="10571"/>
                  </a:cubicBezTo>
                  <a:close/>
                  <a:moveTo>
                    <a:pt x="9763" y="10611"/>
                  </a:moveTo>
                  <a:cubicBezTo>
                    <a:pt x="9916" y="10647"/>
                    <a:pt x="10075" y="10667"/>
                    <a:pt x="10239" y="10667"/>
                  </a:cubicBezTo>
                  <a:lnTo>
                    <a:pt x="10207" y="10667"/>
                  </a:lnTo>
                  <a:lnTo>
                    <a:pt x="10174" y="11061"/>
                  </a:lnTo>
                  <a:cubicBezTo>
                    <a:pt x="10142" y="11453"/>
                    <a:pt x="10023" y="11819"/>
                    <a:pt x="9931" y="11819"/>
                  </a:cubicBezTo>
                  <a:cubicBezTo>
                    <a:pt x="9929" y="11819"/>
                    <a:pt x="9927" y="11819"/>
                    <a:pt x="9925" y="11819"/>
                  </a:cubicBezTo>
                  <a:lnTo>
                    <a:pt x="9719" y="11791"/>
                  </a:lnTo>
                  <a:cubicBezTo>
                    <a:pt x="9626" y="11778"/>
                    <a:pt x="9610" y="11392"/>
                    <a:pt x="9687" y="11002"/>
                  </a:cubicBezTo>
                  <a:lnTo>
                    <a:pt x="9763" y="10611"/>
                  </a:lnTo>
                  <a:close/>
                  <a:moveTo>
                    <a:pt x="43866" y="10711"/>
                  </a:moveTo>
                  <a:lnTo>
                    <a:pt x="43965" y="11102"/>
                  </a:lnTo>
                  <a:cubicBezTo>
                    <a:pt x="44062" y="11490"/>
                    <a:pt x="44066" y="11881"/>
                    <a:pt x="43973" y="11900"/>
                  </a:cubicBezTo>
                  <a:lnTo>
                    <a:pt x="43768" y="11939"/>
                  </a:lnTo>
                  <a:cubicBezTo>
                    <a:pt x="43766" y="11940"/>
                    <a:pt x="43764" y="11940"/>
                    <a:pt x="43762" y="11940"/>
                  </a:cubicBezTo>
                  <a:cubicBezTo>
                    <a:pt x="43670" y="11940"/>
                    <a:pt x="43537" y="11588"/>
                    <a:pt x="43484" y="11203"/>
                  </a:cubicBezTo>
                  <a:lnTo>
                    <a:pt x="43429" y="10800"/>
                  </a:lnTo>
                  <a:cubicBezTo>
                    <a:pt x="43580" y="10786"/>
                    <a:pt x="43726" y="10756"/>
                    <a:pt x="43866" y="10711"/>
                  </a:cubicBezTo>
                  <a:close/>
                  <a:moveTo>
                    <a:pt x="42774" y="10750"/>
                  </a:moveTo>
                  <a:cubicBezTo>
                    <a:pt x="42927" y="10787"/>
                    <a:pt x="43087" y="10807"/>
                    <a:pt x="43251" y="10807"/>
                  </a:cubicBezTo>
                  <a:lnTo>
                    <a:pt x="43218" y="10807"/>
                  </a:lnTo>
                  <a:lnTo>
                    <a:pt x="43186" y="11201"/>
                  </a:lnTo>
                  <a:cubicBezTo>
                    <a:pt x="43154" y="11592"/>
                    <a:pt x="43034" y="11959"/>
                    <a:pt x="42942" y="11959"/>
                  </a:cubicBezTo>
                  <a:cubicBezTo>
                    <a:pt x="42940" y="11959"/>
                    <a:pt x="42939" y="11959"/>
                    <a:pt x="42937" y="11959"/>
                  </a:cubicBezTo>
                  <a:lnTo>
                    <a:pt x="42731" y="11931"/>
                  </a:lnTo>
                  <a:cubicBezTo>
                    <a:pt x="42637" y="11917"/>
                    <a:pt x="42622" y="11532"/>
                    <a:pt x="42698" y="11142"/>
                  </a:cubicBezTo>
                  <a:lnTo>
                    <a:pt x="42774" y="10750"/>
                  </a:lnTo>
                  <a:close/>
                  <a:moveTo>
                    <a:pt x="10263" y="5143"/>
                  </a:moveTo>
                  <a:cubicBezTo>
                    <a:pt x="8320" y="5143"/>
                    <a:pt x="6745" y="6718"/>
                    <a:pt x="6745" y="8661"/>
                  </a:cubicBezTo>
                  <a:cubicBezTo>
                    <a:pt x="6745" y="10603"/>
                    <a:pt x="8320" y="12180"/>
                    <a:pt x="10263" y="12180"/>
                  </a:cubicBezTo>
                  <a:cubicBezTo>
                    <a:pt x="12207" y="12180"/>
                    <a:pt x="13781" y="10603"/>
                    <a:pt x="13781" y="8661"/>
                  </a:cubicBezTo>
                  <a:cubicBezTo>
                    <a:pt x="13781" y="6718"/>
                    <a:pt x="12207" y="5143"/>
                    <a:pt x="10263" y="5143"/>
                  </a:cubicBezTo>
                  <a:close/>
                  <a:moveTo>
                    <a:pt x="43275" y="5283"/>
                  </a:moveTo>
                  <a:cubicBezTo>
                    <a:pt x="41331" y="5283"/>
                    <a:pt x="39757" y="6858"/>
                    <a:pt x="39757" y="8801"/>
                  </a:cubicBezTo>
                  <a:cubicBezTo>
                    <a:pt x="39757" y="10743"/>
                    <a:pt x="41333" y="12318"/>
                    <a:pt x="43275" y="12318"/>
                  </a:cubicBezTo>
                  <a:cubicBezTo>
                    <a:pt x="45218" y="12318"/>
                    <a:pt x="46793" y="10743"/>
                    <a:pt x="46793" y="8801"/>
                  </a:cubicBezTo>
                  <a:cubicBezTo>
                    <a:pt x="46793" y="6858"/>
                    <a:pt x="45218" y="5283"/>
                    <a:pt x="43275" y="5283"/>
                  </a:cubicBezTo>
                  <a:close/>
                </a:path>
              </a:pathLst>
            </a:custGeom>
            <a:gradFill>
              <a:gsLst>
                <a:gs pos="0">
                  <a:schemeClr val="accent2"/>
                </a:gs>
                <a:gs pos="100000">
                  <a:schemeClr val="accent6"/>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141" name="Google Shape;5141;p68"/>
            <p:cNvSpPr/>
            <p:nvPr/>
          </p:nvSpPr>
          <p:spPr>
            <a:xfrm>
              <a:off x="5045121" y="2014492"/>
              <a:ext cx="1645988" cy="38993"/>
            </a:xfrm>
            <a:custGeom>
              <a:avLst/>
              <a:gdLst/>
              <a:ahLst/>
              <a:cxnLst/>
              <a:rect l="l" t="t" r="r" b="b"/>
              <a:pathLst>
                <a:path w="28198" h="668" extrusionOk="0">
                  <a:moveTo>
                    <a:pt x="334" y="0"/>
                  </a:moveTo>
                  <a:cubicBezTo>
                    <a:pt x="150" y="0"/>
                    <a:pt x="0" y="150"/>
                    <a:pt x="0" y="334"/>
                  </a:cubicBezTo>
                  <a:cubicBezTo>
                    <a:pt x="0" y="517"/>
                    <a:pt x="150" y="667"/>
                    <a:pt x="334" y="667"/>
                  </a:cubicBezTo>
                  <a:lnTo>
                    <a:pt x="27865" y="667"/>
                  </a:lnTo>
                  <a:cubicBezTo>
                    <a:pt x="28048" y="667"/>
                    <a:pt x="28198" y="517"/>
                    <a:pt x="28198" y="334"/>
                  </a:cubicBezTo>
                  <a:cubicBezTo>
                    <a:pt x="28198" y="150"/>
                    <a:pt x="28048" y="0"/>
                    <a:pt x="27865" y="0"/>
                  </a:cubicBezTo>
                  <a:close/>
                </a:path>
              </a:pathLst>
            </a:custGeom>
            <a:solidFill>
              <a:srgbClr val="8A8A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142" name="Google Shape;5142;p68"/>
            <p:cNvSpPr/>
            <p:nvPr/>
          </p:nvSpPr>
          <p:spPr>
            <a:xfrm>
              <a:off x="5016402" y="1629759"/>
              <a:ext cx="1656787" cy="401428"/>
            </a:xfrm>
            <a:custGeom>
              <a:avLst/>
              <a:gdLst/>
              <a:ahLst/>
              <a:cxnLst/>
              <a:rect l="l" t="t" r="r" b="b"/>
              <a:pathLst>
                <a:path w="28383" h="6877" extrusionOk="0">
                  <a:moveTo>
                    <a:pt x="13720" y="1"/>
                  </a:moveTo>
                  <a:cubicBezTo>
                    <a:pt x="11166" y="1"/>
                    <a:pt x="8907" y="60"/>
                    <a:pt x="7879" y="238"/>
                  </a:cubicBezTo>
                  <a:cubicBezTo>
                    <a:pt x="4795" y="772"/>
                    <a:pt x="672" y="5483"/>
                    <a:pt x="672" y="5483"/>
                  </a:cubicBezTo>
                  <a:cubicBezTo>
                    <a:pt x="0" y="6342"/>
                    <a:pt x="225" y="6717"/>
                    <a:pt x="495" y="6877"/>
                  </a:cubicBezTo>
                  <a:cubicBezTo>
                    <a:pt x="519" y="6717"/>
                    <a:pt x="658" y="6591"/>
                    <a:pt x="826" y="6591"/>
                  </a:cubicBezTo>
                  <a:lnTo>
                    <a:pt x="1405" y="6591"/>
                  </a:lnTo>
                  <a:cubicBezTo>
                    <a:pt x="1391" y="6519"/>
                    <a:pt x="1397" y="6433"/>
                    <a:pt x="1434" y="6332"/>
                  </a:cubicBezTo>
                  <a:cubicBezTo>
                    <a:pt x="1631" y="5792"/>
                    <a:pt x="6224" y="1606"/>
                    <a:pt x="7654" y="919"/>
                  </a:cubicBezTo>
                  <a:cubicBezTo>
                    <a:pt x="7779" y="858"/>
                    <a:pt x="7916" y="827"/>
                    <a:pt x="8053" y="827"/>
                  </a:cubicBezTo>
                  <a:lnTo>
                    <a:pt x="13931" y="827"/>
                  </a:lnTo>
                  <a:cubicBezTo>
                    <a:pt x="14279" y="827"/>
                    <a:pt x="14582" y="1021"/>
                    <a:pt x="14740" y="1309"/>
                  </a:cubicBezTo>
                  <a:cubicBezTo>
                    <a:pt x="14805" y="1426"/>
                    <a:pt x="14845" y="1561"/>
                    <a:pt x="14853" y="1703"/>
                  </a:cubicBezTo>
                  <a:cubicBezTo>
                    <a:pt x="14860" y="1821"/>
                    <a:pt x="14864" y="1955"/>
                    <a:pt x="14864" y="2106"/>
                  </a:cubicBezTo>
                  <a:lnTo>
                    <a:pt x="14864" y="6067"/>
                  </a:lnTo>
                  <a:cubicBezTo>
                    <a:pt x="14864" y="6262"/>
                    <a:pt x="14804" y="6441"/>
                    <a:pt x="14702" y="6591"/>
                  </a:cubicBezTo>
                  <a:lnTo>
                    <a:pt x="16415" y="6591"/>
                  </a:lnTo>
                  <a:cubicBezTo>
                    <a:pt x="16373" y="6505"/>
                    <a:pt x="16347" y="6409"/>
                    <a:pt x="16343" y="6307"/>
                  </a:cubicBezTo>
                  <a:cubicBezTo>
                    <a:pt x="16341" y="6297"/>
                    <a:pt x="16341" y="6286"/>
                    <a:pt x="16341" y="6274"/>
                  </a:cubicBezTo>
                  <a:lnTo>
                    <a:pt x="16341" y="1546"/>
                  </a:lnTo>
                  <a:cubicBezTo>
                    <a:pt x="16341" y="1149"/>
                    <a:pt x="16661" y="827"/>
                    <a:pt x="17057" y="827"/>
                  </a:cubicBezTo>
                  <a:lnTo>
                    <a:pt x="23747" y="827"/>
                  </a:lnTo>
                  <a:lnTo>
                    <a:pt x="23747" y="6591"/>
                  </a:lnTo>
                  <a:lnTo>
                    <a:pt x="24501" y="6591"/>
                  </a:lnTo>
                  <a:lnTo>
                    <a:pt x="24501" y="1186"/>
                  </a:lnTo>
                  <a:lnTo>
                    <a:pt x="25293" y="2423"/>
                  </a:lnTo>
                  <a:lnTo>
                    <a:pt x="26952" y="5012"/>
                  </a:lnTo>
                  <a:cubicBezTo>
                    <a:pt x="27027" y="5128"/>
                    <a:pt x="27067" y="5264"/>
                    <a:pt x="27067" y="5402"/>
                  </a:cubicBezTo>
                  <a:lnTo>
                    <a:pt x="27067" y="6274"/>
                  </a:lnTo>
                  <a:cubicBezTo>
                    <a:pt x="27067" y="6389"/>
                    <a:pt x="27040" y="6496"/>
                    <a:pt x="26993" y="6591"/>
                  </a:cubicBezTo>
                  <a:lnTo>
                    <a:pt x="28356" y="6591"/>
                  </a:lnTo>
                  <a:cubicBezTo>
                    <a:pt x="28366" y="6591"/>
                    <a:pt x="28374" y="6593"/>
                    <a:pt x="28383" y="6593"/>
                  </a:cubicBezTo>
                  <a:cubicBezTo>
                    <a:pt x="28237" y="4037"/>
                    <a:pt x="27219" y="2344"/>
                    <a:pt x="26359" y="1353"/>
                  </a:cubicBezTo>
                  <a:cubicBezTo>
                    <a:pt x="25748" y="649"/>
                    <a:pt x="24829" y="226"/>
                    <a:pt x="23847" y="194"/>
                  </a:cubicBezTo>
                  <a:cubicBezTo>
                    <a:pt x="21748" y="125"/>
                    <a:pt x="17423" y="1"/>
                    <a:pt x="13720" y="1"/>
                  </a:cubicBezTo>
                  <a:close/>
                </a:path>
              </a:pathLst>
            </a:custGeom>
            <a:gradFill>
              <a:gsLst>
                <a:gs pos="0">
                  <a:schemeClr val="accent1"/>
                </a:gs>
                <a:gs pos="100000">
                  <a:schemeClr val="lt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143" name="Google Shape;5143;p68"/>
            <p:cNvSpPr/>
            <p:nvPr/>
          </p:nvSpPr>
          <p:spPr>
            <a:xfrm>
              <a:off x="4957971" y="1598238"/>
              <a:ext cx="2063643" cy="1155776"/>
            </a:xfrm>
            <a:custGeom>
              <a:avLst/>
              <a:gdLst/>
              <a:ahLst/>
              <a:cxnLst/>
              <a:rect l="l" t="t" r="r" b="b"/>
              <a:pathLst>
                <a:path w="35353" h="19800" extrusionOk="0">
                  <a:moveTo>
                    <a:pt x="31111" y="1083"/>
                  </a:moveTo>
                  <a:cubicBezTo>
                    <a:pt x="31100" y="1091"/>
                    <a:pt x="30823" y="1303"/>
                    <a:pt x="30594" y="1777"/>
                  </a:cubicBezTo>
                  <a:cubicBezTo>
                    <a:pt x="30385" y="2211"/>
                    <a:pt x="30180" y="2957"/>
                    <a:pt x="30397" y="4043"/>
                  </a:cubicBezTo>
                  <a:cubicBezTo>
                    <a:pt x="30591" y="5015"/>
                    <a:pt x="31170" y="6002"/>
                    <a:pt x="31983" y="6751"/>
                  </a:cubicBezTo>
                  <a:cubicBezTo>
                    <a:pt x="32722" y="7429"/>
                    <a:pt x="33565" y="7827"/>
                    <a:pt x="34259" y="7827"/>
                  </a:cubicBezTo>
                  <a:cubicBezTo>
                    <a:pt x="34291" y="7827"/>
                    <a:pt x="34325" y="7825"/>
                    <a:pt x="34358" y="7824"/>
                  </a:cubicBezTo>
                  <a:lnTo>
                    <a:pt x="34355" y="7773"/>
                  </a:lnTo>
                  <a:cubicBezTo>
                    <a:pt x="34317" y="7776"/>
                    <a:pt x="34280" y="7777"/>
                    <a:pt x="34242" y="7777"/>
                  </a:cubicBezTo>
                  <a:cubicBezTo>
                    <a:pt x="32590" y="7776"/>
                    <a:pt x="30792" y="5757"/>
                    <a:pt x="30447" y="4033"/>
                  </a:cubicBezTo>
                  <a:cubicBezTo>
                    <a:pt x="30035" y="1986"/>
                    <a:pt x="31131" y="1131"/>
                    <a:pt x="31142" y="1122"/>
                  </a:cubicBezTo>
                  <a:lnTo>
                    <a:pt x="31111" y="1083"/>
                  </a:lnTo>
                  <a:close/>
                  <a:moveTo>
                    <a:pt x="3845" y="5365"/>
                  </a:moveTo>
                  <a:cubicBezTo>
                    <a:pt x="3811" y="5365"/>
                    <a:pt x="3776" y="5368"/>
                    <a:pt x="3741" y="5373"/>
                  </a:cubicBezTo>
                  <a:cubicBezTo>
                    <a:pt x="2016" y="5629"/>
                    <a:pt x="1845" y="6677"/>
                    <a:pt x="1835" y="7014"/>
                  </a:cubicBezTo>
                  <a:cubicBezTo>
                    <a:pt x="1832" y="7070"/>
                    <a:pt x="1838" y="7128"/>
                    <a:pt x="1851" y="7185"/>
                  </a:cubicBezTo>
                  <a:cubicBezTo>
                    <a:pt x="2121" y="8391"/>
                    <a:pt x="3040" y="8774"/>
                    <a:pt x="3734" y="8888"/>
                  </a:cubicBezTo>
                  <a:cubicBezTo>
                    <a:pt x="3772" y="8894"/>
                    <a:pt x="3811" y="8897"/>
                    <a:pt x="3848" y="8897"/>
                  </a:cubicBezTo>
                  <a:cubicBezTo>
                    <a:pt x="4240" y="8897"/>
                    <a:pt x="4569" y="8575"/>
                    <a:pt x="4569" y="8169"/>
                  </a:cubicBezTo>
                  <a:lnTo>
                    <a:pt x="4569" y="6094"/>
                  </a:lnTo>
                  <a:cubicBezTo>
                    <a:pt x="4569" y="5687"/>
                    <a:pt x="4238" y="5365"/>
                    <a:pt x="3845" y="5365"/>
                  </a:cubicBezTo>
                  <a:close/>
                  <a:moveTo>
                    <a:pt x="33457" y="7947"/>
                  </a:moveTo>
                  <a:cubicBezTo>
                    <a:pt x="33154" y="7947"/>
                    <a:pt x="32891" y="8163"/>
                    <a:pt x="32837" y="8463"/>
                  </a:cubicBezTo>
                  <a:cubicBezTo>
                    <a:pt x="32725" y="9086"/>
                    <a:pt x="32669" y="10084"/>
                    <a:pt x="33366" y="10376"/>
                  </a:cubicBezTo>
                  <a:cubicBezTo>
                    <a:pt x="34403" y="10812"/>
                    <a:pt x="35353" y="11210"/>
                    <a:pt x="35353" y="11210"/>
                  </a:cubicBezTo>
                  <a:cubicBezTo>
                    <a:pt x="35353" y="11210"/>
                    <a:pt x="35138" y="8929"/>
                    <a:pt x="34420" y="7947"/>
                  </a:cubicBezTo>
                  <a:close/>
                  <a:moveTo>
                    <a:pt x="16366" y="102"/>
                  </a:moveTo>
                  <a:lnTo>
                    <a:pt x="16366" y="19700"/>
                  </a:lnTo>
                  <a:lnTo>
                    <a:pt x="1741" y="19700"/>
                  </a:lnTo>
                  <a:cubicBezTo>
                    <a:pt x="1879" y="19164"/>
                    <a:pt x="2737" y="15417"/>
                    <a:pt x="336" y="13229"/>
                  </a:cubicBezTo>
                  <a:cubicBezTo>
                    <a:pt x="187" y="13093"/>
                    <a:pt x="101" y="12904"/>
                    <a:pt x="101" y="12707"/>
                  </a:cubicBezTo>
                  <a:lnTo>
                    <a:pt x="101" y="7753"/>
                  </a:lnTo>
                  <a:cubicBezTo>
                    <a:pt x="101" y="7359"/>
                    <a:pt x="248" y="6980"/>
                    <a:pt x="514" y="6689"/>
                  </a:cubicBezTo>
                  <a:cubicBezTo>
                    <a:pt x="1797" y="5281"/>
                    <a:pt x="6209" y="646"/>
                    <a:pt x="9086" y="102"/>
                  </a:cubicBezTo>
                  <a:close/>
                  <a:moveTo>
                    <a:pt x="24574" y="102"/>
                  </a:moveTo>
                  <a:cubicBezTo>
                    <a:pt x="24735" y="102"/>
                    <a:pt x="25698" y="131"/>
                    <a:pt x="26748" y="845"/>
                  </a:cubicBezTo>
                  <a:cubicBezTo>
                    <a:pt x="28666" y="2151"/>
                    <a:pt x="29395" y="4696"/>
                    <a:pt x="29669" y="6601"/>
                  </a:cubicBezTo>
                  <a:lnTo>
                    <a:pt x="29969" y="8735"/>
                  </a:lnTo>
                  <a:lnTo>
                    <a:pt x="29969" y="10419"/>
                  </a:lnTo>
                  <a:cubicBezTo>
                    <a:pt x="29969" y="11031"/>
                    <a:pt x="29534" y="11558"/>
                    <a:pt x="28933" y="11671"/>
                  </a:cubicBezTo>
                  <a:cubicBezTo>
                    <a:pt x="27678" y="11907"/>
                    <a:pt x="25959" y="12522"/>
                    <a:pt x="24890" y="14109"/>
                  </a:cubicBezTo>
                  <a:cubicBezTo>
                    <a:pt x="23953" y="15502"/>
                    <a:pt x="23710" y="17382"/>
                    <a:pt x="24169" y="19700"/>
                  </a:cubicBezTo>
                  <a:lnTo>
                    <a:pt x="16466" y="19700"/>
                  </a:lnTo>
                  <a:lnTo>
                    <a:pt x="16466" y="102"/>
                  </a:lnTo>
                  <a:lnTo>
                    <a:pt x="24551" y="102"/>
                  </a:lnTo>
                  <a:cubicBezTo>
                    <a:pt x="24552" y="102"/>
                    <a:pt x="24560" y="102"/>
                    <a:pt x="24574" y="102"/>
                  </a:cubicBezTo>
                  <a:close/>
                  <a:moveTo>
                    <a:pt x="24592" y="1"/>
                  </a:moveTo>
                  <a:cubicBezTo>
                    <a:pt x="24568" y="1"/>
                    <a:pt x="24553" y="1"/>
                    <a:pt x="24548" y="2"/>
                  </a:cubicBezTo>
                  <a:lnTo>
                    <a:pt x="16366" y="2"/>
                  </a:lnTo>
                  <a:lnTo>
                    <a:pt x="9078" y="3"/>
                  </a:lnTo>
                  <a:cubicBezTo>
                    <a:pt x="6159" y="553"/>
                    <a:pt x="1728" y="5207"/>
                    <a:pt x="439" y="6621"/>
                  </a:cubicBezTo>
                  <a:cubicBezTo>
                    <a:pt x="157" y="6932"/>
                    <a:pt x="1" y="7333"/>
                    <a:pt x="1" y="7753"/>
                  </a:cubicBezTo>
                  <a:lnTo>
                    <a:pt x="1" y="12707"/>
                  </a:lnTo>
                  <a:cubicBezTo>
                    <a:pt x="1" y="12932"/>
                    <a:pt x="98" y="13150"/>
                    <a:pt x="268" y="13304"/>
                  </a:cubicBezTo>
                  <a:cubicBezTo>
                    <a:pt x="2799" y="15610"/>
                    <a:pt x="1637" y="19695"/>
                    <a:pt x="1626" y="19736"/>
                  </a:cubicBezTo>
                  <a:lnTo>
                    <a:pt x="1608" y="19800"/>
                  </a:lnTo>
                  <a:lnTo>
                    <a:pt x="24291" y="19800"/>
                  </a:lnTo>
                  <a:lnTo>
                    <a:pt x="24280" y="19741"/>
                  </a:lnTo>
                  <a:cubicBezTo>
                    <a:pt x="23810" y="17423"/>
                    <a:pt x="24044" y="15547"/>
                    <a:pt x="24974" y="14164"/>
                  </a:cubicBezTo>
                  <a:cubicBezTo>
                    <a:pt x="26023" y="12607"/>
                    <a:pt x="27714" y="12003"/>
                    <a:pt x="28951" y="11770"/>
                  </a:cubicBezTo>
                  <a:cubicBezTo>
                    <a:pt x="29599" y="11649"/>
                    <a:pt x="30069" y="11080"/>
                    <a:pt x="30069" y="10419"/>
                  </a:cubicBezTo>
                  <a:lnTo>
                    <a:pt x="30069" y="8730"/>
                  </a:lnTo>
                  <a:lnTo>
                    <a:pt x="29770" y="6587"/>
                  </a:lnTo>
                  <a:cubicBezTo>
                    <a:pt x="29491" y="4660"/>
                    <a:pt x="28751" y="2084"/>
                    <a:pt x="26799" y="759"/>
                  </a:cubicBezTo>
                  <a:cubicBezTo>
                    <a:pt x="25749" y="47"/>
                    <a:pt x="24807" y="1"/>
                    <a:pt x="24592" y="1"/>
                  </a:cubicBezTo>
                  <a:close/>
                </a:path>
              </a:pathLst>
            </a:custGeom>
            <a:gradFill>
              <a:gsLst>
                <a:gs pos="0">
                  <a:schemeClr val="accent2"/>
                </a:gs>
                <a:gs pos="100000">
                  <a:schemeClr val="accent6"/>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5144" name="Google Shape;5144;p68"/>
            <p:cNvGrpSpPr/>
            <p:nvPr/>
          </p:nvGrpSpPr>
          <p:grpSpPr>
            <a:xfrm>
              <a:off x="3155185" y="379546"/>
              <a:ext cx="1447830" cy="2432453"/>
              <a:chOff x="6484504" y="1911584"/>
              <a:chExt cx="1935860" cy="3252377"/>
            </a:xfrm>
          </p:grpSpPr>
          <p:sp>
            <p:nvSpPr>
              <p:cNvPr id="5145" name="Google Shape;5145;p68"/>
              <p:cNvSpPr/>
              <p:nvPr/>
            </p:nvSpPr>
            <p:spPr>
              <a:xfrm>
                <a:off x="6836521" y="4915155"/>
                <a:ext cx="1052" cy="789"/>
              </a:xfrm>
              <a:custGeom>
                <a:avLst/>
                <a:gdLst/>
                <a:ahLst/>
                <a:cxnLst/>
                <a:rect l="l" t="t" r="r" b="b"/>
                <a:pathLst>
                  <a:path w="16" h="12" extrusionOk="0">
                    <a:moveTo>
                      <a:pt x="16" y="0"/>
                    </a:moveTo>
                    <a:cubicBezTo>
                      <a:pt x="13" y="2"/>
                      <a:pt x="9" y="4"/>
                      <a:pt x="6" y="7"/>
                    </a:cubicBezTo>
                    <a:lnTo>
                      <a:pt x="6" y="7"/>
                    </a:lnTo>
                    <a:cubicBezTo>
                      <a:pt x="10" y="4"/>
                      <a:pt x="13" y="2"/>
                      <a:pt x="16" y="0"/>
                    </a:cubicBezTo>
                    <a:close/>
                    <a:moveTo>
                      <a:pt x="6" y="7"/>
                    </a:moveTo>
                    <a:cubicBezTo>
                      <a:pt x="5" y="8"/>
                      <a:pt x="4" y="9"/>
                      <a:pt x="2" y="10"/>
                    </a:cubicBezTo>
                    <a:lnTo>
                      <a:pt x="2" y="10"/>
                    </a:lnTo>
                    <a:cubicBezTo>
                      <a:pt x="3" y="9"/>
                      <a:pt x="5" y="8"/>
                      <a:pt x="6" y="8"/>
                    </a:cubicBezTo>
                    <a:cubicBezTo>
                      <a:pt x="6" y="7"/>
                      <a:pt x="6" y="7"/>
                      <a:pt x="6" y="7"/>
                    </a:cubicBezTo>
                    <a:close/>
                    <a:moveTo>
                      <a:pt x="2" y="10"/>
                    </a:moveTo>
                    <a:cubicBezTo>
                      <a:pt x="1" y="11"/>
                      <a:pt x="1" y="11"/>
                      <a:pt x="0" y="12"/>
                    </a:cubicBezTo>
                    <a:cubicBezTo>
                      <a:pt x="1" y="11"/>
                      <a:pt x="1" y="11"/>
                      <a:pt x="2" y="10"/>
                    </a:cubicBezTo>
                    <a:close/>
                  </a:path>
                </a:pathLst>
              </a:custGeom>
              <a:solidFill>
                <a:srgbClr val="3838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146" name="Google Shape;5146;p68"/>
              <p:cNvSpPr/>
              <p:nvPr/>
            </p:nvSpPr>
            <p:spPr>
              <a:xfrm>
                <a:off x="6509150" y="2123411"/>
                <a:ext cx="1031685" cy="1838723"/>
              </a:xfrm>
              <a:custGeom>
                <a:avLst/>
                <a:gdLst/>
                <a:ahLst/>
                <a:cxnLst/>
                <a:rect l="l" t="t" r="r" b="b"/>
                <a:pathLst>
                  <a:path w="15697" h="27976" extrusionOk="0">
                    <a:moveTo>
                      <a:pt x="1131" y="0"/>
                    </a:moveTo>
                    <a:cubicBezTo>
                      <a:pt x="506" y="0"/>
                      <a:pt x="0" y="508"/>
                      <a:pt x="0" y="1132"/>
                    </a:cubicBezTo>
                    <a:lnTo>
                      <a:pt x="0" y="16614"/>
                    </a:lnTo>
                    <a:lnTo>
                      <a:pt x="0" y="27975"/>
                    </a:lnTo>
                    <a:lnTo>
                      <a:pt x="15697" y="27975"/>
                    </a:lnTo>
                    <a:lnTo>
                      <a:pt x="15697" y="1132"/>
                    </a:lnTo>
                    <a:cubicBezTo>
                      <a:pt x="15697" y="508"/>
                      <a:pt x="15189" y="0"/>
                      <a:pt x="14565" y="0"/>
                    </a:cubicBezTo>
                    <a:close/>
                  </a:path>
                </a:pathLst>
              </a:custGeom>
              <a:gradFill>
                <a:gsLst>
                  <a:gs pos="0">
                    <a:schemeClr val="accent2"/>
                  </a:gs>
                  <a:gs pos="100000">
                    <a:schemeClr val="accent6"/>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147" name="Google Shape;5147;p68"/>
              <p:cNvSpPr/>
              <p:nvPr/>
            </p:nvSpPr>
            <p:spPr>
              <a:xfrm>
                <a:off x="6509150" y="3962031"/>
                <a:ext cx="1031685" cy="657447"/>
              </a:xfrm>
              <a:custGeom>
                <a:avLst/>
                <a:gdLst/>
                <a:ahLst/>
                <a:cxnLst/>
                <a:rect l="l" t="t" r="r" b="b"/>
                <a:pathLst>
                  <a:path w="15697" h="10003" extrusionOk="0">
                    <a:moveTo>
                      <a:pt x="0" y="0"/>
                    </a:moveTo>
                    <a:lnTo>
                      <a:pt x="0" y="8870"/>
                    </a:lnTo>
                    <a:cubicBezTo>
                      <a:pt x="0" y="9495"/>
                      <a:pt x="506" y="10002"/>
                      <a:pt x="1131" y="10002"/>
                    </a:cubicBezTo>
                    <a:lnTo>
                      <a:pt x="14565" y="10002"/>
                    </a:lnTo>
                    <a:cubicBezTo>
                      <a:pt x="15189" y="10002"/>
                      <a:pt x="15697" y="9495"/>
                      <a:pt x="15697" y="8870"/>
                    </a:cubicBezTo>
                    <a:lnTo>
                      <a:pt x="1569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148" name="Google Shape;5148;p68"/>
              <p:cNvSpPr/>
              <p:nvPr/>
            </p:nvSpPr>
            <p:spPr>
              <a:xfrm>
                <a:off x="6620421" y="2278782"/>
                <a:ext cx="796390" cy="1368592"/>
              </a:xfrm>
              <a:custGeom>
                <a:avLst/>
                <a:gdLst/>
                <a:ahLst/>
                <a:cxnLst/>
                <a:rect l="l" t="t" r="r" b="b"/>
                <a:pathLst>
                  <a:path w="12117" h="20823" extrusionOk="0">
                    <a:moveTo>
                      <a:pt x="88" y="1"/>
                    </a:moveTo>
                    <a:cubicBezTo>
                      <a:pt x="40" y="1"/>
                      <a:pt x="0" y="40"/>
                      <a:pt x="0" y="88"/>
                    </a:cubicBezTo>
                    <a:lnTo>
                      <a:pt x="0" y="12755"/>
                    </a:lnTo>
                    <a:cubicBezTo>
                      <a:pt x="0" y="12803"/>
                      <a:pt x="40" y="12842"/>
                      <a:pt x="88" y="12842"/>
                    </a:cubicBezTo>
                    <a:lnTo>
                      <a:pt x="12028" y="12842"/>
                    </a:lnTo>
                    <a:cubicBezTo>
                      <a:pt x="12077" y="12842"/>
                      <a:pt x="12117" y="12803"/>
                      <a:pt x="12117" y="12755"/>
                    </a:cubicBezTo>
                    <a:lnTo>
                      <a:pt x="12117" y="88"/>
                    </a:lnTo>
                    <a:cubicBezTo>
                      <a:pt x="12117" y="40"/>
                      <a:pt x="12077" y="1"/>
                      <a:pt x="12028" y="1"/>
                    </a:cubicBezTo>
                    <a:close/>
                    <a:moveTo>
                      <a:pt x="29" y="13955"/>
                    </a:moveTo>
                    <a:cubicBezTo>
                      <a:pt x="13" y="13955"/>
                      <a:pt x="0" y="13967"/>
                      <a:pt x="0" y="13983"/>
                    </a:cubicBezTo>
                    <a:lnTo>
                      <a:pt x="0" y="15316"/>
                    </a:lnTo>
                    <a:cubicBezTo>
                      <a:pt x="0" y="15333"/>
                      <a:pt x="13" y="15345"/>
                      <a:pt x="29" y="15345"/>
                    </a:cubicBezTo>
                    <a:lnTo>
                      <a:pt x="12087" y="15345"/>
                    </a:lnTo>
                    <a:cubicBezTo>
                      <a:pt x="12104" y="15345"/>
                      <a:pt x="12117" y="15333"/>
                      <a:pt x="12117" y="15316"/>
                    </a:cubicBezTo>
                    <a:lnTo>
                      <a:pt x="12117" y="13983"/>
                    </a:lnTo>
                    <a:cubicBezTo>
                      <a:pt x="12117" y="13967"/>
                      <a:pt x="12104" y="13955"/>
                      <a:pt x="12087" y="13955"/>
                    </a:cubicBezTo>
                    <a:close/>
                    <a:moveTo>
                      <a:pt x="10" y="16625"/>
                    </a:moveTo>
                    <a:cubicBezTo>
                      <a:pt x="5" y="16625"/>
                      <a:pt x="0" y="16629"/>
                      <a:pt x="0" y="16636"/>
                    </a:cubicBezTo>
                    <a:lnTo>
                      <a:pt x="0" y="19883"/>
                    </a:lnTo>
                    <a:cubicBezTo>
                      <a:pt x="0" y="19888"/>
                      <a:pt x="5" y="19893"/>
                      <a:pt x="10" y="19893"/>
                    </a:cubicBezTo>
                    <a:lnTo>
                      <a:pt x="1041" y="19893"/>
                    </a:lnTo>
                    <a:cubicBezTo>
                      <a:pt x="1046" y="19893"/>
                      <a:pt x="1052" y="19888"/>
                      <a:pt x="1052" y="19883"/>
                    </a:cubicBezTo>
                    <a:lnTo>
                      <a:pt x="1052" y="16636"/>
                    </a:lnTo>
                    <a:cubicBezTo>
                      <a:pt x="1052" y="16629"/>
                      <a:pt x="1046" y="16625"/>
                      <a:pt x="1041" y="16625"/>
                    </a:cubicBezTo>
                    <a:close/>
                    <a:moveTo>
                      <a:pt x="1340" y="16625"/>
                    </a:moveTo>
                    <a:cubicBezTo>
                      <a:pt x="1335" y="16625"/>
                      <a:pt x="1331" y="16629"/>
                      <a:pt x="1331" y="16636"/>
                    </a:cubicBezTo>
                    <a:lnTo>
                      <a:pt x="1331" y="19883"/>
                    </a:lnTo>
                    <a:cubicBezTo>
                      <a:pt x="1331" y="19888"/>
                      <a:pt x="1335" y="19893"/>
                      <a:pt x="1340" y="19893"/>
                    </a:cubicBezTo>
                    <a:lnTo>
                      <a:pt x="2371" y="19893"/>
                    </a:lnTo>
                    <a:cubicBezTo>
                      <a:pt x="2376" y="19893"/>
                      <a:pt x="2382" y="19888"/>
                      <a:pt x="2382" y="19883"/>
                    </a:cubicBezTo>
                    <a:lnTo>
                      <a:pt x="2382" y="16636"/>
                    </a:lnTo>
                    <a:cubicBezTo>
                      <a:pt x="2382" y="16629"/>
                      <a:pt x="2376" y="16625"/>
                      <a:pt x="2371" y="16625"/>
                    </a:cubicBezTo>
                    <a:close/>
                    <a:moveTo>
                      <a:pt x="9745" y="16625"/>
                    </a:moveTo>
                    <a:cubicBezTo>
                      <a:pt x="9739" y="16625"/>
                      <a:pt x="9735" y="16629"/>
                      <a:pt x="9735" y="16636"/>
                    </a:cubicBezTo>
                    <a:lnTo>
                      <a:pt x="9735" y="19883"/>
                    </a:lnTo>
                    <a:cubicBezTo>
                      <a:pt x="9735" y="19888"/>
                      <a:pt x="9739" y="19893"/>
                      <a:pt x="9745" y="19893"/>
                    </a:cubicBezTo>
                    <a:lnTo>
                      <a:pt x="10775" y="19893"/>
                    </a:lnTo>
                    <a:cubicBezTo>
                      <a:pt x="10782" y="19893"/>
                      <a:pt x="10787" y="19888"/>
                      <a:pt x="10787" y="19883"/>
                    </a:cubicBezTo>
                    <a:lnTo>
                      <a:pt x="10787" y="16636"/>
                    </a:lnTo>
                    <a:cubicBezTo>
                      <a:pt x="10787" y="16629"/>
                      <a:pt x="10782" y="16625"/>
                      <a:pt x="10775" y="16625"/>
                    </a:cubicBezTo>
                    <a:close/>
                    <a:moveTo>
                      <a:pt x="11076" y="16625"/>
                    </a:moveTo>
                    <a:cubicBezTo>
                      <a:pt x="11069" y="16625"/>
                      <a:pt x="11065" y="16629"/>
                      <a:pt x="11065" y="16636"/>
                    </a:cubicBezTo>
                    <a:lnTo>
                      <a:pt x="11065" y="19883"/>
                    </a:lnTo>
                    <a:cubicBezTo>
                      <a:pt x="11065" y="19888"/>
                      <a:pt x="11069" y="19893"/>
                      <a:pt x="11076" y="19893"/>
                    </a:cubicBezTo>
                    <a:lnTo>
                      <a:pt x="12107" y="19893"/>
                    </a:lnTo>
                    <a:cubicBezTo>
                      <a:pt x="12112" y="19893"/>
                      <a:pt x="12117" y="19888"/>
                      <a:pt x="12117" y="19883"/>
                    </a:cubicBezTo>
                    <a:lnTo>
                      <a:pt x="12117" y="16636"/>
                    </a:lnTo>
                    <a:cubicBezTo>
                      <a:pt x="12117" y="16629"/>
                      <a:pt x="12112" y="16625"/>
                      <a:pt x="12107" y="16625"/>
                    </a:cubicBezTo>
                    <a:close/>
                    <a:moveTo>
                      <a:pt x="6162" y="16965"/>
                    </a:moveTo>
                    <a:cubicBezTo>
                      <a:pt x="6986" y="16965"/>
                      <a:pt x="7654" y="17634"/>
                      <a:pt x="7654" y="18459"/>
                    </a:cubicBezTo>
                    <a:cubicBezTo>
                      <a:pt x="7654" y="19283"/>
                      <a:pt x="6986" y="19952"/>
                      <a:pt x="6162" y="19952"/>
                    </a:cubicBezTo>
                    <a:cubicBezTo>
                      <a:pt x="5336" y="19952"/>
                      <a:pt x="4668" y="19283"/>
                      <a:pt x="4668" y="18459"/>
                    </a:cubicBezTo>
                    <a:cubicBezTo>
                      <a:pt x="4668" y="17634"/>
                      <a:pt x="5336" y="16965"/>
                      <a:pt x="6162" y="16965"/>
                    </a:cubicBezTo>
                    <a:close/>
                    <a:moveTo>
                      <a:pt x="6162" y="16095"/>
                    </a:moveTo>
                    <a:cubicBezTo>
                      <a:pt x="4856" y="16095"/>
                      <a:pt x="3797" y="17153"/>
                      <a:pt x="3797" y="18459"/>
                    </a:cubicBezTo>
                    <a:cubicBezTo>
                      <a:pt x="3797" y="19765"/>
                      <a:pt x="4856" y="20823"/>
                      <a:pt x="6162" y="20823"/>
                    </a:cubicBezTo>
                    <a:cubicBezTo>
                      <a:pt x="7466" y="20823"/>
                      <a:pt x="8525" y="19765"/>
                      <a:pt x="8525" y="18459"/>
                    </a:cubicBezTo>
                    <a:cubicBezTo>
                      <a:pt x="8525" y="17153"/>
                      <a:pt x="7466" y="16095"/>
                      <a:pt x="6162" y="16095"/>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149" name="Google Shape;5149;p68"/>
              <p:cNvSpPr/>
              <p:nvPr/>
            </p:nvSpPr>
            <p:spPr>
              <a:xfrm>
                <a:off x="6620421" y="3707549"/>
                <a:ext cx="796390" cy="753866"/>
              </a:xfrm>
              <a:custGeom>
                <a:avLst/>
                <a:gdLst/>
                <a:ahLst/>
                <a:cxnLst/>
                <a:rect l="l" t="t" r="r" b="b"/>
                <a:pathLst>
                  <a:path w="12117" h="11470" extrusionOk="0">
                    <a:moveTo>
                      <a:pt x="68" y="1"/>
                    </a:moveTo>
                    <a:cubicBezTo>
                      <a:pt x="30" y="1"/>
                      <a:pt x="0" y="32"/>
                      <a:pt x="0" y="69"/>
                    </a:cubicBezTo>
                    <a:lnTo>
                      <a:pt x="0" y="11402"/>
                    </a:lnTo>
                    <a:cubicBezTo>
                      <a:pt x="0" y="11439"/>
                      <a:pt x="30" y="11470"/>
                      <a:pt x="68" y="11470"/>
                    </a:cubicBezTo>
                    <a:lnTo>
                      <a:pt x="6088" y="11470"/>
                    </a:lnTo>
                    <a:lnTo>
                      <a:pt x="6088" y="1"/>
                    </a:lnTo>
                    <a:close/>
                    <a:moveTo>
                      <a:pt x="6234" y="1"/>
                    </a:moveTo>
                    <a:lnTo>
                      <a:pt x="6234" y="11470"/>
                    </a:lnTo>
                    <a:lnTo>
                      <a:pt x="12049" y="11470"/>
                    </a:lnTo>
                    <a:cubicBezTo>
                      <a:pt x="12087" y="11470"/>
                      <a:pt x="12117" y="11439"/>
                      <a:pt x="12117" y="11402"/>
                    </a:cubicBezTo>
                    <a:lnTo>
                      <a:pt x="12117" y="69"/>
                    </a:lnTo>
                    <a:cubicBezTo>
                      <a:pt x="12117" y="32"/>
                      <a:pt x="12086" y="1"/>
                      <a:pt x="12049" y="1"/>
                    </a:cubicBezTo>
                    <a:close/>
                  </a:path>
                </a:pathLst>
              </a:custGeom>
              <a:gradFill>
                <a:gsLst>
                  <a:gs pos="0">
                    <a:schemeClr val="accent1"/>
                  </a:gs>
                  <a:gs pos="100000">
                    <a:schemeClr val="lt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150" name="Google Shape;5150;p68"/>
              <p:cNvSpPr/>
              <p:nvPr/>
            </p:nvSpPr>
            <p:spPr>
              <a:xfrm>
                <a:off x="6863139" y="2393469"/>
                <a:ext cx="310814" cy="614726"/>
              </a:xfrm>
              <a:custGeom>
                <a:avLst/>
                <a:gdLst/>
                <a:ahLst/>
                <a:cxnLst/>
                <a:rect l="l" t="t" r="r" b="b"/>
                <a:pathLst>
                  <a:path w="4729" h="9353" extrusionOk="0">
                    <a:moveTo>
                      <a:pt x="3884" y="1151"/>
                    </a:moveTo>
                    <a:cubicBezTo>
                      <a:pt x="4189" y="1151"/>
                      <a:pt x="4438" y="1490"/>
                      <a:pt x="4438" y="1905"/>
                    </a:cubicBezTo>
                    <a:lnTo>
                      <a:pt x="4438" y="8202"/>
                    </a:lnTo>
                    <a:cubicBezTo>
                      <a:pt x="4438" y="8618"/>
                      <a:pt x="4189" y="8956"/>
                      <a:pt x="3884" y="8956"/>
                    </a:cubicBezTo>
                    <a:lnTo>
                      <a:pt x="848" y="8956"/>
                    </a:lnTo>
                    <a:cubicBezTo>
                      <a:pt x="542" y="8956"/>
                      <a:pt x="293" y="8618"/>
                      <a:pt x="293" y="8202"/>
                    </a:cubicBezTo>
                    <a:lnTo>
                      <a:pt x="293" y="1905"/>
                    </a:lnTo>
                    <a:cubicBezTo>
                      <a:pt x="293" y="1490"/>
                      <a:pt x="542" y="1151"/>
                      <a:pt x="848" y="1151"/>
                    </a:cubicBezTo>
                    <a:close/>
                    <a:moveTo>
                      <a:pt x="1964" y="0"/>
                    </a:moveTo>
                    <a:cubicBezTo>
                      <a:pt x="1768" y="0"/>
                      <a:pt x="1607" y="219"/>
                      <a:pt x="1607" y="488"/>
                    </a:cubicBezTo>
                    <a:lnTo>
                      <a:pt x="1607" y="755"/>
                    </a:lnTo>
                    <a:lnTo>
                      <a:pt x="848" y="755"/>
                    </a:lnTo>
                    <a:cubicBezTo>
                      <a:pt x="381" y="755"/>
                      <a:pt x="1" y="1271"/>
                      <a:pt x="1" y="1905"/>
                    </a:cubicBezTo>
                    <a:lnTo>
                      <a:pt x="1" y="8202"/>
                    </a:lnTo>
                    <a:cubicBezTo>
                      <a:pt x="1" y="8837"/>
                      <a:pt x="381" y="9353"/>
                      <a:pt x="848" y="9353"/>
                    </a:cubicBezTo>
                    <a:lnTo>
                      <a:pt x="3884" y="9353"/>
                    </a:lnTo>
                    <a:cubicBezTo>
                      <a:pt x="4350" y="9353"/>
                      <a:pt x="4729" y="8837"/>
                      <a:pt x="4729" y="8202"/>
                    </a:cubicBezTo>
                    <a:lnTo>
                      <a:pt x="4729" y="1905"/>
                    </a:lnTo>
                    <a:cubicBezTo>
                      <a:pt x="4729" y="1271"/>
                      <a:pt x="4350" y="755"/>
                      <a:pt x="3884" y="755"/>
                    </a:cubicBezTo>
                    <a:lnTo>
                      <a:pt x="3065" y="755"/>
                    </a:lnTo>
                    <a:lnTo>
                      <a:pt x="3065" y="488"/>
                    </a:lnTo>
                    <a:cubicBezTo>
                      <a:pt x="3065" y="219"/>
                      <a:pt x="2906" y="0"/>
                      <a:pt x="270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151" name="Google Shape;5151;p68"/>
              <p:cNvSpPr/>
              <p:nvPr/>
            </p:nvSpPr>
            <p:spPr>
              <a:xfrm>
                <a:off x="6900865" y="2609043"/>
                <a:ext cx="234178" cy="346108"/>
              </a:xfrm>
              <a:custGeom>
                <a:avLst/>
                <a:gdLst/>
                <a:ahLst/>
                <a:cxnLst/>
                <a:rect l="l" t="t" r="r" b="b"/>
                <a:pathLst>
                  <a:path w="3563" h="5266" extrusionOk="0">
                    <a:moveTo>
                      <a:pt x="60" y="1"/>
                    </a:moveTo>
                    <a:cubicBezTo>
                      <a:pt x="28" y="1"/>
                      <a:pt x="1" y="28"/>
                      <a:pt x="1" y="59"/>
                    </a:cubicBezTo>
                    <a:lnTo>
                      <a:pt x="1" y="5208"/>
                    </a:lnTo>
                    <a:cubicBezTo>
                      <a:pt x="1" y="5239"/>
                      <a:pt x="28" y="5266"/>
                      <a:pt x="60" y="5266"/>
                    </a:cubicBezTo>
                    <a:lnTo>
                      <a:pt x="3503" y="5266"/>
                    </a:lnTo>
                    <a:cubicBezTo>
                      <a:pt x="3536" y="5266"/>
                      <a:pt x="3561" y="5239"/>
                      <a:pt x="3563" y="5208"/>
                    </a:cubicBezTo>
                    <a:lnTo>
                      <a:pt x="3563" y="59"/>
                    </a:lnTo>
                    <a:cubicBezTo>
                      <a:pt x="3563" y="28"/>
                      <a:pt x="3536" y="1"/>
                      <a:pt x="3503" y="1"/>
                    </a:cubicBezTo>
                    <a:close/>
                  </a:path>
                </a:pathLst>
              </a:custGeom>
              <a:gradFill>
                <a:gsLst>
                  <a:gs pos="0">
                    <a:schemeClr val="dk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152" name="Google Shape;5152;p68"/>
              <p:cNvSpPr/>
              <p:nvPr/>
            </p:nvSpPr>
            <p:spPr>
              <a:xfrm>
                <a:off x="6558443" y="2159625"/>
                <a:ext cx="858368" cy="47716"/>
              </a:xfrm>
              <a:custGeom>
                <a:avLst/>
                <a:gdLst/>
                <a:ahLst/>
                <a:cxnLst/>
                <a:rect l="l" t="t" r="r" b="b"/>
                <a:pathLst>
                  <a:path w="13060" h="726" extrusionOk="0">
                    <a:moveTo>
                      <a:pt x="44" y="0"/>
                    </a:moveTo>
                    <a:cubicBezTo>
                      <a:pt x="20" y="0"/>
                      <a:pt x="1" y="20"/>
                      <a:pt x="1" y="44"/>
                    </a:cubicBezTo>
                    <a:lnTo>
                      <a:pt x="1" y="682"/>
                    </a:lnTo>
                    <a:cubicBezTo>
                      <a:pt x="1" y="706"/>
                      <a:pt x="20" y="725"/>
                      <a:pt x="44" y="725"/>
                    </a:cubicBezTo>
                    <a:lnTo>
                      <a:pt x="13016" y="725"/>
                    </a:lnTo>
                    <a:cubicBezTo>
                      <a:pt x="13040" y="725"/>
                      <a:pt x="13060" y="706"/>
                      <a:pt x="13060" y="682"/>
                    </a:cubicBezTo>
                    <a:lnTo>
                      <a:pt x="13060" y="44"/>
                    </a:lnTo>
                    <a:cubicBezTo>
                      <a:pt x="13060" y="20"/>
                      <a:pt x="13040" y="0"/>
                      <a:pt x="1301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153" name="Google Shape;5153;p68"/>
              <p:cNvSpPr/>
              <p:nvPr/>
            </p:nvSpPr>
            <p:spPr>
              <a:xfrm>
                <a:off x="7450120" y="2159625"/>
                <a:ext cx="63688" cy="63622"/>
              </a:xfrm>
              <a:custGeom>
                <a:avLst/>
                <a:gdLst/>
                <a:ahLst/>
                <a:cxnLst/>
                <a:rect l="l" t="t" r="r" b="b"/>
                <a:pathLst>
                  <a:path w="969" h="968" extrusionOk="0">
                    <a:moveTo>
                      <a:pt x="484" y="0"/>
                    </a:moveTo>
                    <a:cubicBezTo>
                      <a:pt x="216" y="0"/>
                      <a:pt x="0" y="217"/>
                      <a:pt x="0" y="484"/>
                    </a:cubicBezTo>
                    <a:cubicBezTo>
                      <a:pt x="0" y="751"/>
                      <a:pt x="216" y="967"/>
                      <a:pt x="484" y="967"/>
                    </a:cubicBezTo>
                    <a:cubicBezTo>
                      <a:pt x="751" y="967"/>
                      <a:pt x="968" y="751"/>
                      <a:pt x="968" y="484"/>
                    </a:cubicBezTo>
                    <a:cubicBezTo>
                      <a:pt x="968" y="217"/>
                      <a:pt x="751" y="0"/>
                      <a:pt x="48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154" name="Google Shape;5154;p68"/>
              <p:cNvSpPr/>
              <p:nvPr/>
            </p:nvSpPr>
            <p:spPr>
              <a:xfrm>
                <a:off x="6961068" y="2649069"/>
                <a:ext cx="129938" cy="226291"/>
              </a:xfrm>
              <a:custGeom>
                <a:avLst/>
                <a:gdLst/>
                <a:ahLst/>
                <a:cxnLst/>
                <a:rect l="l" t="t" r="r" b="b"/>
                <a:pathLst>
                  <a:path w="1977" h="3443" extrusionOk="0">
                    <a:moveTo>
                      <a:pt x="323" y="1"/>
                    </a:moveTo>
                    <a:cubicBezTo>
                      <a:pt x="259" y="1"/>
                      <a:pt x="207" y="49"/>
                      <a:pt x="200" y="111"/>
                    </a:cubicBezTo>
                    <a:lnTo>
                      <a:pt x="9" y="1922"/>
                    </a:lnTo>
                    <a:cubicBezTo>
                      <a:pt x="1" y="1994"/>
                      <a:pt x="57" y="2058"/>
                      <a:pt x="131" y="2058"/>
                    </a:cubicBezTo>
                    <a:lnTo>
                      <a:pt x="761" y="2058"/>
                    </a:lnTo>
                    <a:cubicBezTo>
                      <a:pt x="837" y="2058"/>
                      <a:pt x="895" y="2125"/>
                      <a:pt x="883" y="2202"/>
                    </a:cubicBezTo>
                    <a:lnTo>
                      <a:pt x="692" y="3299"/>
                    </a:lnTo>
                    <a:cubicBezTo>
                      <a:pt x="677" y="3385"/>
                      <a:pt x="746" y="3443"/>
                      <a:pt x="815" y="3443"/>
                    </a:cubicBezTo>
                    <a:cubicBezTo>
                      <a:pt x="857" y="3443"/>
                      <a:pt x="898" y="3422"/>
                      <a:pt x="922" y="3375"/>
                    </a:cubicBezTo>
                    <a:lnTo>
                      <a:pt x="1936" y="1365"/>
                    </a:lnTo>
                    <a:cubicBezTo>
                      <a:pt x="1977" y="1283"/>
                      <a:pt x="1917" y="1187"/>
                      <a:pt x="1825" y="1187"/>
                    </a:cubicBezTo>
                    <a:lnTo>
                      <a:pt x="1107" y="1187"/>
                    </a:lnTo>
                    <a:cubicBezTo>
                      <a:pt x="1014" y="1187"/>
                      <a:pt x="955" y="1086"/>
                      <a:pt x="999" y="1006"/>
                    </a:cubicBezTo>
                    <a:lnTo>
                      <a:pt x="1444" y="183"/>
                    </a:lnTo>
                    <a:cubicBezTo>
                      <a:pt x="1488" y="101"/>
                      <a:pt x="1428" y="1"/>
                      <a:pt x="13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155" name="Google Shape;5155;p68"/>
              <p:cNvSpPr/>
              <p:nvPr/>
            </p:nvSpPr>
            <p:spPr>
              <a:xfrm>
                <a:off x="6484504" y="1911584"/>
                <a:ext cx="1068228" cy="211897"/>
              </a:xfrm>
              <a:custGeom>
                <a:avLst/>
                <a:gdLst/>
                <a:ahLst/>
                <a:cxnLst/>
                <a:rect l="l" t="t" r="r" b="b"/>
                <a:pathLst>
                  <a:path w="16253" h="3224" extrusionOk="0">
                    <a:moveTo>
                      <a:pt x="67" y="0"/>
                    </a:moveTo>
                    <a:cubicBezTo>
                      <a:pt x="30" y="0"/>
                      <a:pt x="1" y="32"/>
                      <a:pt x="1" y="67"/>
                    </a:cubicBezTo>
                    <a:lnTo>
                      <a:pt x="1" y="3157"/>
                    </a:lnTo>
                    <a:cubicBezTo>
                      <a:pt x="1" y="3193"/>
                      <a:pt x="30" y="3223"/>
                      <a:pt x="67" y="3223"/>
                    </a:cubicBezTo>
                    <a:lnTo>
                      <a:pt x="16186" y="3223"/>
                    </a:lnTo>
                    <a:cubicBezTo>
                      <a:pt x="16223" y="3223"/>
                      <a:pt x="16253" y="3193"/>
                      <a:pt x="16253" y="3157"/>
                    </a:cubicBezTo>
                    <a:lnTo>
                      <a:pt x="16253" y="67"/>
                    </a:lnTo>
                    <a:cubicBezTo>
                      <a:pt x="16253" y="32"/>
                      <a:pt x="16223" y="0"/>
                      <a:pt x="16186" y="0"/>
                    </a:cubicBezTo>
                    <a:close/>
                  </a:path>
                </a:pathLst>
              </a:custGeom>
              <a:gradFill>
                <a:gsLst>
                  <a:gs pos="0">
                    <a:schemeClr val="lt2"/>
                  </a:gs>
                  <a:gs pos="100000">
                    <a:schemeClr val="dk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156" name="Google Shape;5156;p68"/>
              <p:cNvSpPr/>
              <p:nvPr/>
            </p:nvSpPr>
            <p:spPr>
              <a:xfrm>
                <a:off x="6620421" y="1911584"/>
                <a:ext cx="746965" cy="211897"/>
              </a:xfrm>
              <a:custGeom>
                <a:avLst/>
                <a:gdLst/>
                <a:ahLst/>
                <a:cxnLst/>
                <a:rect l="l" t="t" r="r" b="b"/>
                <a:pathLst>
                  <a:path w="11365" h="3224" extrusionOk="0">
                    <a:moveTo>
                      <a:pt x="181" y="0"/>
                    </a:moveTo>
                    <a:cubicBezTo>
                      <a:pt x="81" y="0"/>
                      <a:pt x="0" y="82"/>
                      <a:pt x="0" y="183"/>
                    </a:cubicBezTo>
                    <a:lnTo>
                      <a:pt x="0" y="3042"/>
                    </a:lnTo>
                    <a:cubicBezTo>
                      <a:pt x="0" y="3141"/>
                      <a:pt x="82" y="3223"/>
                      <a:pt x="181" y="3223"/>
                    </a:cubicBezTo>
                    <a:cubicBezTo>
                      <a:pt x="282" y="3223"/>
                      <a:pt x="364" y="3141"/>
                      <a:pt x="364" y="3042"/>
                    </a:cubicBezTo>
                    <a:lnTo>
                      <a:pt x="364" y="183"/>
                    </a:lnTo>
                    <a:cubicBezTo>
                      <a:pt x="364" y="82"/>
                      <a:pt x="282" y="0"/>
                      <a:pt x="181" y="0"/>
                    </a:cubicBezTo>
                    <a:close/>
                    <a:moveTo>
                      <a:pt x="2382" y="0"/>
                    </a:moveTo>
                    <a:cubicBezTo>
                      <a:pt x="2282" y="0"/>
                      <a:pt x="2200" y="82"/>
                      <a:pt x="2200" y="183"/>
                    </a:cubicBezTo>
                    <a:lnTo>
                      <a:pt x="2200" y="3042"/>
                    </a:lnTo>
                    <a:cubicBezTo>
                      <a:pt x="2200" y="3141"/>
                      <a:pt x="2282" y="3223"/>
                      <a:pt x="2382" y="3223"/>
                    </a:cubicBezTo>
                    <a:cubicBezTo>
                      <a:pt x="2481" y="3223"/>
                      <a:pt x="2563" y="3141"/>
                      <a:pt x="2563" y="3042"/>
                    </a:cubicBezTo>
                    <a:lnTo>
                      <a:pt x="2563" y="183"/>
                    </a:lnTo>
                    <a:cubicBezTo>
                      <a:pt x="2563" y="82"/>
                      <a:pt x="2481" y="0"/>
                      <a:pt x="2382" y="0"/>
                    </a:cubicBezTo>
                    <a:close/>
                    <a:moveTo>
                      <a:pt x="4583" y="0"/>
                    </a:moveTo>
                    <a:cubicBezTo>
                      <a:pt x="4483" y="0"/>
                      <a:pt x="4401" y="82"/>
                      <a:pt x="4401" y="183"/>
                    </a:cubicBezTo>
                    <a:lnTo>
                      <a:pt x="4401" y="3042"/>
                    </a:lnTo>
                    <a:cubicBezTo>
                      <a:pt x="4401" y="3141"/>
                      <a:pt x="4483" y="3223"/>
                      <a:pt x="4583" y="3223"/>
                    </a:cubicBezTo>
                    <a:cubicBezTo>
                      <a:pt x="4682" y="3223"/>
                      <a:pt x="4764" y="3141"/>
                      <a:pt x="4764" y="3042"/>
                    </a:cubicBezTo>
                    <a:lnTo>
                      <a:pt x="4764" y="183"/>
                    </a:lnTo>
                    <a:cubicBezTo>
                      <a:pt x="4764" y="82"/>
                      <a:pt x="4682" y="0"/>
                      <a:pt x="4583" y="0"/>
                    </a:cubicBezTo>
                    <a:close/>
                    <a:moveTo>
                      <a:pt x="6782" y="0"/>
                    </a:moveTo>
                    <a:cubicBezTo>
                      <a:pt x="6683" y="0"/>
                      <a:pt x="6601" y="82"/>
                      <a:pt x="6601" y="183"/>
                    </a:cubicBezTo>
                    <a:lnTo>
                      <a:pt x="6601" y="3042"/>
                    </a:lnTo>
                    <a:cubicBezTo>
                      <a:pt x="6601" y="3141"/>
                      <a:pt x="6682" y="3223"/>
                      <a:pt x="6782" y="3223"/>
                    </a:cubicBezTo>
                    <a:cubicBezTo>
                      <a:pt x="6883" y="3223"/>
                      <a:pt x="6965" y="3141"/>
                      <a:pt x="6965" y="3042"/>
                    </a:cubicBezTo>
                    <a:lnTo>
                      <a:pt x="6965" y="183"/>
                    </a:lnTo>
                    <a:cubicBezTo>
                      <a:pt x="6965" y="82"/>
                      <a:pt x="6883" y="0"/>
                      <a:pt x="6782" y="0"/>
                    </a:cubicBezTo>
                    <a:close/>
                    <a:moveTo>
                      <a:pt x="8983" y="0"/>
                    </a:moveTo>
                    <a:cubicBezTo>
                      <a:pt x="8883" y="0"/>
                      <a:pt x="8801" y="82"/>
                      <a:pt x="8801" y="183"/>
                    </a:cubicBezTo>
                    <a:lnTo>
                      <a:pt x="8801" y="3042"/>
                    </a:lnTo>
                    <a:cubicBezTo>
                      <a:pt x="8801" y="3141"/>
                      <a:pt x="8883" y="3223"/>
                      <a:pt x="8983" y="3223"/>
                    </a:cubicBezTo>
                    <a:cubicBezTo>
                      <a:pt x="9083" y="3223"/>
                      <a:pt x="9164" y="3141"/>
                      <a:pt x="9164" y="3042"/>
                    </a:cubicBezTo>
                    <a:lnTo>
                      <a:pt x="9164" y="183"/>
                    </a:lnTo>
                    <a:cubicBezTo>
                      <a:pt x="9164" y="82"/>
                      <a:pt x="9083" y="0"/>
                      <a:pt x="8983" y="0"/>
                    </a:cubicBezTo>
                    <a:close/>
                    <a:moveTo>
                      <a:pt x="11184" y="0"/>
                    </a:moveTo>
                    <a:cubicBezTo>
                      <a:pt x="11083" y="0"/>
                      <a:pt x="11001" y="82"/>
                      <a:pt x="11001" y="183"/>
                    </a:cubicBezTo>
                    <a:lnTo>
                      <a:pt x="11001" y="3042"/>
                    </a:lnTo>
                    <a:cubicBezTo>
                      <a:pt x="11001" y="3141"/>
                      <a:pt x="11083" y="3223"/>
                      <a:pt x="11184" y="3223"/>
                    </a:cubicBezTo>
                    <a:cubicBezTo>
                      <a:pt x="11283" y="3223"/>
                      <a:pt x="11365" y="3141"/>
                      <a:pt x="11365" y="3042"/>
                    </a:cubicBezTo>
                    <a:lnTo>
                      <a:pt x="11365" y="183"/>
                    </a:lnTo>
                    <a:cubicBezTo>
                      <a:pt x="11365" y="82"/>
                      <a:pt x="11283" y="0"/>
                      <a:pt x="1118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157" name="Google Shape;5157;p68"/>
              <p:cNvSpPr/>
              <p:nvPr/>
            </p:nvSpPr>
            <p:spPr>
              <a:xfrm>
                <a:off x="8157507" y="4149277"/>
                <a:ext cx="3549" cy="394"/>
              </a:xfrm>
              <a:custGeom>
                <a:avLst/>
                <a:gdLst/>
                <a:ahLst/>
                <a:cxnLst/>
                <a:rect l="l" t="t" r="r" b="b"/>
                <a:pathLst>
                  <a:path w="54" h="6" extrusionOk="0">
                    <a:moveTo>
                      <a:pt x="3" y="0"/>
                    </a:moveTo>
                    <a:cubicBezTo>
                      <a:pt x="1" y="0"/>
                      <a:pt x="12" y="1"/>
                      <a:pt x="53" y="5"/>
                    </a:cubicBezTo>
                    <a:cubicBezTo>
                      <a:pt x="52" y="4"/>
                      <a:pt x="52" y="4"/>
                      <a:pt x="50" y="4"/>
                    </a:cubicBezTo>
                    <a:lnTo>
                      <a:pt x="49" y="4"/>
                    </a:lnTo>
                    <a:lnTo>
                      <a:pt x="15" y="1"/>
                    </a:lnTo>
                    <a:cubicBezTo>
                      <a:pt x="9" y="0"/>
                      <a:pt x="4" y="0"/>
                      <a:pt x="3" y="0"/>
                    </a:cubicBezTo>
                    <a:close/>
                  </a:path>
                </a:pathLst>
              </a:custGeom>
              <a:solidFill>
                <a:srgbClr val="3838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158" name="Google Shape;5158;p68"/>
              <p:cNvSpPr/>
              <p:nvPr/>
            </p:nvSpPr>
            <p:spPr>
              <a:xfrm>
                <a:off x="6754038" y="3146663"/>
                <a:ext cx="1666326" cy="2017297"/>
              </a:xfrm>
              <a:custGeom>
                <a:avLst/>
                <a:gdLst/>
                <a:ahLst/>
                <a:cxnLst/>
                <a:rect l="l" t="t" r="r" b="b"/>
                <a:pathLst>
                  <a:path w="25353" h="30693" extrusionOk="0">
                    <a:moveTo>
                      <a:pt x="12053" y="0"/>
                    </a:moveTo>
                    <a:cubicBezTo>
                      <a:pt x="12007" y="0"/>
                      <a:pt x="11971" y="36"/>
                      <a:pt x="11971" y="81"/>
                    </a:cubicBezTo>
                    <a:lnTo>
                      <a:pt x="11971" y="8453"/>
                    </a:lnTo>
                    <a:cubicBezTo>
                      <a:pt x="11971" y="8498"/>
                      <a:pt x="12007" y="8535"/>
                      <a:pt x="12053" y="8535"/>
                    </a:cubicBezTo>
                    <a:lnTo>
                      <a:pt x="12936" y="8535"/>
                    </a:lnTo>
                    <a:cubicBezTo>
                      <a:pt x="12959" y="8794"/>
                      <a:pt x="12981" y="9051"/>
                      <a:pt x="13003" y="9309"/>
                    </a:cubicBezTo>
                    <a:cubicBezTo>
                      <a:pt x="13195" y="11609"/>
                      <a:pt x="13319" y="13920"/>
                      <a:pt x="13292" y="16228"/>
                    </a:cubicBezTo>
                    <a:cubicBezTo>
                      <a:pt x="13280" y="17378"/>
                      <a:pt x="13230" y="18529"/>
                      <a:pt x="13092" y="19670"/>
                    </a:cubicBezTo>
                    <a:cubicBezTo>
                      <a:pt x="13083" y="19735"/>
                      <a:pt x="13076" y="19799"/>
                      <a:pt x="13068" y="19862"/>
                    </a:cubicBezTo>
                    <a:cubicBezTo>
                      <a:pt x="13066" y="19868"/>
                      <a:pt x="13066" y="19874"/>
                      <a:pt x="13065" y="19878"/>
                    </a:cubicBezTo>
                    <a:cubicBezTo>
                      <a:pt x="13065" y="19882"/>
                      <a:pt x="13063" y="19886"/>
                      <a:pt x="13063" y="19892"/>
                    </a:cubicBezTo>
                    <a:cubicBezTo>
                      <a:pt x="13059" y="19923"/>
                      <a:pt x="13055" y="19956"/>
                      <a:pt x="13049" y="19987"/>
                    </a:cubicBezTo>
                    <a:cubicBezTo>
                      <a:pt x="13031" y="20120"/>
                      <a:pt x="13010" y="20253"/>
                      <a:pt x="12988" y="20384"/>
                    </a:cubicBezTo>
                    <a:cubicBezTo>
                      <a:pt x="12949" y="20616"/>
                      <a:pt x="12905" y="20848"/>
                      <a:pt x="12853" y="21077"/>
                    </a:cubicBezTo>
                    <a:cubicBezTo>
                      <a:pt x="12761" y="21491"/>
                      <a:pt x="12641" y="21895"/>
                      <a:pt x="12487" y="22291"/>
                    </a:cubicBezTo>
                    <a:cubicBezTo>
                      <a:pt x="12485" y="22296"/>
                      <a:pt x="12481" y="22305"/>
                      <a:pt x="12478" y="22313"/>
                    </a:cubicBezTo>
                    <a:cubicBezTo>
                      <a:pt x="12472" y="22326"/>
                      <a:pt x="12467" y="22339"/>
                      <a:pt x="12461" y="22353"/>
                    </a:cubicBezTo>
                    <a:cubicBezTo>
                      <a:pt x="12443" y="22394"/>
                      <a:pt x="12424" y="22433"/>
                      <a:pt x="12405" y="22474"/>
                    </a:cubicBezTo>
                    <a:cubicBezTo>
                      <a:pt x="12365" y="22558"/>
                      <a:pt x="12321" y="22640"/>
                      <a:pt x="12276" y="22720"/>
                    </a:cubicBezTo>
                    <a:cubicBezTo>
                      <a:pt x="12235" y="22790"/>
                      <a:pt x="12193" y="22859"/>
                      <a:pt x="12147" y="22925"/>
                    </a:cubicBezTo>
                    <a:cubicBezTo>
                      <a:pt x="12129" y="22952"/>
                      <a:pt x="12108" y="22980"/>
                      <a:pt x="12088" y="23007"/>
                    </a:cubicBezTo>
                    <a:cubicBezTo>
                      <a:pt x="12077" y="23020"/>
                      <a:pt x="12067" y="23034"/>
                      <a:pt x="12055" y="23047"/>
                    </a:cubicBezTo>
                    <a:cubicBezTo>
                      <a:pt x="12010" y="23102"/>
                      <a:pt x="11961" y="23154"/>
                      <a:pt x="11908" y="23202"/>
                    </a:cubicBezTo>
                    <a:cubicBezTo>
                      <a:pt x="11884" y="23226"/>
                      <a:pt x="11858" y="23249"/>
                      <a:pt x="11832" y="23272"/>
                    </a:cubicBezTo>
                    <a:cubicBezTo>
                      <a:pt x="11827" y="23277"/>
                      <a:pt x="11821" y="23282"/>
                      <a:pt x="11817" y="23284"/>
                    </a:cubicBezTo>
                    <a:cubicBezTo>
                      <a:pt x="11812" y="23287"/>
                      <a:pt x="11807" y="23291"/>
                      <a:pt x="11800" y="23296"/>
                    </a:cubicBezTo>
                    <a:cubicBezTo>
                      <a:pt x="11745" y="23331"/>
                      <a:pt x="11691" y="23366"/>
                      <a:pt x="11631" y="23397"/>
                    </a:cubicBezTo>
                    <a:cubicBezTo>
                      <a:pt x="11589" y="23420"/>
                      <a:pt x="11544" y="23440"/>
                      <a:pt x="11500" y="23460"/>
                    </a:cubicBezTo>
                    <a:cubicBezTo>
                      <a:pt x="11479" y="23469"/>
                      <a:pt x="11385" y="23511"/>
                      <a:pt x="11386" y="23511"/>
                    </a:cubicBezTo>
                    <a:cubicBezTo>
                      <a:pt x="11387" y="23511"/>
                      <a:pt x="11387" y="23511"/>
                      <a:pt x="11387" y="23511"/>
                    </a:cubicBezTo>
                    <a:lnTo>
                      <a:pt x="11387" y="23511"/>
                    </a:lnTo>
                    <a:cubicBezTo>
                      <a:pt x="10364" y="23933"/>
                      <a:pt x="9251" y="24149"/>
                      <a:pt x="8170" y="24361"/>
                    </a:cubicBezTo>
                    <a:cubicBezTo>
                      <a:pt x="6902" y="24609"/>
                      <a:pt x="5627" y="24815"/>
                      <a:pt x="4365" y="25084"/>
                    </a:cubicBezTo>
                    <a:cubicBezTo>
                      <a:pt x="3323" y="25304"/>
                      <a:pt x="2235" y="25543"/>
                      <a:pt x="1288" y="26045"/>
                    </a:cubicBezTo>
                    <a:cubicBezTo>
                      <a:pt x="605" y="26407"/>
                      <a:pt x="0" y="27024"/>
                      <a:pt x="202" y="27857"/>
                    </a:cubicBezTo>
                    <a:cubicBezTo>
                      <a:pt x="396" y="28653"/>
                      <a:pt x="1141" y="29272"/>
                      <a:pt x="1815" y="29665"/>
                    </a:cubicBezTo>
                    <a:cubicBezTo>
                      <a:pt x="3051" y="30385"/>
                      <a:pt x="4528" y="30692"/>
                      <a:pt x="5984" y="30692"/>
                    </a:cubicBezTo>
                    <a:cubicBezTo>
                      <a:pt x="6630" y="30692"/>
                      <a:pt x="7272" y="30632"/>
                      <a:pt x="7887" y="30520"/>
                    </a:cubicBezTo>
                    <a:cubicBezTo>
                      <a:pt x="10171" y="30104"/>
                      <a:pt x="12284" y="28781"/>
                      <a:pt x="13311" y="26648"/>
                    </a:cubicBezTo>
                    <a:cubicBezTo>
                      <a:pt x="13602" y="26043"/>
                      <a:pt x="13811" y="25402"/>
                      <a:pt x="13934" y="24742"/>
                    </a:cubicBezTo>
                    <a:cubicBezTo>
                      <a:pt x="14013" y="24318"/>
                      <a:pt x="14056" y="23889"/>
                      <a:pt x="14130" y="23467"/>
                    </a:cubicBezTo>
                    <a:cubicBezTo>
                      <a:pt x="14208" y="23034"/>
                      <a:pt x="14303" y="22606"/>
                      <a:pt x="14417" y="22183"/>
                    </a:cubicBezTo>
                    <a:cubicBezTo>
                      <a:pt x="14810" y="20727"/>
                      <a:pt x="15441" y="19337"/>
                      <a:pt x="16350" y="18131"/>
                    </a:cubicBezTo>
                    <a:cubicBezTo>
                      <a:pt x="17032" y="17225"/>
                      <a:pt x="17892" y="16432"/>
                      <a:pt x="18884" y="15882"/>
                    </a:cubicBezTo>
                    <a:cubicBezTo>
                      <a:pt x="18991" y="15823"/>
                      <a:pt x="19100" y="15766"/>
                      <a:pt x="19210" y="15712"/>
                    </a:cubicBezTo>
                    <a:cubicBezTo>
                      <a:pt x="19264" y="15687"/>
                      <a:pt x="19319" y="15662"/>
                      <a:pt x="19373" y="15638"/>
                    </a:cubicBezTo>
                    <a:cubicBezTo>
                      <a:pt x="19400" y="15625"/>
                      <a:pt x="19427" y="15614"/>
                      <a:pt x="19454" y="15602"/>
                    </a:cubicBezTo>
                    <a:cubicBezTo>
                      <a:pt x="19463" y="15598"/>
                      <a:pt x="19468" y="15595"/>
                      <a:pt x="19471" y="15594"/>
                    </a:cubicBezTo>
                    <a:cubicBezTo>
                      <a:pt x="19476" y="15592"/>
                      <a:pt x="19486" y="15588"/>
                      <a:pt x="19502" y="15582"/>
                    </a:cubicBezTo>
                    <a:cubicBezTo>
                      <a:pt x="19707" y="15502"/>
                      <a:pt x="19916" y="15428"/>
                      <a:pt x="20129" y="15372"/>
                    </a:cubicBezTo>
                    <a:cubicBezTo>
                      <a:pt x="20230" y="15345"/>
                      <a:pt x="20330" y="15321"/>
                      <a:pt x="20432" y="15301"/>
                    </a:cubicBezTo>
                    <a:cubicBezTo>
                      <a:pt x="20481" y="15291"/>
                      <a:pt x="20531" y="15283"/>
                      <a:pt x="20580" y="15274"/>
                    </a:cubicBezTo>
                    <a:cubicBezTo>
                      <a:pt x="20599" y="15271"/>
                      <a:pt x="20619" y="15268"/>
                      <a:pt x="20639" y="15265"/>
                    </a:cubicBezTo>
                    <a:lnTo>
                      <a:pt x="20639" y="15265"/>
                    </a:lnTo>
                    <a:cubicBezTo>
                      <a:pt x="20613" y="15270"/>
                      <a:pt x="20604" y="15271"/>
                      <a:pt x="20605" y="15271"/>
                    </a:cubicBezTo>
                    <a:cubicBezTo>
                      <a:pt x="20606" y="15271"/>
                      <a:pt x="20662" y="15263"/>
                      <a:pt x="20678" y="15262"/>
                    </a:cubicBezTo>
                    <a:cubicBezTo>
                      <a:pt x="20807" y="15248"/>
                      <a:pt x="20938" y="15240"/>
                      <a:pt x="21068" y="15240"/>
                    </a:cubicBezTo>
                    <a:cubicBezTo>
                      <a:pt x="21121" y="15240"/>
                      <a:pt x="21174" y="15242"/>
                      <a:pt x="21226" y="15245"/>
                    </a:cubicBezTo>
                    <a:cubicBezTo>
                      <a:pt x="21270" y="15246"/>
                      <a:pt x="21312" y="15250"/>
                      <a:pt x="21356" y="15254"/>
                    </a:cubicBezTo>
                    <a:cubicBezTo>
                      <a:pt x="21360" y="15254"/>
                      <a:pt x="21365" y="15256"/>
                      <a:pt x="21370" y="15256"/>
                    </a:cubicBezTo>
                    <a:cubicBezTo>
                      <a:pt x="21380" y="15256"/>
                      <a:pt x="21393" y="15257"/>
                      <a:pt x="21403" y="15260"/>
                    </a:cubicBezTo>
                    <a:cubicBezTo>
                      <a:pt x="21405" y="15260"/>
                      <a:pt x="21408" y="15260"/>
                      <a:pt x="21410" y="15261"/>
                    </a:cubicBezTo>
                    <a:lnTo>
                      <a:pt x="21410" y="15261"/>
                    </a:lnTo>
                    <a:cubicBezTo>
                      <a:pt x="21488" y="15275"/>
                      <a:pt x="21566" y="15289"/>
                      <a:pt x="21643" y="15310"/>
                    </a:cubicBezTo>
                    <a:cubicBezTo>
                      <a:pt x="21654" y="15312"/>
                      <a:pt x="21666" y="15315"/>
                      <a:pt x="21677" y="15320"/>
                    </a:cubicBezTo>
                    <a:cubicBezTo>
                      <a:pt x="21599" y="15461"/>
                      <a:pt x="21547" y="15560"/>
                      <a:pt x="21547" y="15560"/>
                    </a:cubicBezTo>
                    <a:cubicBezTo>
                      <a:pt x="21503" y="15623"/>
                      <a:pt x="22555" y="16060"/>
                      <a:pt x="23057" y="16207"/>
                    </a:cubicBezTo>
                    <a:cubicBezTo>
                      <a:pt x="23081" y="16279"/>
                      <a:pt x="23137" y="16340"/>
                      <a:pt x="23219" y="16364"/>
                    </a:cubicBezTo>
                    <a:lnTo>
                      <a:pt x="23222" y="16364"/>
                    </a:lnTo>
                    <a:cubicBezTo>
                      <a:pt x="23244" y="16371"/>
                      <a:pt x="23266" y="16374"/>
                      <a:pt x="23289" y="16374"/>
                    </a:cubicBezTo>
                    <a:cubicBezTo>
                      <a:pt x="23315" y="16374"/>
                      <a:pt x="23341" y="16370"/>
                      <a:pt x="23366" y="16361"/>
                    </a:cubicBezTo>
                    <a:cubicBezTo>
                      <a:pt x="23629" y="16275"/>
                      <a:pt x="24556" y="15963"/>
                      <a:pt x="25174" y="15655"/>
                    </a:cubicBezTo>
                    <a:cubicBezTo>
                      <a:pt x="25348" y="15567"/>
                      <a:pt x="25352" y="15317"/>
                      <a:pt x="25180" y="15225"/>
                    </a:cubicBezTo>
                    <a:cubicBezTo>
                      <a:pt x="24915" y="15085"/>
                      <a:pt x="24495" y="14921"/>
                      <a:pt x="23909" y="14863"/>
                    </a:cubicBezTo>
                    <a:cubicBezTo>
                      <a:pt x="23900" y="14862"/>
                      <a:pt x="23891" y="14862"/>
                      <a:pt x="23882" y="14862"/>
                    </a:cubicBezTo>
                    <a:cubicBezTo>
                      <a:pt x="23803" y="14862"/>
                      <a:pt x="23727" y="14901"/>
                      <a:pt x="23681" y="14968"/>
                    </a:cubicBezTo>
                    <a:cubicBezTo>
                      <a:pt x="23212" y="14746"/>
                      <a:pt x="22327" y="14361"/>
                      <a:pt x="22272" y="14347"/>
                    </a:cubicBezTo>
                    <a:cubicBezTo>
                      <a:pt x="22272" y="14347"/>
                      <a:pt x="22271" y="14347"/>
                      <a:pt x="22271" y="14347"/>
                    </a:cubicBezTo>
                    <a:cubicBezTo>
                      <a:pt x="22244" y="14347"/>
                      <a:pt x="22150" y="14488"/>
                      <a:pt x="22039" y="14675"/>
                    </a:cubicBezTo>
                    <a:cubicBezTo>
                      <a:pt x="21727" y="14562"/>
                      <a:pt x="21396" y="14515"/>
                      <a:pt x="21062" y="14515"/>
                    </a:cubicBezTo>
                    <a:cubicBezTo>
                      <a:pt x="20725" y="14515"/>
                      <a:pt x="20385" y="14563"/>
                      <a:pt x="20063" y="14640"/>
                    </a:cubicBezTo>
                    <a:cubicBezTo>
                      <a:pt x="19049" y="14880"/>
                      <a:pt x="18124" y="15423"/>
                      <a:pt x="17322" y="16077"/>
                    </a:cubicBezTo>
                    <a:cubicBezTo>
                      <a:pt x="14981" y="17984"/>
                      <a:pt x="13740" y="20971"/>
                      <a:pt x="13332" y="23899"/>
                    </a:cubicBezTo>
                    <a:cubicBezTo>
                      <a:pt x="13239" y="24565"/>
                      <a:pt x="13103" y="25263"/>
                      <a:pt x="12846" y="25915"/>
                    </a:cubicBezTo>
                    <a:cubicBezTo>
                      <a:pt x="12668" y="26370"/>
                      <a:pt x="12306" y="27006"/>
                      <a:pt x="12015" y="27376"/>
                    </a:cubicBezTo>
                    <a:cubicBezTo>
                      <a:pt x="11318" y="28263"/>
                      <a:pt x="10484" y="28863"/>
                      <a:pt x="9445" y="29310"/>
                    </a:cubicBezTo>
                    <a:cubicBezTo>
                      <a:pt x="9439" y="29313"/>
                      <a:pt x="9435" y="29314"/>
                      <a:pt x="9431" y="29316"/>
                    </a:cubicBezTo>
                    <a:cubicBezTo>
                      <a:pt x="9425" y="29318"/>
                      <a:pt x="9418" y="29321"/>
                      <a:pt x="9407" y="29326"/>
                    </a:cubicBezTo>
                    <a:cubicBezTo>
                      <a:pt x="9376" y="29338"/>
                      <a:pt x="9344" y="29351"/>
                      <a:pt x="9313" y="29364"/>
                    </a:cubicBezTo>
                    <a:cubicBezTo>
                      <a:pt x="9251" y="29388"/>
                      <a:pt x="9188" y="29412"/>
                      <a:pt x="9124" y="29434"/>
                    </a:cubicBezTo>
                    <a:cubicBezTo>
                      <a:pt x="8987" y="29485"/>
                      <a:pt x="8848" y="29532"/>
                      <a:pt x="8708" y="29574"/>
                    </a:cubicBezTo>
                    <a:cubicBezTo>
                      <a:pt x="8451" y="29653"/>
                      <a:pt x="8190" y="29720"/>
                      <a:pt x="7925" y="29775"/>
                    </a:cubicBezTo>
                    <a:cubicBezTo>
                      <a:pt x="7374" y="29891"/>
                      <a:pt x="6953" y="29939"/>
                      <a:pt x="6363" y="29957"/>
                    </a:cubicBezTo>
                    <a:cubicBezTo>
                      <a:pt x="6262" y="29960"/>
                      <a:pt x="6161" y="29962"/>
                      <a:pt x="6059" y="29962"/>
                    </a:cubicBezTo>
                    <a:cubicBezTo>
                      <a:pt x="5639" y="29962"/>
                      <a:pt x="5218" y="29936"/>
                      <a:pt x="4800" y="29881"/>
                    </a:cubicBezTo>
                    <a:cubicBezTo>
                      <a:pt x="4803" y="29881"/>
                      <a:pt x="4704" y="29867"/>
                      <a:pt x="4686" y="29864"/>
                    </a:cubicBezTo>
                    <a:cubicBezTo>
                      <a:pt x="4623" y="29854"/>
                      <a:pt x="4561" y="29844"/>
                      <a:pt x="4500" y="29833"/>
                    </a:cubicBezTo>
                    <a:cubicBezTo>
                      <a:pt x="4368" y="29810"/>
                      <a:pt x="4236" y="29785"/>
                      <a:pt x="4106" y="29755"/>
                    </a:cubicBezTo>
                    <a:cubicBezTo>
                      <a:pt x="3872" y="29704"/>
                      <a:pt x="3640" y="29644"/>
                      <a:pt x="3411" y="29571"/>
                    </a:cubicBezTo>
                    <a:cubicBezTo>
                      <a:pt x="3300" y="29536"/>
                      <a:pt x="3192" y="29499"/>
                      <a:pt x="3083" y="29460"/>
                    </a:cubicBezTo>
                    <a:cubicBezTo>
                      <a:pt x="3029" y="29440"/>
                      <a:pt x="2975" y="29420"/>
                      <a:pt x="2923" y="29399"/>
                    </a:cubicBezTo>
                    <a:cubicBezTo>
                      <a:pt x="2896" y="29389"/>
                      <a:pt x="2871" y="29379"/>
                      <a:pt x="2845" y="29368"/>
                    </a:cubicBezTo>
                    <a:cubicBezTo>
                      <a:pt x="2833" y="29364"/>
                      <a:pt x="2824" y="29359"/>
                      <a:pt x="2817" y="29358"/>
                    </a:cubicBezTo>
                    <a:cubicBezTo>
                      <a:pt x="2816" y="29357"/>
                      <a:pt x="2811" y="29354"/>
                      <a:pt x="2803" y="29351"/>
                    </a:cubicBezTo>
                    <a:cubicBezTo>
                      <a:pt x="2606" y="29265"/>
                      <a:pt x="2413" y="29171"/>
                      <a:pt x="2226" y="29064"/>
                    </a:cubicBezTo>
                    <a:cubicBezTo>
                      <a:pt x="2055" y="28966"/>
                      <a:pt x="1891" y="28860"/>
                      <a:pt x="1733" y="28743"/>
                    </a:cubicBezTo>
                    <a:cubicBezTo>
                      <a:pt x="1729" y="28739"/>
                      <a:pt x="1675" y="28697"/>
                      <a:pt x="1662" y="28687"/>
                    </a:cubicBezTo>
                    <a:cubicBezTo>
                      <a:pt x="1625" y="28656"/>
                      <a:pt x="1590" y="28626"/>
                      <a:pt x="1555" y="28595"/>
                    </a:cubicBezTo>
                    <a:cubicBezTo>
                      <a:pt x="1480" y="28528"/>
                      <a:pt x="1408" y="28459"/>
                      <a:pt x="1340" y="28387"/>
                    </a:cubicBezTo>
                    <a:cubicBezTo>
                      <a:pt x="1289" y="28332"/>
                      <a:pt x="1241" y="28277"/>
                      <a:pt x="1194" y="28219"/>
                    </a:cubicBezTo>
                    <a:lnTo>
                      <a:pt x="1194" y="28219"/>
                    </a:lnTo>
                    <a:cubicBezTo>
                      <a:pt x="1195" y="28219"/>
                      <a:pt x="1195" y="28219"/>
                      <a:pt x="1195" y="28219"/>
                    </a:cubicBezTo>
                    <a:cubicBezTo>
                      <a:pt x="1196" y="28219"/>
                      <a:pt x="1146" y="28153"/>
                      <a:pt x="1134" y="28137"/>
                    </a:cubicBezTo>
                    <a:cubicBezTo>
                      <a:pt x="1107" y="28097"/>
                      <a:pt x="1081" y="28058"/>
                      <a:pt x="1056" y="28017"/>
                    </a:cubicBezTo>
                    <a:cubicBezTo>
                      <a:pt x="1030" y="27976"/>
                      <a:pt x="1008" y="27935"/>
                      <a:pt x="985" y="27892"/>
                    </a:cubicBezTo>
                    <a:cubicBezTo>
                      <a:pt x="975" y="27871"/>
                      <a:pt x="946" y="27795"/>
                      <a:pt x="944" y="27795"/>
                    </a:cubicBezTo>
                    <a:cubicBezTo>
                      <a:pt x="944" y="27795"/>
                      <a:pt x="944" y="27795"/>
                      <a:pt x="944" y="27795"/>
                    </a:cubicBezTo>
                    <a:cubicBezTo>
                      <a:pt x="926" y="27730"/>
                      <a:pt x="909" y="27665"/>
                      <a:pt x="889" y="27600"/>
                    </a:cubicBezTo>
                    <a:cubicBezTo>
                      <a:pt x="888" y="27586"/>
                      <a:pt x="885" y="27571"/>
                      <a:pt x="885" y="27559"/>
                    </a:cubicBezTo>
                    <a:cubicBezTo>
                      <a:pt x="885" y="27529"/>
                      <a:pt x="886" y="27499"/>
                      <a:pt x="886" y="27470"/>
                    </a:cubicBezTo>
                    <a:cubicBezTo>
                      <a:pt x="885" y="27464"/>
                      <a:pt x="885" y="27458"/>
                      <a:pt x="885" y="27453"/>
                    </a:cubicBezTo>
                    <a:cubicBezTo>
                      <a:pt x="886" y="27451"/>
                      <a:pt x="886" y="27448"/>
                      <a:pt x="888" y="27447"/>
                    </a:cubicBezTo>
                    <a:cubicBezTo>
                      <a:pt x="898" y="27409"/>
                      <a:pt x="907" y="27369"/>
                      <a:pt x="917" y="27331"/>
                    </a:cubicBezTo>
                    <a:cubicBezTo>
                      <a:pt x="919" y="27324"/>
                      <a:pt x="920" y="27317"/>
                      <a:pt x="922" y="27313"/>
                    </a:cubicBezTo>
                    <a:cubicBezTo>
                      <a:pt x="923" y="27311"/>
                      <a:pt x="924" y="27309"/>
                      <a:pt x="926" y="27306"/>
                    </a:cubicBezTo>
                    <a:cubicBezTo>
                      <a:pt x="944" y="27275"/>
                      <a:pt x="958" y="27242"/>
                      <a:pt x="977" y="27212"/>
                    </a:cubicBezTo>
                    <a:cubicBezTo>
                      <a:pt x="993" y="27186"/>
                      <a:pt x="1012" y="27162"/>
                      <a:pt x="1029" y="27137"/>
                    </a:cubicBezTo>
                    <a:lnTo>
                      <a:pt x="1029" y="27137"/>
                    </a:lnTo>
                    <a:cubicBezTo>
                      <a:pt x="1016" y="27156"/>
                      <a:pt x="1012" y="27164"/>
                      <a:pt x="1013" y="27164"/>
                    </a:cubicBezTo>
                    <a:cubicBezTo>
                      <a:pt x="1015" y="27164"/>
                      <a:pt x="1063" y="27099"/>
                      <a:pt x="1080" y="27081"/>
                    </a:cubicBezTo>
                    <a:cubicBezTo>
                      <a:pt x="1130" y="27026"/>
                      <a:pt x="1186" y="26979"/>
                      <a:pt x="1240" y="26930"/>
                    </a:cubicBezTo>
                    <a:lnTo>
                      <a:pt x="1240" y="26930"/>
                    </a:lnTo>
                    <a:cubicBezTo>
                      <a:pt x="1242" y="26929"/>
                      <a:pt x="1243" y="26928"/>
                      <a:pt x="1244" y="26928"/>
                    </a:cubicBezTo>
                    <a:lnTo>
                      <a:pt x="1244" y="26928"/>
                    </a:lnTo>
                    <a:cubicBezTo>
                      <a:pt x="1246" y="26927"/>
                      <a:pt x="1248" y="26925"/>
                      <a:pt x="1250" y="26923"/>
                    </a:cubicBezTo>
                    <a:lnTo>
                      <a:pt x="1250" y="26923"/>
                    </a:lnTo>
                    <a:cubicBezTo>
                      <a:pt x="1254" y="26921"/>
                      <a:pt x="1257" y="26918"/>
                      <a:pt x="1261" y="26914"/>
                    </a:cubicBezTo>
                    <a:cubicBezTo>
                      <a:pt x="1271" y="26907"/>
                      <a:pt x="1281" y="26899"/>
                      <a:pt x="1281" y="26899"/>
                    </a:cubicBezTo>
                    <a:lnTo>
                      <a:pt x="1281" y="26899"/>
                    </a:lnTo>
                    <a:cubicBezTo>
                      <a:pt x="1281" y="26899"/>
                      <a:pt x="1278" y="26902"/>
                      <a:pt x="1271" y="26907"/>
                    </a:cubicBezTo>
                    <a:cubicBezTo>
                      <a:pt x="1278" y="26903"/>
                      <a:pt x="1283" y="26899"/>
                      <a:pt x="1291" y="26894"/>
                    </a:cubicBezTo>
                    <a:cubicBezTo>
                      <a:pt x="1334" y="26863"/>
                      <a:pt x="1378" y="26834"/>
                      <a:pt x="1422" y="26805"/>
                    </a:cubicBezTo>
                    <a:cubicBezTo>
                      <a:pt x="1594" y="26696"/>
                      <a:pt x="1777" y="26605"/>
                      <a:pt x="1962" y="26523"/>
                    </a:cubicBezTo>
                    <a:cubicBezTo>
                      <a:pt x="1977" y="26516"/>
                      <a:pt x="1993" y="26510"/>
                      <a:pt x="2009" y="26503"/>
                    </a:cubicBezTo>
                    <a:cubicBezTo>
                      <a:pt x="2021" y="26497"/>
                      <a:pt x="2048" y="26486"/>
                      <a:pt x="2055" y="26483"/>
                    </a:cubicBezTo>
                    <a:cubicBezTo>
                      <a:pt x="2110" y="26462"/>
                      <a:pt x="2164" y="26441"/>
                      <a:pt x="2218" y="26419"/>
                    </a:cubicBezTo>
                    <a:cubicBezTo>
                      <a:pt x="2342" y="26373"/>
                      <a:pt x="2467" y="26330"/>
                      <a:pt x="2592" y="26289"/>
                    </a:cubicBezTo>
                    <a:cubicBezTo>
                      <a:pt x="2844" y="26206"/>
                      <a:pt x="3098" y="26133"/>
                      <a:pt x="3353" y="26066"/>
                    </a:cubicBezTo>
                    <a:cubicBezTo>
                      <a:pt x="4566" y="25745"/>
                      <a:pt x="5805" y="25535"/>
                      <a:pt x="7038" y="25308"/>
                    </a:cubicBezTo>
                    <a:cubicBezTo>
                      <a:pt x="8229" y="25091"/>
                      <a:pt x="9431" y="24882"/>
                      <a:pt x="10597" y="24545"/>
                    </a:cubicBezTo>
                    <a:cubicBezTo>
                      <a:pt x="11073" y="24408"/>
                      <a:pt x="11557" y="24251"/>
                      <a:pt x="11999" y="24024"/>
                    </a:cubicBezTo>
                    <a:cubicBezTo>
                      <a:pt x="12299" y="23868"/>
                      <a:pt x="12533" y="23624"/>
                      <a:pt x="12730" y="23354"/>
                    </a:cubicBezTo>
                    <a:cubicBezTo>
                      <a:pt x="13202" y="22708"/>
                      <a:pt x="13428" y="21875"/>
                      <a:pt x="13589" y="21102"/>
                    </a:cubicBezTo>
                    <a:cubicBezTo>
                      <a:pt x="13808" y="20050"/>
                      <a:pt x="13909" y="18973"/>
                      <a:pt x="13967" y="17902"/>
                    </a:cubicBezTo>
                    <a:cubicBezTo>
                      <a:pt x="14092" y="15539"/>
                      <a:pt x="14002" y="13163"/>
                      <a:pt x="13841" y="10804"/>
                    </a:cubicBezTo>
                    <a:cubicBezTo>
                      <a:pt x="13790" y="10046"/>
                      <a:pt x="13730" y="9290"/>
                      <a:pt x="13661" y="8535"/>
                    </a:cubicBezTo>
                    <a:lnTo>
                      <a:pt x="14015" y="8535"/>
                    </a:lnTo>
                    <a:cubicBezTo>
                      <a:pt x="14060" y="8535"/>
                      <a:pt x="14097" y="8498"/>
                      <a:pt x="14097" y="8453"/>
                    </a:cubicBezTo>
                    <a:lnTo>
                      <a:pt x="14097" y="81"/>
                    </a:lnTo>
                    <a:cubicBezTo>
                      <a:pt x="14097" y="36"/>
                      <a:pt x="14060" y="0"/>
                      <a:pt x="1401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5159" name="Google Shape;5159;p68"/>
            <p:cNvSpPr/>
            <p:nvPr/>
          </p:nvSpPr>
          <p:spPr>
            <a:xfrm>
              <a:off x="4796238" y="1352303"/>
              <a:ext cx="315309" cy="401430"/>
            </a:xfrm>
            <a:custGeom>
              <a:avLst/>
              <a:gdLst/>
              <a:ahLst/>
              <a:cxnLst/>
              <a:rect l="l" t="t" r="r" b="b"/>
              <a:pathLst>
                <a:path w="13635" h="17361" extrusionOk="0">
                  <a:moveTo>
                    <a:pt x="5674" y="7715"/>
                  </a:moveTo>
                  <a:cubicBezTo>
                    <a:pt x="5914" y="7856"/>
                    <a:pt x="6189" y="7933"/>
                    <a:pt x="6468" y="7933"/>
                  </a:cubicBezTo>
                  <a:cubicBezTo>
                    <a:pt x="6593" y="7933"/>
                    <a:pt x="6717" y="7917"/>
                    <a:pt x="6840" y="7887"/>
                  </a:cubicBezTo>
                  <a:lnTo>
                    <a:pt x="6840" y="7887"/>
                  </a:lnTo>
                  <a:lnTo>
                    <a:pt x="6570" y="10464"/>
                  </a:lnTo>
                  <a:lnTo>
                    <a:pt x="5083" y="9260"/>
                  </a:lnTo>
                  <a:cubicBezTo>
                    <a:pt x="5415" y="9058"/>
                    <a:pt x="5620" y="8695"/>
                    <a:pt x="5620" y="8309"/>
                  </a:cubicBezTo>
                  <a:cubicBezTo>
                    <a:pt x="5620" y="8176"/>
                    <a:pt x="5592" y="8043"/>
                    <a:pt x="5543" y="7910"/>
                  </a:cubicBezTo>
                  <a:lnTo>
                    <a:pt x="5548" y="7910"/>
                  </a:lnTo>
                  <a:cubicBezTo>
                    <a:pt x="5598" y="7848"/>
                    <a:pt x="5639" y="7783"/>
                    <a:pt x="5674" y="7715"/>
                  </a:cubicBezTo>
                  <a:close/>
                  <a:moveTo>
                    <a:pt x="6474" y="0"/>
                  </a:moveTo>
                  <a:cubicBezTo>
                    <a:pt x="5875" y="0"/>
                    <a:pt x="5304" y="345"/>
                    <a:pt x="5042" y="928"/>
                  </a:cubicBezTo>
                  <a:lnTo>
                    <a:pt x="5037" y="932"/>
                  </a:lnTo>
                  <a:cubicBezTo>
                    <a:pt x="4228" y="1015"/>
                    <a:pt x="3646" y="1698"/>
                    <a:pt x="3646" y="2474"/>
                  </a:cubicBezTo>
                  <a:cubicBezTo>
                    <a:pt x="3646" y="2586"/>
                    <a:pt x="3656" y="2696"/>
                    <a:pt x="3678" y="2808"/>
                  </a:cubicBezTo>
                  <a:lnTo>
                    <a:pt x="3673" y="2808"/>
                  </a:lnTo>
                  <a:cubicBezTo>
                    <a:pt x="3154" y="3275"/>
                    <a:pt x="3027" y="4005"/>
                    <a:pt x="3291" y="4600"/>
                  </a:cubicBezTo>
                  <a:cubicBezTo>
                    <a:pt x="3253" y="4596"/>
                    <a:pt x="3216" y="4593"/>
                    <a:pt x="3179" y="4593"/>
                  </a:cubicBezTo>
                  <a:cubicBezTo>
                    <a:pt x="2935" y="4593"/>
                    <a:pt x="2686" y="4676"/>
                    <a:pt x="2480" y="4843"/>
                  </a:cubicBezTo>
                  <a:cubicBezTo>
                    <a:pt x="2347" y="4792"/>
                    <a:pt x="2214" y="4771"/>
                    <a:pt x="2081" y="4771"/>
                  </a:cubicBezTo>
                  <a:cubicBezTo>
                    <a:pt x="1588" y="4771"/>
                    <a:pt x="1138" y="5092"/>
                    <a:pt x="1005" y="5596"/>
                  </a:cubicBezTo>
                  <a:cubicBezTo>
                    <a:pt x="501" y="5731"/>
                    <a:pt x="173" y="6184"/>
                    <a:pt x="173" y="6673"/>
                  </a:cubicBezTo>
                  <a:cubicBezTo>
                    <a:pt x="173" y="6806"/>
                    <a:pt x="201" y="6939"/>
                    <a:pt x="251" y="7072"/>
                  </a:cubicBezTo>
                  <a:cubicBezTo>
                    <a:pt x="84" y="7283"/>
                    <a:pt x="0" y="7527"/>
                    <a:pt x="0" y="7777"/>
                  </a:cubicBezTo>
                  <a:cubicBezTo>
                    <a:pt x="0" y="8138"/>
                    <a:pt x="178" y="8492"/>
                    <a:pt x="511" y="8709"/>
                  </a:cubicBezTo>
                  <a:cubicBezTo>
                    <a:pt x="472" y="9352"/>
                    <a:pt x="988" y="9879"/>
                    <a:pt x="1626" y="9879"/>
                  </a:cubicBezTo>
                  <a:lnTo>
                    <a:pt x="1681" y="9879"/>
                  </a:lnTo>
                  <a:cubicBezTo>
                    <a:pt x="1897" y="10211"/>
                    <a:pt x="2253" y="10389"/>
                    <a:pt x="2620" y="10389"/>
                  </a:cubicBezTo>
                  <a:cubicBezTo>
                    <a:pt x="2863" y="10389"/>
                    <a:pt x="3113" y="10306"/>
                    <a:pt x="3318" y="10139"/>
                  </a:cubicBezTo>
                  <a:cubicBezTo>
                    <a:pt x="3451" y="10189"/>
                    <a:pt x="3584" y="10211"/>
                    <a:pt x="3718" y="10211"/>
                  </a:cubicBezTo>
                  <a:cubicBezTo>
                    <a:pt x="4104" y="10211"/>
                    <a:pt x="4467" y="10011"/>
                    <a:pt x="4669" y="9677"/>
                  </a:cubicBezTo>
                  <a:lnTo>
                    <a:pt x="6423" y="11842"/>
                  </a:lnTo>
                  <a:lnTo>
                    <a:pt x="6426" y="11841"/>
                  </a:lnTo>
                  <a:lnTo>
                    <a:pt x="6426" y="11841"/>
                  </a:lnTo>
                  <a:lnTo>
                    <a:pt x="5846" y="17361"/>
                  </a:lnTo>
                  <a:lnTo>
                    <a:pt x="8654" y="17361"/>
                  </a:lnTo>
                  <a:lnTo>
                    <a:pt x="8207" y="13100"/>
                  </a:lnTo>
                  <a:lnTo>
                    <a:pt x="10015" y="10870"/>
                  </a:lnTo>
                  <a:cubicBezTo>
                    <a:pt x="10162" y="11120"/>
                    <a:pt x="10433" y="11271"/>
                    <a:pt x="10727" y="11271"/>
                  </a:cubicBezTo>
                  <a:cubicBezTo>
                    <a:pt x="10828" y="11271"/>
                    <a:pt x="10928" y="11254"/>
                    <a:pt x="11027" y="11215"/>
                  </a:cubicBezTo>
                  <a:cubicBezTo>
                    <a:pt x="11182" y="11343"/>
                    <a:pt x="11367" y="11403"/>
                    <a:pt x="11551" y="11403"/>
                  </a:cubicBezTo>
                  <a:cubicBezTo>
                    <a:pt x="11822" y="11403"/>
                    <a:pt x="12089" y="11271"/>
                    <a:pt x="12248" y="11027"/>
                  </a:cubicBezTo>
                  <a:lnTo>
                    <a:pt x="12248" y="11021"/>
                  </a:lnTo>
                  <a:lnTo>
                    <a:pt x="12252" y="11021"/>
                  </a:lnTo>
                  <a:cubicBezTo>
                    <a:pt x="12269" y="11022"/>
                    <a:pt x="12285" y="11023"/>
                    <a:pt x="12301" y="11023"/>
                  </a:cubicBezTo>
                  <a:cubicBezTo>
                    <a:pt x="12773" y="11023"/>
                    <a:pt x="13151" y="10627"/>
                    <a:pt x="13129" y="10150"/>
                  </a:cubicBezTo>
                  <a:lnTo>
                    <a:pt x="13129" y="10145"/>
                  </a:lnTo>
                  <a:cubicBezTo>
                    <a:pt x="13546" y="9879"/>
                    <a:pt x="13635" y="9308"/>
                    <a:pt x="13324" y="8925"/>
                  </a:cubicBezTo>
                  <a:lnTo>
                    <a:pt x="13318" y="8919"/>
                  </a:lnTo>
                  <a:cubicBezTo>
                    <a:pt x="13356" y="8819"/>
                    <a:pt x="13373" y="8720"/>
                    <a:pt x="13373" y="8620"/>
                  </a:cubicBezTo>
                  <a:cubicBezTo>
                    <a:pt x="13373" y="8254"/>
                    <a:pt x="13130" y="7916"/>
                    <a:pt x="12758" y="7815"/>
                  </a:cubicBezTo>
                  <a:cubicBezTo>
                    <a:pt x="12658" y="7438"/>
                    <a:pt x="12320" y="7201"/>
                    <a:pt x="11954" y="7201"/>
                  </a:cubicBezTo>
                  <a:cubicBezTo>
                    <a:pt x="11854" y="7201"/>
                    <a:pt x="11753" y="7216"/>
                    <a:pt x="11654" y="7256"/>
                  </a:cubicBezTo>
                  <a:cubicBezTo>
                    <a:pt x="11499" y="7128"/>
                    <a:pt x="11310" y="7066"/>
                    <a:pt x="11127" y="7066"/>
                  </a:cubicBezTo>
                  <a:cubicBezTo>
                    <a:pt x="10856" y="7066"/>
                    <a:pt x="10589" y="7201"/>
                    <a:pt x="10429" y="7449"/>
                  </a:cubicBezTo>
                  <a:cubicBezTo>
                    <a:pt x="10413" y="7448"/>
                    <a:pt x="10397" y="7448"/>
                    <a:pt x="10381" y="7448"/>
                  </a:cubicBezTo>
                  <a:cubicBezTo>
                    <a:pt x="9925" y="7448"/>
                    <a:pt x="9553" y="7820"/>
                    <a:pt x="9553" y="8276"/>
                  </a:cubicBezTo>
                  <a:lnTo>
                    <a:pt x="9553" y="8326"/>
                  </a:lnTo>
                  <a:cubicBezTo>
                    <a:pt x="9302" y="8487"/>
                    <a:pt x="9175" y="8753"/>
                    <a:pt x="9175" y="9025"/>
                  </a:cubicBezTo>
                  <a:cubicBezTo>
                    <a:pt x="9175" y="9208"/>
                    <a:pt x="9230" y="9396"/>
                    <a:pt x="9358" y="9551"/>
                  </a:cubicBezTo>
                  <a:cubicBezTo>
                    <a:pt x="9202" y="9954"/>
                    <a:pt x="9383" y="10399"/>
                    <a:pt x="9749" y="10590"/>
                  </a:cubicBezTo>
                  <a:lnTo>
                    <a:pt x="8092" y="12002"/>
                  </a:lnTo>
                  <a:lnTo>
                    <a:pt x="7661" y="7887"/>
                  </a:lnTo>
                  <a:lnTo>
                    <a:pt x="7661" y="7887"/>
                  </a:lnTo>
                  <a:cubicBezTo>
                    <a:pt x="7783" y="7917"/>
                    <a:pt x="7909" y="7931"/>
                    <a:pt x="8032" y="7931"/>
                  </a:cubicBezTo>
                  <a:cubicBezTo>
                    <a:pt x="8625" y="7931"/>
                    <a:pt x="9196" y="7593"/>
                    <a:pt x="9458" y="7005"/>
                  </a:cubicBezTo>
                  <a:cubicBezTo>
                    <a:pt x="10268" y="6922"/>
                    <a:pt x="10856" y="6235"/>
                    <a:pt x="10856" y="5458"/>
                  </a:cubicBezTo>
                  <a:cubicBezTo>
                    <a:pt x="10856" y="5353"/>
                    <a:pt x="10845" y="5241"/>
                    <a:pt x="10822" y="5131"/>
                  </a:cubicBezTo>
                  <a:lnTo>
                    <a:pt x="10822" y="5126"/>
                  </a:lnTo>
                  <a:cubicBezTo>
                    <a:pt x="11165" y="4815"/>
                    <a:pt x="11338" y="4393"/>
                    <a:pt x="11338" y="3967"/>
                  </a:cubicBezTo>
                  <a:cubicBezTo>
                    <a:pt x="11338" y="3545"/>
                    <a:pt x="11165" y="3117"/>
                    <a:pt x="10822" y="2808"/>
                  </a:cubicBezTo>
                  <a:cubicBezTo>
                    <a:pt x="10845" y="2696"/>
                    <a:pt x="10856" y="2586"/>
                    <a:pt x="10856" y="2480"/>
                  </a:cubicBezTo>
                  <a:cubicBezTo>
                    <a:pt x="10856" y="1698"/>
                    <a:pt x="10268" y="1015"/>
                    <a:pt x="9458" y="932"/>
                  </a:cubicBezTo>
                  <a:lnTo>
                    <a:pt x="9458" y="928"/>
                  </a:lnTo>
                  <a:cubicBezTo>
                    <a:pt x="9196" y="345"/>
                    <a:pt x="8620" y="0"/>
                    <a:pt x="8026" y="0"/>
                  </a:cubicBezTo>
                  <a:cubicBezTo>
                    <a:pt x="7760" y="0"/>
                    <a:pt x="7495" y="67"/>
                    <a:pt x="7250" y="211"/>
                  </a:cubicBezTo>
                  <a:cubicBezTo>
                    <a:pt x="7000" y="67"/>
                    <a:pt x="6734" y="0"/>
                    <a:pt x="647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160" name="Google Shape;5160;p68"/>
            <p:cNvSpPr/>
            <p:nvPr/>
          </p:nvSpPr>
          <p:spPr>
            <a:xfrm flipH="1">
              <a:off x="4286800" y="1169523"/>
              <a:ext cx="232579" cy="296092"/>
            </a:xfrm>
            <a:custGeom>
              <a:avLst/>
              <a:gdLst/>
              <a:ahLst/>
              <a:cxnLst/>
              <a:rect l="l" t="t" r="r" b="b"/>
              <a:pathLst>
                <a:path w="13635" h="17361" extrusionOk="0">
                  <a:moveTo>
                    <a:pt x="5674" y="7715"/>
                  </a:moveTo>
                  <a:cubicBezTo>
                    <a:pt x="5914" y="7856"/>
                    <a:pt x="6189" y="7933"/>
                    <a:pt x="6468" y="7933"/>
                  </a:cubicBezTo>
                  <a:cubicBezTo>
                    <a:pt x="6593" y="7933"/>
                    <a:pt x="6717" y="7917"/>
                    <a:pt x="6840" y="7887"/>
                  </a:cubicBezTo>
                  <a:lnTo>
                    <a:pt x="6840" y="7887"/>
                  </a:lnTo>
                  <a:lnTo>
                    <a:pt x="6570" y="10464"/>
                  </a:lnTo>
                  <a:lnTo>
                    <a:pt x="5083" y="9260"/>
                  </a:lnTo>
                  <a:cubicBezTo>
                    <a:pt x="5415" y="9058"/>
                    <a:pt x="5620" y="8695"/>
                    <a:pt x="5620" y="8309"/>
                  </a:cubicBezTo>
                  <a:cubicBezTo>
                    <a:pt x="5620" y="8176"/>
                    <a:pt x="5592" y="8043"/>
                    <a:pt x="5543" y="7910"/>
                  </a:cubicBezTo>
                  <a:lnTo>
                    <a:pt x="5548" y="7910"/>
                  </a:lnTo>
                  <a:cubicBezTo>
                    <a:pt x="5598" y="7848"/>
                    <a:pt x="5639" y="7783"/>
                    <a:pt x="5674" y="7715"/>
                  </a:cubicBezTo>
                  <a:close/>
                  <a:moveTo>
                    <a:pt x="6474" y="0"/>
                  </a:moveTo>
                  <a:cubicBezTo>
                    <a:pt x="5875" y="0"/>
                    <a:pt x="5304" y="345"/>
                    <a:pt x="5042" y="928"/>
                  </a:cubicBezTo>
                  <a:lnTo>
                    <a:pt x="5037" y="932"/>
                  </a:lnTo>
                  <a:cubicBezTo>
                    <a:pt x="4228" y="1015"/>
                    <a:pt x="3646" y="1698"/>
                    <a:pt x="3646" y="2474"/>
                  </a:cubicBezTo>
                  <a:cubicBezTo>
                    <a:pt x="3646" y="2586"/>
                    <a:pt x="3656" y="2696"/>
                    <a:pt x="3678" y="2808"/>
                  </a:cubicBezTo>
                  <a:lnTo>
                    <a:pt x="3673" y="2808"/>
                  </a:lnTo>
                  <a:cubicBezTo>
                    <a:pt x="3154" y="3275"/>
                    <a:pt x="3027" y="4005"/>
                    <a:pt x="3291" y="4600"/>
                  </a:cubicBezTo>
                  <a:cubicBezTo>
                    <a:pt x="3253" y="4596"/>
                    <a:pt x="3216" y="4593"/>
                    <a:pt x="3179" y="4593"/>
                  </a:cubicBezTo>
                  <a:cubicBezTo>
                    <a:pt x="2935" y="4593"/>
                    <a:pt x="2686" y="4676"/>
                    <a:pt x="2480" y="4843"/>
                  </a:cubicBezTo>
                  <a:cubicBezTo>
                    <a:pt x="2347" y="4792"/>
                    <a:pt x="2214" y="4771"/>
                    <a:pt x="2081" y="4771"/>
                  </a:cubicBezTo>
                  <a:cubicBezTo>
                    <a:pt x="1588" y="4771"/>
                    <a:pt x="1138" y="5092"/>
                    <a:pt x="1005" y="5596"/>
                  </a:cubicBezTo>
                  <a:cubicBezTo>
                    <a:pt x="501" y="5731"/>
                    <a:pt x="173" y="6184"/>
                    <a:pt x="173" y="6673"/>
                  </a:cubicBezTo>
                  <a:cubicBezTo>
                    <a:pt x="173" y="6806"/>
                    <a:pt x="201" y="6939"/>
                    <a:pt x="251" y="7072"/>
                  </a:cubicBezTo>
                  <a:cubicBezTo>
                    <a:pt x="84" y="7283"/>
                    <a:pt x="0" y="7527"/>
                    <a:pt x="0" y="7777"/>
                  </a:cubicBezTo>
                  <a:cubicBezTo>
                    <a:pt x="0" y="8138"/>
                    <a:pt x="178" y="8492"/>
                    <a:pt x="511" y="8709"/>
                  </a:cubicBezTo>
                  <a:cubicBezTo>
                    <a:pt x="472" y="9352"/>
                    <a:pt x="988" y="9879"/>
                    <a:pt x="1626" y="9879"/>
                  </a:cubicBezTo>
                  <a:lnTo>
                    <a:pt x="1681" y="9879"/>
                  </a:lnTo>
                  <a:cubicBezTo>
                    <a:pt x="1897" y="10211"/>
                    <a:pt x="2253" y="10389"/>
                    <a:pt x="2620" y="10389"/>
                  </a:cubicBezTo>
                  <a:cubicBezTo>
                    <a:pt x="2863" y="10389"/>
                    <a:pt x="3113" y="10306"/>
                    <a:pt x="3318" y="10139"/>
                  </a:cubicBezTo>
                  <a:cubicBezTo>
                    <a:pt x="3451" y="10189"/>
                    <a:pt x="3584" y="10211"/>
                    <a:pt x="3718" y="10211"/>
                  </a:cubicBezTo>
                  <a:cubicBezTo>
                    <a:pt x="4104" y="10211"/>
                    <a:pt x="4467" y="10011"/>
                    <a:pt x="4669" y="9677"/>
                  </a:cubicBezTo>
                  <a:lnTo>
                    <a:pt x="6423" y="11842"/>
                  </a:lnTo>
                  <a:lnTo>
                    <a:pt x="6426" y="11841"/>
                  </a:lnTo>
                  <a:lnTo>
                    <a:pt x="6426" y="11841"/>
                  </a:lnTo>
                  <a:lnTo>
                    <a:pt x="5846" y="17361"/>
                  </a:lnTo>
                  <a:lnTo>
                    <a:pt x="8654" y="17361"/>
                  </a:lnTo>
                  <a:lnTo>
                    <a:pt x="8207" y="13100"/>
                  </a:lnTo>
                  <a:lnTo>
                    <a:pt x="10015" y="10870"/>
                  </a:lnTo>
                  <a:cubicBezTo>
                    <a:pt x="10162" y="11120"/>
                    <a:pt x="10433" y="11271"/>
                    <a:pt x="10727" y="11271"/>
                  </a:cubicBezTo>
                  <a:cubicBezTo>
                    <a:pt x="10828" y="11271"/>
                    <a:pt x="10928" y="11254"/>
                    <a:pt x="11027" y="11215"/>
                  </a:cubicBezTo>
                  <a:cubicBezTo>
                    <a:pt x="11182" y="11343"/>
                    <a:pt x="11367" y="11403"/>
                    <a:pt x="11551" y="11403"/>
                  </a:cubicBezTo>
                  <a:cubicBezTo>
                    <a:pt x="11822" y="11403"/>
                    <a:pt x="12089" y="11271"/>
                    <a:pt x="12248" y="11027"/>
                  </a:cubicBezTo>
                  <a:lnTo>
                    <a:pt x="12248" y="11021"/>
                  </a:lnTo>
                  <a:lnTo>
                    <a:pt x="12252" y="11021"/>
                  </a:lnTo>
                  <a:cubicBezTo>
                    <a:pt x="12269" y="11022"/>
                    <a:pt x="12285" y="11023"/>
                    <a:pt x="12301" y="11023"/>
                  </a:cubicBezTo>
                  <a:cubicBezTo>
                    <a:pt x="12773" y="11023"/>
                    <a:pt x="13151" y="10627"/>
                    <a:pt x="13129" y="10150"/>
                  </a:cubicBezTo>
                  <a:lnTo>
                    <a:pt x="13129" y="10145"/>
                  </a:lnTo>
                  <a:cubicBezTo>
                    <a:pt x="13546" y="9879"/>
                    <a:pt x="13635" y="9308"/>
                    <a:pt x="13324" y="8925"/>
                  </a:cubicBezTo>
                  <a:lnTo>
                    <a:pt x="13318" y="8919"/>
                  </a:lnTo>
                  <a:cubicBezTo>
                    <a:pt x="13356" y="8819"/>
                    <a:pt x="13373" y="8720"/>
                    <a:pt x="13373" y="8620"/>
                  </a:cubicBezTo>
                  <a:cubicBezTo>
                    <a:pt x="13373" y="8254"/>
                    <a:pt x="13130" y="7916"/>
                    <a:pt x="12758" y="7815"/>
                  </a:cubicBezTo>
                  <a:cubicBezTo>
                    <a:pt x="12658" y="7438"/>
                    <a:pt x="12320" y="7201"/>
                    <a:pt x="11954" y="7201"/>
                  </a:cubicBezTo>
                  <a:cubicBezTo>
                    <a:pt x="11854" y="7201"/>
                    <a:pt x="11753" y="7216"/>
                    <a:pt x="11654" y="7256"/>
                  </a:cubicBezTo>
                  <a:cubicBezTo>
                    <a:pt x="11499" y="7128"/>
                    <a:pt x="11310" y="7066"/>
                    <a:pt x="11127" y="7066"/>
                  </a:cubicBezTo>
                  <a:cubicBezTo>
                    <a:pt x="10856" y="7066"/>
                    <a:pt x="10589" y="7201"/>
                    <a:pt x="10429" y="7449"/>
                  </a:cubicBezTo>
                  <a:cubicBezTo>
                    <a:pt x="10413" y="7448"/>
                    <a:pt x="10397" y="7448"/>
                    <a:pt x="10381" y="7448"/>
                  </a:cubicBezTo>
                  <a:cubicBezTo>
                    <a:pt x="9925" y="7448"/>
                    <a:pt x="9553" y="7820"/>
                    <a:pt x="9553" y="8276"/>
                  </a:cubicBezTo>
                  <a:lnTo>
                    <a:pt x="9553" y="8326"/>
                  </a:lnTo>
                  <a:cubicBezTo>
                    <a:pt x="9302" y="8487"/>
                    <a:pt x="9175" y="8753"/>
                    <a:pt x="9175" y="9025"/>
                  </a:cubicBezTo>
                  <a:cubicBezTo>
                    <a:pt x="9175" y="9208"/>
                    <a:pt x="9230" y="9396"/>
                    <a:pt x="9358" y="9551"/>
                  </a:cubicBezTo>
                  <a:cubicBezTo>
                    <a:pt x="9202" y="9954"/>
                    <a:pt x="9383" y="10399"/>
                    <a:pt x="9749" y="10590"/>
                  </a:cubicBezTo>
                  <a:lnTo>
                    <a:pt x="8092" y="12002"/>
                  </a:lnTo>
                  <a:lnTo>
                    <a:pt x="7661" y="7887"/>
                  </a:lnTo>
                  <a:lnTo>
                    <a:pt x="7661" y="7887"/>
                  </a:lnTo>
                  <a:cubicBezTo>
                    <a:pt x="7783" y="7917"/>
                    <a:pt x="7909" y="7931"/>
                    <a:pt x="8032" y="7931"/>
                  </a:cubicBezTo>
                  <a:cubicBezTo>
                    <a:pt x="8625" y="7931"/>
                    <a:pt x="9196" y="7593"/>
                    <a:pt x="9458" y="7005"/>
                  </a:cubicBezTo>
                  <a:cubicBezTo>
                    <a:pt x="10268" y="6922"/>
                    <a:pt x="10856" y="6235"/>
                    <a:pt x="10856" y="5458"/>
                  </a:cubicBezTo>
                  <a:cubicBezTo>
                    <a:pt x="10856" y="5353"/>
                    <a:pt x="10845" y="5241"/>
                    <a:pt x="10822" y="5131"/>
                  </a:cubicBezTo>
                  <a:lnTo>
                    <a:pt x="10822" y="5126"/>
                  </a:lnTo>
                  <a:cubicBezTo>
                    <a:pt x="11165" y="4815"/>
                    <a:pt x="11338" y="4393"/>
                    <a:pt x="11338" y="3967"/>
                  </a:cubicBezTo>
                  <a:cubicBezTo>
                    <a:pt x="11338" y="3545"/>
                    <a:pt x="11165" y="3117"/>
                    <a:pt x="10822" y="2808"/>
                  </a:cubicBezTo>
                  <a:cubicBezTo>
                    <a:pt x="10845" y="2696"/>
                    <a:pt x="10856" y="2586"/>
                    <a:pt x="10856" y="2480"/>
                  </a:cubicBezTo>
                  <a:cubicBezTo>
                    <a:pt x="10856" y="1698"/>
                    <a:pt x="10268" y="1015"/>
                    <a:pt x="9458" y="932"/>
                  </a:cubicBezTo>
                  <a:lnTo>
                    <a:pt x="9458" y="928"/>
                  </a:lnTo>
                  <a:cubicBezTo>
                    <a:pt x="9196" y="345"/>
                    <a:pt x="8620" y="0"/>
                    <a:pt x="8026" y="0"/>
                  </a:cubicBezTo>
                  <a:cubicBezTo>
                    <a:pt x="7760" y="0"/>
                    <a:pt x="7495" y="67"/>
                    <a:pt x="7250" y="211"/>
                  </a:cubicBezTo>
                  <a:cubicBezTo>
                    <a:pt x="7000" y="67"/>
                    <a:pt x="6734" y="0"/>
                    <a:pt x="647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161" name="Google Shape;5161;p68"/>
            <p:cNvSpPr/>
            <p:nvPr/>
          </p:nvSpPr>
          <p:spPr>
            <a:xfrm>
              <a:off x="4524715" y="698423"/>
              <a:ext cx="458114" cy="1021753"/>
            </a:xfrm>
            <a:custGeom>
              <a:avLst/>
              <a:gdLst/>
              <a:ahLst/>
              <a:cxnLst/>
              <a:rect l="l" t="t" r="r" b="b"/>
              <a:pathLst>
                <a:path w="11869" h="26472" extrusionOk="0">
                  <a:moveTo>
                    <a:pt x="3136" y="0"/>
                  </a:moveTo>
                  <a:cubicBezTo>
                    <a:pt x="3136" y="1"/>
                    <a:pt x="3529" y="4229"/>
                    <a:pt x="3824" y="4574"/>
                  </a:cubicBezTo>
                  <a:cubicBezTo>
                    <a:pt x="4120" y="4918"/>
                    <a:pt x="4610" y="5509"/>
                    <a:pt x="4610" y="5509"/>
                  </a:cubicBezTo>
                  <a:lnTo>
                    <a:pt x="4610" y="5985"/>
                  </a:lnTo>
                  <a:cubicBezTo>
                    <a:pt x="4333" y="6152"/>
                    <a:pt x="4161" y="6470"/>
                    <a:pt x="4196" y="6813"/>
                  </a:cubicBezTo>
                  <a:cubicBezTo>
                    <a:pt x="4210" y="6946"/>
                    <a:pt x="4254" y="7069"/>
                    <a:pt x="4319" y="7177"/>
                  </a:cubicBezTo>
                  <a:cubicBezTo>
                    <a:pt x="3857" y="7640"/>
                    <a:pt x="1" y="11513"/>
                    <a:pt x="185" y="11605"/>
                  </a:cubicBezTo>
                  <a:cubicBezTo>
                    <a:pt x="189" y="11607"/>
                    <a:pt x="195" y="11608"/>
                    <a:pt x="202" y="11608"/>
                  </a:cubicBezTo>
                  <a:cubicBezTo>
                    <a:pt x="514" y="11608"/>
                    <a:pt x="3433" y="9483"/>
                    <a:pt x="3578" y="9147"/>
                  </a:cubicBezTo>
                  <a:cubicBezTo>
                    <a:pt x="3725" y="8802"/>
                    <a:pt x="4267" y="8213"/>
                    <a:pt x="4364" y="7967"/>
                  </a:cubicBezTo>
                  <a:cubicBezTo>
                    <a:pt x="4412" y="7848"/>
                    <a:pt x="4527" y="7651"/>
                    <a:pt x="4634" y="7478"/>
                  </a:cubicBezTo>
                  <a:cubicBezTo>
                    <a:pt x="4689" y="7507"/>
                    <a:pt x="4746" y="7531"/>
                    <a:pt x="4807" y="7550"/>
                  </a:cubicBezTo>
                  <a:cubicBezTo>
                    <a:pt x="4623" y="10384"/>
                    <a:pt x="4558" y="26472"/>
                    <a:pt x="4558" y="26472"/>
                  </a:cubicBezTo>
                  <a:lnTo>
                    <a:pt x="6042" y="26472"/>
                  </a:lnTo>
                  <a:lnTo>
                    <a:pt x="5316" y="7545"/>
                  </a:lnTo>
                  <a:cubicBezTo>
                    <a:pt x="5556" y="7469"/>
                    <a:pt x="5745" y="7292"/>
                    <a:pt x="5843" y="7068"/>
                  </a:cubicBezTo>
                  <a:cubicBezTo>
                    <a:pt x="6909" y="7367"/>
                    <a:pt x="10825" y="8470"/>
                    <a:pt x="11309" y="8606"/>
                  </a:cubicBezTo>
                  <a:cubicBezTo>
                    <a:pt x="11485" y="8655"/>
                    <a:pt x="11593" y="8676"/>
                    <a:pt x="11659" y="8676"/>
                  </a:cubicBezTo>
                  <a:cubicBezTo>
                    <a:pt x="11804" y="8676"/>
                    <a:pt x="11755" y="8579"/>
                    <a:pt x="11801" y="8471"/>
                  </a:cubicBezTo>
                  <a:cubicBezTo>
                    <a:pt x="11868" y="8314"/>
                    <a:pt x="8533" y="7127"/>
                    <a:pt x="8196" y="6915"/>
                  </a:cubicBezTo>
                  <a:cubicBezTo>
                    <a:pt x="8060" y="6829"/>
                    <a:pt x="7832" y="6800"/>
                    <a:pt x="7590" y="6800"/>
                  </a:cubicBezTo>
                  <a:cubicBezTo>
                    <a:pt x="7234" y="6800"/>
                    <a:pt x="6847" y="6863"/>
                    <a:pt x="6674" y="6904"/>
                  </a:cubicBezTo>
                  <a:cubicBezTo>
                    <a:pt x="6639" y="6912"/>
                    <a:pt x="6600" y="6915"/>
                    <a:pt x="6557" y="6915"/>
                  </a:cubicBezTo>
                  <a:cubicBezTo>
                    <a:pt x="6355" y="6915"/>
                    <a:pt x="6083" y="6837"/>
                    <a:pt x="5913" y="6781"/>
                  </a:cubicBezTo>
                  <a:cubicBezTo>
                    <a:pt x="5916" y="6733"/>
                    <a:pt x="5915" y="6685"/>
                    <a:pt x="5911" y="6635"/>
                  </a:cubicBezTo>
                  <a:cubicBezTo>
                    <a:pt x="5865" y="6192"/>
                    <a:pt x="5490" y="5862"/>
                    <a:pt x="5054" y="5862"/>
                  </a:cubicBezTo>
                  <a:cubicBezTo>
                    <a:pt x="5032" y="5862"/>
                    <a:pt x="5010" y="5863"/>
                    <a:pt x="4988" y="5865"/>
                  </a:cubicBezTo>
                  <a:cubicBezTo>
                    <a:pt x="4678" y="4760"/>
                    <a:pt x="3352" y="88"/>
                    <a:pt x="313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5167" name="Google Shape;5167;p68"/>
          <p:cNvSpPr txBox="1">
            <a:spLocks noGrp="1"/>
          </p:cNvSpPr>
          <p:nvPr>
            <p:ph type="title"/>
          </p:nvPr>
        </p:nvSpPr>
        <p:spPr>
          <a:prstGeom prst="rect">
            <a:avLst/>
          </a:prstGeom>
        </p:spPr>
        <p:txBody>
          <a:bodyPr spcFirstLastPara="1" wrap="square" lIns="91425" tIns="91425" rIns="91425" bIns="91425" anchor="ctr" anchorCtr="0">
            <a:noAutofit/>
          </a:bodyPr>
          <a:lstStyle/>
          <a:p>
            <a:pPr marL="0" lvl="0" indent="0" rtl="0">
              <a:spcBef>
                <a:spcPts val="0"/>
              </a:spcBef>
              <a:spcAft>
                <a:spcPts val="0"/>
              </a:spcAft>
              <a:buNone/>
            </a:pPr>
            <a:r>
              <a:rPr lang="en" sz="4800" b="1" dirty="0">
                <a:solidFill>
                  <a:schemeClr val="bg1"/>
                </a:solidFill>
                <a:effectLst/>
              </a:rPr>
              <a:t>Conclusion</a:t>
            </a:r>
            <a:endParaRPr sz="4800" b="1" dirty="0">
              <a:solidFill>
                <a:schemeClr val="bg1"/>
              </a:solidFill>
              <a:effectLst/>
            </a:endParaRPr>
          </a:p>
        </p:txBody>
      </p:sp>
      <p:sp>
        <p:nvSpPr>
          <p:cNvPr id="5163" name="Google Shape;5163;p68"/>
          <p:cNvSpPr txBox="1">
            <a:spLocks noGrp="1"/>
          </p:cNvSpPr>
          <p:nvPr>
            <p:ph type="title" idx="2"/>
          </p:nvPr>
        </p:nvSpPr>
        <p:spPr>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b="1" dirty="0">
                <a:solidFill>
                  <a:schemeClr val="tx1"/>
                </a:solidFill>
                <a:effectLst/>
              </a:rPr>
              <a:t>06</a:t>
            </a:r>
            <a:endParaRPr b="1" dirty="0">
              <a:solidFill>
                <a:schemeClr val="tx1"/>
              </a:solidFill>
              <a:effectLst/>
            </a:endParaRPr>
          </a:p>
        </p:txBody>
      </p:sp>
      <p:sp>
        <p:nvSpPr>
          <p:cNvPr id="5166" name="Google Shape;5166;p68"/>
          <p:cNvSpPr/>
          <p:nvPr/>
        </p:nvSpPr>
        <p:spPr>
          <a:xfrm rot="-5400000">
            <a:off x="6148927" y="216061"/>
            <a:ext cx="4226946" cy="930116"/>
          </a:xfrm>
          <a:custGeom>
            <a:avLst/>
            <a:gdLst/>
            <a:ahLst/>
            <a:cxnLst/>
            <a:rect l="l" t="t" r="r" b="b"/>
            <a:pathLst>
              <a:path w="53074" h="11679" extrusionOk="0">
                <a:moveTo>
                  <a:pt x="4423" y="398"/>
                </a:moveTo>
                <a:cubicBezTo>
                  <a:pt x="4545" y="398"/>
                  <a:pt x="4645" y="497"/>
                  <a:pt x="4645" y="618"/>
                </a:cubicBezTo>
                <a:lnTo>
                  <a:pt x="4645" y="1647"/>
                </a:lnTo>
                <a:cubicBezTo>
                  <a:pt x="4645" y="1770"/>
                  <a:pt x="4545" y="1869"/>
                  <a:pt x="4423" y="1869"/>
                </a:cubicBezTo>
                <a:cubicBezTo>
                  <a:pt x="4300" y="1869"/>
                  <a:pt x="4200" y="1770"/>
                  <a:pt x="4200" y="1647"/>
                </a:cubicBezTo>
                <a:lnTo>
                  <a:pt x="4200" y="618"/>
                </a:lnTo>
                <a:cubicBezTo>
                  <a:pt x="4200" y="497"/>
                  <a:pt x="4300" y="398"/>
                  <a:pt x="4423" y="398"/>
                </a:cubicBezTo>
                <a:close/>
                <a:moveTo>
                  <a:pt x="1463" y="446"/>
                </a:moveTo>
                <a:cubicBezTo>
                  <a:pt x="1585" y="446"/>
                  <a:pt x="1684" y="546"/>
                  <a:pt x="1684" y="668"/>
                </a:cubicBezTo>
                <a:lnTo>
                  <a:pt x="1684" y="1697"/>
                </a:lnTo>
                <a:cubicBezTo>
                  <a:pt x="1684" y="1820"/>
                  <a:pt x="1585" y="1919"/>
                  <a:pt x="1463" y="1919"/>
                </a:cubicBezTo>
                <a:cubicBezTo>
                  <a:pt x="1339" y="1919"/>
                  <a:pt x="1240" y="1820"/>
                  <a:pt x="1240" y="1697"/>
                </a:cubicBezTo>
                <a:lnTo>
                  <a:pt x="1240" y="668"/>
                </a:lnTo>
                <a:cubicBezTo>
                  <a:pt x="1240" y="546"/>
                  <a:pt x="1339" y="446"/>
                  <a:pt x="1463" y="446"/>
                </a:cubicBezTo>
                <a:close/>
                <a:moveTo>
                  <a:pt x="4249" y="1"/>
                </a:moveTo>
                <a:cubicBezTo>
                  <a:pt x="3923" y="1"/>
                  <a:pt x="3658" y="265"/>
                  <a:pt x="3658" y="591"/>
                </a:cubicBezTo>
                <a:lnTo>
                  <a:pt x="3658" y="3202"/>
                </a:lnTo>
                <a:lnTo>
                  <a:pt x="1981" y="3202"/>
                </a:lnTo>
                <a:lnTo>
                  <a:pt x="1981" y="673"/>
                </a:lnTo>
                <a:cubicBezTo>
                  <a:pt x="1981" y="510"/>
                  <a:pt x="1914" y="364"/>
                  <a:pt x="1808" y="257"/>
                </a:cubicBezTo>
                <a:cubicBezTo>
                  <a:pt x="1701" y="149"/>
                  <a:pt x="1552" y="81"/>
                  <a:pt x="1390" y="81"/>
                </a:cubicBezTo>
                <a:cubicBezTo>
                  <a:pt x="1065" y="81"/>
                  <a:pt x="799" y="348"/>
                  <a:pt x="799" y="672"/>
                </a:cubicBezTo>
                <a:lnTo>
                  <a:pt x="799" y="3202"/>
                </a:lnTo>
                <a:lnTo>
                  <a:pt x="734" y="3202"/>
                </a:lnTo>
                <a:cubicBezTo>
                  <a:pt x="330" y="3202"/>
                  <a:pt x="0" y="3533"/>
                  <a:pt x="0" y="3939"/>
                </a:cubicBezTo>
                <a:lnTo>
                  <a:pt x="0" y="7273"/>
                </a:lnTo>
                <a:cubicBezTo>
                  <a:pt x="0" y="7677"/>
                  <a:pt x="330" y="8008"/>
                  <a:pt x="734" y="8008"/>
                </a:cubicBezTo>
                <a:lnTo>
                  <a:pt x="1369" y="8008"/>
                </a:lnTo>
                <a:lnTo>
                  <a:pt x="1369" y="8946"/>
                </a:lnTo>
                <a:lnTo>
                  <a:pt x="2522" y="8946"/>
                </a:lnTo>
                <a:lnTo>
                  <a:pt x="2522" y="9290"/>
                </a:lnTo>
                <a:cubicBezTo>
                  <a:pt x="2522" y="10607"/>
                  <a:pt x="3593" y="11679"/>
                  <a:pt x="4911" y="11679"/>
                </a:cubicBezTo>
                <a:lnTo>
                  <a:pt x="50099" y="11679"/>
                </a:lnTo>
                <a:cubicBezTo>
                  <a:pt x="51739" y="11679"/>
                  <a:pt x="53073" y="10344"/>
                  <a:pt x="53073" y="8705"/>
                </a:cubicBezTo>
                <a:lnTo>
                  <a:pt x="53073" y="3031"/>
                </a:lnTo>
                <a:lnTo>
                  <a:pt x="52282" y="3031"/>
                </a:lnTo>
                <a:lnTo>
                  <a:pt x="52282" y="8705"/>
                </a:lnTo>
                <a:cubicBezTo>
                  <a:pt x="52282" y="9908"/>
                  <a:pt x="51302" y="10887"/>
                  <a:pt x="50099" y="10887"/>
                </a:cubicBezTo>
                <a:lnTo>
                  <a:pt x="4911" y="10887"/>
                </a:lnTo>
                <a:cubicBezTo>
                  <a:pt x="4030" y="10887"/>
                  <a:pt x="3313" y="10171"/>
                  <a:pt x="3313" y="9290"/>
                </a:cubicBezTo>
                <a:lnTo>
                  <a:pt x="3313" y="8948"/>
                </a:lnTo>
                <a:lnTo>
                  <a:pt x="4463" y="8948"/>
                </a:lnTo>
                <a:lnTo>
                  <a:pt x="4463" y="8009"/>
                </a:lnTo>
                <a:lnTo>
                  <a:pt x="4864" y="8009"/>
                </a:lnTo>
                <a:cubicBezTo>
                  <a:pt x="5270" y="8009"/>
                  <a:pt x="5600" y="7677"/>
                  <a:pt x="5600" y="7273"/>
                </a:cubicBezTo>
                <a:lnTo>
                  <a:pt x="5600" y="3939"/>
                </a:lnTo>
                <a:cubicBezTo>
                  <a:pt x="5600" y="3533"/>
                  <a:pt x="5270" y="3202"/>
                  <a:pt x="4864" y="3202"/>
                </a:cubicBezTo>
                <a:lnTo>
                  <a:pt x="4840" y="3202"/>
                </a:lnTo>
                <a:lnTo>
                  <a:pt x="4840" y="591"/>
                </a:lnTo>
                <a:cubicBezTo>
                  <a:pt x="4840" y="428"/>
                  <a:pt x="4774" y="281"/>
                  <a:pt x="4666" y="173"/>
                </a:cubicBezTo>
                <a:cubicBezTo>
                  <a:pt x="4560" y="66"/>
                  <a:pt x="4412" y="1"/>
                  <a:pt x="4249" y="1"/>
                </a:cubicBezTo>
                <a:close/>
              </a:path>
            </a:pathLst>
          </a:custGeom>
          <a:gradFill>
            <a:gsLst>
              <a:gs pos="0">
                <a:schemeClr val="lt1"/>
              </a:gs>
              <a:gs pos="100000">
                <a:schemeClr val="dk2"/>
              </a:gs>
            </a:gsLst>
            <a:lin ang="5400012"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p>
        </p:txBody>
      </p:sp>
    </p:spTree>
    <p:extLst>
      <p:ext uri="{BB962C8B-B14F-4D97-AF65-F5344CB8AC3E}">
        <p14:creationId xmlns:p14="http://schemas.microsoft.com/office/powerpoint/2010/main" val="20359039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Google Shape;794;p53">
            <a:extLst>
              <a:ext uri="{FF2B5EF4-FFF2-40B4-BE49-F238E27FC236}">
                <a16:creationId xmlns:a16="http://schemas.microsoft.com/office/drawing/2014/main" id="{D31208A3-1BB6-5094-1E11-5866C37F5683}"/>
              </a:ext>
            </a:extLst>
          </p:cNvPr>
          <p:cNvSpPr/>
          <p:nvPr/>
        </p:nvSpPr>
        <p:spPr>
          <a:xfrm>
            <a:off x="713228" y="86100"/>
            <a:ext cx="7717500" cy="722494"/>
          </a:xfrm>
          <a:prstGeom prst="round2DiagRect">
            <a:avLst>
              <a:gd name="adj1" fmla="val 16667"/>
              <a:gd name="adj2" fmla="val 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 name="Title 1">
            <a:extLst>
              <a:ext uri="{FF2B5EF4-FFF2-40B4-BE49-F238E27FC236}">
                <a16:creationId xmlns:a16="http://schemas.microsoft.com/office/drawing/2014/main" id="{352C43E0-89E4-2E95-B2F9-8E3DBE51CE90}"/>
              </a:ext>
            </a:extLst>
          </p:cNvPr>
          <p:cNvSpPr>
            <a:spLocks noGrp="1"/>
          </p:cNvSpPr>
          <p:nvPr>
            <p:ph type="title"/>
          </p:nvPr>
        </p:nvSpPr>
        <p:spPr>
          <a:xfrm>
            <a:off x="713228" y="160009"/>
            <a:ext cx="7717500" cy="576000"/>
          </a:xfrm>
        </p:spPr>
        <p:txBody>
          <a:bodyPr/>
          <a:lstStyle/>
          <a:p>
            <a:r>
              <a:rPr lang="en-US" sz="3200" b="1" kern="1200" dirty="0">
                <a:solidFill>
                  <a:schemeClr val="bg1"/>
                </a:solidFill>
                <a:effectLst/>
                <a:latin typeface="Montserrat" panose="00000500000000000000" pitchFamily="2" charset="0"/>
                <a:ea typeface="+mn-ea"/>
                <a:cs typeface="+mn-cs"/>
              </a:rPr>
              <a:t>Conclusion</a:t>
            </a:r>
            <a:endParaRPr lang="en-US" sz="3200" b="1" dirty="0">
              <a:solidFill>
                <a:schemeClr val="bg1"/>
              </a:solidFill>
              <a:latin typeface="Montserrat" panose="00000500000000000000" pitchFamily="2" charset="0"/>
            </a:endParaRPr>
          </a:p>
        </p:txBody>
      </p:sp>
      <p:sp>
        <p:nvSpPr>
          <p:cNvPr id="4" name="TextBox 3">
            <a:extLst>
              <a:ext uri="{FF2B5EF4-FFF2-40B4-BE49-F238E27FC236}">
                <a16:creationId xmlns:a16="http://schemas.microsoft.com/office/drawing/2014/main" id="{1D241925-E3FE-4F43-9143-A92CD528E02B}"/>
              </a:ext>
            </a:extLst>
          </p:cNvPr>
          <p:cNvSpPr txBox="1"/>
          <p:nvPr/>
        </p:nvSpPr>
        <p:spPr>
          <a:xfrm>
            <a:off x="713228" y="1087946"/>
            <a:ext cx="7516371" cy="2967607"/>
          </a:xfrm>
          <a:prstGeom prst="rect">
            <a:avLst/>
          </a:prstGeom>
          <a:noFill/>
        </p:spPr>
        <p:txBody>
          <a:bodyPr wrap="square" rtlCol="0">
            <a:spAutoFit/>
          </a:bodyPr>
          <a:lstStyle/>
          <a:p>
            <a:pPr algn="just">
              <a:lnSpc>
                <a:spcPct val="150000"/>
              </a:lnSpc>
            </a:pPr>
            <a:r>
              <a:rPr lang="en-US" sz="1400" dirty="0">
                <a:solidFill>
                  <a:schemeClr val="tx1"/>
                </a:solidFill>
                <a:latin typeface="Fira Sans" panose="020B0503050000020004" pitchFamily="34" charset="0"/>
              </a:rPr>
              <a:t>The following outcomes were made in the design and fabrication of the golf cart:</a:t>
            </a:r>
          </a:p>
          <a:p>
            <a:pPr marL="285750" indent="-285750" algn="just">
              <a:lnSpc>
                <a:spcPct val="150000"/>
              </a:lnSpc>
              <a:buBlip>
                <a:blip r:embed="rId2">
                  <a:extLst>
                    <a:ext uri="{96DAC541-7B7A-43D3-8B79-37D633B846F1}">
                      <asvg:svgBlip xmlns:asvg="http://schemas.microsoft.com/office/drawing/2016/SVG/main" r:embed="rId3"/>
                    </a:ext>
                  </a:extLst>
                </a:blip>
              </a:buBlip>
            </a:pPr>
            <a:r>
              <a:rPr lang="en-US" sz="1400" dirty="0">
                <a:solidFill>
                  <a:schemeClr val="tx1"/>
                </a:solidFill>
                <a:latin typeface="Fira Sans" panose="020B0503050000020004" pitchFamily="34" charset="0"/>
              </a:rPr>
              <a:t>A lot of market research went into the design of the electric golf cart and desirable results were achieved.</a:t>
            </a:r>
          </a:p>
          <a:p>
            <a:pPr marL="285750" indent="-285750" algn="just">
              <a:lnSpc>
                <a:spcPct val="150000"/>
              </a:lnSpc>
              <a:buBlip>
                <a:blip r:embed="rId2">
                  <a:extLst>
                    <a:ext uri="{96DAC541-7B7A-43D3-8B79-37D633B846F1}">
                      <asvg:svgBlip xmlns:asvg="http://schemas.microsoft.com/office/drawing/2016/SVG/main" r:embed="rId3"/>
                    </a:ext>
                  </a:extLst>
                </a:blip>
              </a:buBlip>
            </a:pPr>
            <a:r>
              <a:rPr lang="en-US" sz="1400" dirty="0">
                <a:solidFill>
                  <a:schemeClr val="tx1"/>
                </a:solidFill>
                <a:latin typeface="Fira Sans" panose="020B0503050000020004" pitchFamily="34" charset="0"/>
              </a:rPr>
              <a:t>Finalizing the design of the chassis and trying to innovate with different pipe sizes and shapes gave a unique looking cart with considerable strength and balance.</a:t>
            </a:r>
          </a:p>
          <a:p>
            <a:pPr marL="285750" indent="-285750" algn="just">
              <a:lnSpc>
                <a:spcPct val="150000"/>
              </a:lnSpc>
              <a:buBlip>
                <a:blip r:embed="rId2">
                  <a:extLst>
                    <a:ext uri="{96DAC541-7B7A-43D3-8B79-37D633B846F1}">
                      <asvg:svgBlip xmlns:asvg="http://schemas.microsoft.com/office/drawing/2016/SVG/main" r:embed="rId3"/>
                    </a:ext>
                  </a:extLst>
                </a:blip>
              </a:buBlip>
            </a:pPr>
            <a:r>
              <a:rPr lang="en-US" sz="1400" dirty="0">
                <a:solidFill>
                  <a:schemeClr val="tx1"/>
                </a:solidFill>
                <a:latin typeface="Fira Sans" panose="020B0503050000020004" pitchFamily="34" charset="0"/>
              </a:rPr>
              <a:t>An excellent range of mileage of 60 km is obtained for such a heavy vehicle with lead acid batteries.</a:t>
            </a:r>
          </a:p>
          <a:p>
            <a:pPr marL="285750" indent="-285750" algn="just">
              <a:lnSpc>
                <a:spcPct val="150000"/>
              </a:lnSpc>
              <a:buBlip>
                <a:blip r:embed="rId2">
                  <a:extLst>
                    <a:ext uri="{96DAC541-7B7A-43D3-8B79-37D633B846F1}">
                      <asvg:svgBlip xmlns:asvg="http://schemas.microsoft.com/office/drawing/2016/SVG/main" r:embed="rId3"/>
                    </a:ext>
                  </a:extLst>
                </a:blip>
              </a:buBlip>
            </a:pPr>
            <a:r>
              <a:rPr lang="en-US" sz="1400" dirty="0">
                <a:solidFill>
                  <a:schemeClr val="tx1"/>
                </a:solidFill>
                <a:latin typeface="Fira Sans" panose="020B0503050000020004" pitchFamily="34" charset="0"/>
              </a:rPr>
              <a:t>The performance of overall vehicle including its speed, braking distance and turning radius, which were achieved under the pre-set assumed values.</a:t>
            </a:r>
          </a:p>
        </p:txBody>
      </p:sp>
    </p:spTree>
    <p:extLst>
      <p:ext uri="{BB962C8B-B14F-4D97-AF65-F5344CB8AC3E}">
        <p14:creationId xmlns:p14="http://schemas.microsoft.com/office/powerpoint/2010/main" val="415814256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Google Shape;794;p53">
            <a:extLst>
              <a:ext uri="{FF2B5EF4-FFF2-40B4-BE49-F238E27FC236}">
                <a16:creationId xmlns:a16="http://schemas.microsoft.com/office/drawing/2014/main" id="{D31208A3-1BB6-5094-1E11-5866C37F5683}"/>
              </a:ext>
            </a:extLst>
          </p:cNvPr>
          <p:cNvSpPr/>
          <p:nvPr/>
        </p:nvSpPr>
        <p:spPr>
          <a:xfrm>
            <a:off x="713228" y="86100"/>
            <a:ext cx="7717500" cy="722494"/>
          </a:xfrm>
          <a:prstGeom prst="round2DiagRect">
            <a:avLst>
              <a:gd name="adj1" fmla="val 16667"/>
              <a:gd name="adj2" fmla="val 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 name="Title 1">
            <a:extLst>
              <a:ext uri="{FF2B5EF4-FFF2-40B4-BE49-F238E27FC236}">
                <a16:creationId xmlns:a16="http://schemas.microsoft.com/office/drawing/2014/main" id="{352C43E0-89E4-2E95-B2F9-8E3DBE51CE90}"/>
              </a:ext>
            </a:extLst>
          </p:cNvPr>
          <p:cNvSpPr>
            <a:spLocks noGrp="1"/>
          </p:cNvSpPr>
          <p:nvPr>
            <p:ph type="title"/>
          </p:nvPr>
        </p:nvSpPr>
        <p:spPr>
          <a:xfrm>
            <a:off x="713228" y="160009"/>
            <a:ext cx="7717500" cy="576000"/>
          </a:xfrm>
        </p:spPr>
        <p:txBody>
          <a:bodyPr/>
          <a:lstStyle/>
          <a:p>
            <a:r>
              <a:rPr lang="en-US" sz="3200" b="1" kern="1200" dirty="0">
                <a:solidFill>
                  <a:schemeClr val="bg1"/>
                </a:solidFill>
                <a:effectLst/>
                <a:latin typeface="Montserrat" panose="00000500000000000000" pitchFamily="2" charset="0"/>
                <a:ea typeface="+mn-ea"/>
                <a:cs typeface="+mn-cs"/>
              </a:rPr>
              <a:t>Conclusion</a:t>
            </a:r>
            <a:endParaRPr lang="en-US" b="1" dirty="0">
              <a:solidFill>
                <a:schemeClr val="bg1"/>
              </a:solidFill>
              <a:latin typeface="Montserrat" panose="00000500000000000000" pitchFamily="2" charset="0"/>
            </a:endParaRPr>
          </a:p>
        </p:txBody>
      </p:sp>
      <p:sp>
        <p:nvSpPr>
          <p:cNvPr id="4" name="TextBox 3">
            <a:extLst>
              <a:ext uri="{FF2B5EF4-FFF2-40B4-BE49-F238E27FC236}">
                <a16:creationId xmlns:a16="http://schemas.microsoft.com/office/drawing/2014/main" id="{1D241925-E3FE-4F43-9143-A92CD528E02B}"/>
              </a:ext>
            </a:extLst>
          </p:cNvPr>
          <p:cNvSpPr txBox="1"/>
          <p:nvPr/>
        </p:nvSpPr>
        <p:spPr>
          <a:xfrm>
            <a:off x="713229" y="882502"/>
            <a:ext cx="7496493" cy="2963568"/>
          </a:xfrm>
          <a:prstGeom prst="rect">
            <a:avLst/>
          </a:prstGeom>
          <a:noFill/>
        </p:spPr>
        <p:txBody>
          <a:bodyPr wrap="square" rtlCol="0">
            <a:spAutoFit/>
          </a:bodyPr>
          <a:lstStyle/>
          <a:p>
            <a:pPr marL="285750" indent="-285750" algn="just">
              <a:lnSpc>
                <a:spcPct val="150000"/>
              </a:lnSpc>
              <a:buBlip>
                <a:blip r:embed="rId2">
                  <a:extLst>
                    <a:ext uri="{96DAC541-7B7A-43D3-8B79-37D633B846F1}">
                      <asvg:svgBlip xmlns:asvg="http://schemas.microsoft.com/office/drawing/2016/SVG/main" r:embed="rId3"/>
                    </a:ext>
                  </a:extLst>
                </a:blip>
              </a:buBlip>
            </a:pPr>
            <a:r>
              <a:rPr lang="en-US" sz="1400" dirty="0">
                <a:solidFill>
                  <a:schemeClr val="tx1"/>
                </a:solidFill>
                <a:latin typeface="SF Pro Text" panose="00000500000000000000" pitchFamily="2" charset="0"/>
                <a:ea typeface="SF Pro Text" panose="00000500000000000000" pitchFamily="2" charset="0"/>
              </a:rPr>
              <a:t>The suspension design was selected carefully to give the best performance at maximum loading conditions.</a:t>
            </a:r>
          </a:p>
          <a:p>
            <a:pPr marL="285750" indent="-285750" algn="just">
              <a:lnSpc>
                <a:spcPct val="150000"/>
              </a:lnSpc>
              <a:buBlip>
                <a:blip r:embed="rId2">
                  <a:extLst>
                    <a:ext uri="{96DAC541-7B7A-43D3-8B79-37D633B846F1}">
                      <asvg:svgBlip xmlns:asvg="http://schemas.microsoft.com/office/drawing/2016/SVG/main" r:embed="rId3"/>
                    </a:ext>
                  </a:extLst>
                </a:blip>
              </a:buBlip>
            </a:pPr>
            <a:r>
              <a:rPr lang="en-US" sz="1400" dirty="0">
                <a:solidFill>
                  <a:schemeClr val="tx1"/>
                </a:solidFill>
                <a:latin typeface="SF Pro Text" panose="00000500000000000000" pitchFamily="2" charset="0"/>
                <a:ea typeface="SF Pro Text" panose="00000500000000000000" pitchFamily="2" charset="0"/>
              </a:rPr>
              <a:t>The transaxle ratio of 10.45 gives the most optimum output with the coupled motor. The Golf Cart is able to climb fully loaded in grassy/muddy terrain with 20° inclination from horizontal as per design.</a:t>
            </a:r>
          </a:p>
          <a:p>
            <a:pPr marL="285750" indent="-285750" algn="just">
              <a:lnSpc>
                <a:spcPct val="150000"/>
              </a:lnSpc>
              <a:buBlip>
                <a:blip r:embed="rId2">
                  <a:extLst>
                    <a:ext uri="{96DAC541-7B7A-43D3-8B79-37D633B846F1}">
                      <asvg:svgBlip xmlns:asvg="http://schemas.microsoft.com/office/drawing/2016/SVG/main" r:embed="rId3"/>
                    </a:ext>
                  </a:extLst>
                </a:blip>
              </a:buBlip>
            </a:pPr>
            <a:r>
              <a:rPr lang="en-US" sz="1400" dirty="0">
                <a:solidFill>
                  <a:schemeClr val="tx1"/>
                </a:solidFill>
                <a:latin typeface="SF Pro Text" panose="00000500000000000000" pitchFamily="2" charset="0"/>
                <a:ea typeface="SF Pro Text" panose="00000500000000000000" pitchFamily="2" charset="0"/>
              </a:rPr>
              <a:t>The heavy batteries placed below the seats makes the majority of the weight carried by the cart at low height even after passenger is seated, which gives the entire cart a very low roll center that reduces the risk of cart rolling during uneven terrains.</a:t>
            </a:r>
            <a:endParaRPr lang="en-IN" sz="1400" dirty="0">
              <a:solidFill>
                <a:schemeClr val="tx1"/>
              </a:solidFill>
              <a:latin typeface="SF Pro Text" panose="00000500000000000000" pitchFamily="2" charset="0"/>
              <a:ea typeface="SF Pro Text" panose="00000500000000000000" pitchFamily="2" charset="0"/>
            </a:endParaRPr>
          </a:p>
        </p:txBody>
      </p:sp>
    </p:spTree>
    <p:extLst>
      <p:ext uri="{BB962C8B-B14F-4D97-AF65-F5344CB8AC3E}">
        <p14:creationId xmlns:p14="http://schemas.microsoft.com/office/powerpoint/2010/main" val="26651407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Google Shape;794;p53">
            <a:extLst>
              <a:ext uri="{FF2B5EF4-FFF2-40B4-BE49-F238E27FC236}">
                <a16:creationId xmlns:a16="http://schemas.microsoft.com/office/drawing/2014/main" id="{D31208A3-1BB6-5094-1E11-5866C37F5683}"/>
              </a:ext>
            </a:extLst>
          </p:cNvPr>
          <p:cNvSpPr/>
          <p:nvPr/>
        </p:nvSpPr>
        <p:spPr>
          <a:xfrm>
            <a:off x="713228" y="86100"/>
            <a:ext cx="7717500" cy="722494"/>
          </a:xfrm>
          <a:prstGeom prst="round2DiagRect">
            <a:avLst>
              <a:gd name="adj1" fmla="val 16667"/>
              <a:gd name="adj2" fmla="val 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 name="Title 1">
            <a:extLst>
              <a:ext uri="{FF2B5EF4-FFF2-40B4-BE49-F238E27FC236}">
                <a16:creationId xmlns:a16="http://schemas.microsoft.com/office/drawing/2014/main" id="{352C43E0-89E4-2E95-B2F9-8E3DBE51CE90}"/>
              </a:ext>
            </a:extLst>
          </p:cNvPr>
          <p:cNvSpPr>
            <a:spLocks noGrp="1"/>
          </p:cNvSpPr>
          <p:nvPr>
            <p:ph type="title"/>
          </p:nvPr>
        </p:nvSpPr>
        <p:spPr>
          <a:xfrm>
            <a:off x="713228" y="160009"/>
            <a:ext cx="7717500" cy="576000"/>
          </a:xfrm>
        </p:spPr>
        <p:txBody>
          <a:bodyPr/>
          <a:lstStyle/>
          <a:p>
            <a:r>
              <a:rPr lang="en-US" sz="3200" b="1" kern="1200" dirty="0">
                <a:solidFill>
                  <a:schemeClr val="bg1"/>
                </a:solidFill>
                <a:effectLst/>
                <a:latin typeface="Montserrat" panose="00000500000000000000" pitchFamily="2" charset="0"/>
                <a:ea typeface="+mn-ea"/>
                <a:cs typeface="+mn-cs"/>
              </a:rPr>
              <a:t>Conclusion</a:t>
            </a:r>
            <a:endParaRPr lang="en-US" sz="3200" b="1" dirty="0">
              <a:solidFill>
                <a:schemeClr val="bg1"/>
              </a:solidFill>
              <a:latin typeface="Montserrat" panose="00000500000000000000" pitchFamily="2" charset="0"/>
            </a:endParaRPr>
          </a:p>
        </p:txBody>
      </p:sp>
      <p:graphicFrame>
        <p:nvGraphicFramePr>
          <p:cNvPr id="3" name="Table 2">
            <a:extLst>
              <a:ext uri="{FF2B5EF4-FFF2-40B4-BE49-F238E27FC236}">
                <a16:creationId xmlns:a16="http://schemas.microsoft.com/office/drawing/2014/main" id="{18AD012A-6C24-43E5-B52A-0ED663B44101}"/>
              </a:ext>
            </a:extLst>
          </p:cNvPr>
          <p:cNvGraphicFramePr>
            <a:graphicFrameLocks noGrp="1"/>
          </p:cNvGraphicFramePr>
          <p:nvPr/>
        </p:nvGraphicFramePr>
        <p:xfrm>
          <a:off x="2212133" y="1344820"/>
          <a:ext cx="4719734" cy="2966720"/>
        </p:xfrm>
        <a:graphic>
          <a:graphicData uri="http://schemas.openxmlformats.org/drawingml/2006/table">
            <a:tbl>
              <a:tblPr firstRow="1" bandRow="1">
                <a:tableStyleId>{3C2FFA5D-87B4-456A-9821-1D502468CF0F}</a:tableStyleId>
              </a:tblPr>
              <a:tblGrid>
                <a:gridCol w="2032000">
                  <a:extLst>
                    <a:ext uri="{9D8B030D-6E8A-4147-A177-3AD203B41FA5}">
                      <a16:colId xmlns:a16="http://schemas.microsoft.com/office/drawing/2014/main" val="676881250"/>
                    </a:ext>
                  </a:extLst>
                </a:gridCol>
                <a:gridCol w="2687734">
                  <a:extLst>
                    <a:ext uri="{9D8B030D-6E8A-4147-A177-3AD203B41FA5}">
                      <a16:colId xmlns:a16="http://schemas.microsoft.com/office/drawing/2014/main" val="4089945452"/>
                    </a:ext>
                  </a:extLst>
                </a:gridCol>
              </a:tblGrid>
              <a:tr h="370840">
                <a:tc>
                  <a:txBody>
                    <a:bodyPr/>
                    <a:lstStyle/>
                    <a:p>
                      <a:pPr algn="ctr"/>
                      <a:r>
                        <a:rPr lang="en-US" dirty="0"/>
                        <a:t>Specification </a:t>
                      </a:r>
                      <a:endParaRPr lang="en-IN" b="1" dirty="0">
                        <a:solidFill>
                          <a:srgbClr val="718A1D"/>
                        </a:solidFill>
                        <a:latin typeface="SF Pro Text"/>
                      </a:endParaRPr>
                    </a:p>
                  </a:txBody>
                  <a:tcPr/>
                </a:tc>
                <a:tc>
                  <a:txBody>
                    <a:bodyPr/>
                    <a:lstStyle/>
                    <a:p>
                      <a:pPr algn="ctr"/>
                      <a:r>
                        <a:rPr lang="en-US" dirty="0"/>
                        <a:t>Values</a:t>
                      </a:r>
                      <a:endParaRPr lang="en-IN" b="1" dirty="0">
                        <a:solidFill>
                          <a:srgbClr val="718A1D"/>
                        </a:solidFill>
                        <a:latin typeface="SF Pro Text"/>
                      </a:endParaRPr>
                    </a:p>
                  </a:txBody>
                  <a:tcPr/>
                </a:tc>
                <a:extLst>
                  <a:ext uri="{0D108BD9-81ED-4DB2-BD59-A6C34878D82A}">
                    <a16:rowId xmlns:a16="http://schemas.microsoft.com/office/drawing/2014/main" val="458401735"/>
                  </a:ext>
                </a:extLst>
              </a:tr>
              <a:tr h="370840">
                <a:tc>
                  <a:txBody>
                    <a:bodyPr/>
                    <a:lstStyle/>
                    <a:p>
                      <a:pPr algn="ctr"/>
                      <a:r>
                        <a:rPr lang="en-US" dirty="0"/>
                        <a:t>Motor Type</a:t>
                      </a:r>
                      <a:endParaRPr lang="en-IN" b="1" dirty="0">
                        <a:solidFill>
                          <a:srgbClr val="718A1D"/>
                        </a:solidFill>
                        <a:latin typeface="SF Pro Text"/>
                      </a:endParaRPr>
                    </a:p>
                  </a:txBody>
                  <a:tcPr/>
                </a:tc>
                <a:tc>
                  <a:txBody>
                    <a:bodyPr/>
                    <a:lstStyle/>
                    <a:p>
                      <a:pPr algn="ctr"/>
                      <a:r>
                        <a:rPr lang="en-US" dirty="0"/>
                        <a:t>Brushless DC Motor</a:t>
                      </a:r>
                      <a:endParaRPr lang="en-IN" dirty="0">
                        <a:solidFill>
                          <a:srgbClr val="1B667A"/>
                        </a:solidFill>
                        <a:latin typeface="SF Pro Text"/>
                      </a:endParaRPr>
                    </a:p>
                  </a:txBody>
                  <a:tcPr/>
                </a:tc>
                <a:extLst>
                  <a:ext uri="{0D108BD9-81ED-4DB2-BD59-A6C34878D82A}">
                    <a16:rowId xmlns:a16="http://schemas.microsoft.com/office/drawing/2014/main" val="2332673573"/>
                  </a:ext>
                </a:extLst>
              </a:tr>
              <a:tr h="370840">
                <a:tc>
                  <a:txBody>
                    <a:bodyPr/>
                    <a:lstStyle/>
                    <a:p>
                      <a:pPr algn="ctr"/>
                      <a:r>
                        <a:rPr lang="en-US" dirty="0"/>
                        <a:t>Rated Power </a:t>
                      </a:r>
                      <a:endParaRPr lang="en-IN" b="1" dirty="0">
                        <a:solidFill>
                          <a:srgbClr val="718A1D"/>
                        </a:solidFill>
                        <a:latin typeface="SF Pro Text"/>
                      </a:endParaRPr>
                    </a:p>
                  </a:txBody>
                  <a:tcPr/>
                </a:tc>
                <a:tc>
                  <a:txBody>
                    <a:bodyPr/>
                    <a:lstStyle/>
                    <a:p>
                      <a:pPr algn="ctr"/>
                      <a:r>
                        <a:rPr lang="en-US" dirty="0"/>
                        <a:t>2kW/ 3kW/ 4kW</a:t>
                      </a:r>
                      <a:endParaRPr lang="en-IN" dirty="0">
                        <a:solidFill>
                          <a:srgbClr val="1B667A"/>
                        </a:solidFill>
                        <a:latin typeface="SF Pro Text"/>
                      </a:endParaRPr>
                    </a:p>
                  </a:txBody>
                  <a:tcPr/>
                </a:tc>
                <a:extLst>
                  <a:ext uri="{0D108BD9-81ED-4DB2-BD59-A6C34878D82A}">
                    <a16:rowId xmlns:a16="http://schemas.microsoft.com/office/drawing/2014/main" val="74300472"/>
                  </a:ext>
                </a:extLst>
              </a:tr>
              <a:tr h="370840">
                <a:tc>
                  <a:txBody>
                    <a:bodyPr/>
                    <a:lstStyle/>
                    <a:p>
                      <a:pPr algn="ctr"/>
                      <a:r>
                        <a:rPr lang="en-US" dirty="0"/>
                        <a:t>Rated Voltage </a:t>
                      </a:r>
                      <a:endParaRPr lang="en-IN" b="1" dirty="0">
                        <a:solidFill>
                          <a:srgbClr val="718A1D"/>
                        </a:solidFill>
                        <a:latin typeface="SF Pro Text"/>
                      </a:endParaRPr>
                    </a:p>
                  </a:txBody>
                  <a:tcPr/>
                </a:tc>
                <a:tc>
                  <a:txBody>
                    <a:bodyPr/>
                    <a:lstStyle/>
                    <a:p>
                      <a:pPr algn="ctr"/>
                      <a:r>
                        <a:rPr lang="en-US" dirty="0"/>
                        <a:t>48V</a:t>
                      </a:r>
                      <a:endParaRPr lang="en-IN" dirty="0">
                        <a:solidFill>
                          <a:srgbClr val="1B667A"/>
                        </a:solidFill>
                        <a:latin typeface="SF Pro Text"/>
                      </a:endParaRPr>
                    </a:p>
                  </a:txBody>
                  <a:tcPr/>
                </a:tc>
                <a:extLst>
                  <a:ext uri="{0D108BD9-81ED-4DB2-BD59-A6C34878D82A}">
                    <a16:rowId xmlns:a16="http://schemas.microsoft.com/office/drawing/2014/main" val="2725931359"/>
                  </a:ext>
                </a:extLst>
              </a:tr>
              <a:tr h="370840">
                <a:tc>
                  <a:txBody>
                    <a:bodyPr/>
                    <a:lstStyle/>
                    <a:p>
                      <a:pPr algn="ctr"/>
                      <a:r>
                        <a:rPr lang="en-US" dirty="0"/>
                        <a:t>Peak Current</a:t>
                      </a:r>
                      <a:endParaRPr lang="en-IN" b="1" dirty="0">
                        <a:solidFill>
                          <a:srgbClr val="718A1D"/>
                        </a:solidFill>
                        <a:latin typeface="SF Pro Text"/>
                      </a:endParaRPr>
                    </a:p>
                  </a:txBody>
                  <a:tcPr/>
                </a:tc>
                <a:tc>
                  <a:txBody>
                    <a:bodyPr/>
                    <a:lstStyle/>
                    <a:p>
                      <a:pPr algn="ctr"/>
                      <a:r>
                        <a:rPr lang="en-US" dirty="0"/>
                        <a:t>90-110Amps</a:t>
                      </a:r>
                      <a:endParaRPr lang="en-IN" dirty="0">
                        <a:solidFill>
                          <a:srgbClr val="1B667A"/>
                        </a:solidFill>
                        <a:latin typeface="SF Pro Text"/>
                      </a:endParaRPr>
                    </a:p>
                  </a:txBody>
                  <a:tcPr/>
                </a:tc>
                <a:extLst>
                  <a:ext uri="{0D108BD9-81ED-4DB2-BD59-A6C34878D82A}">
                    <a16:rowId xmlns:a16="http://schemas.microsoft.com/office/drawing/2014/main" val="1716120399"/>
                  </a:ext>
                </a:extLst>
              </a:tr>
              <a:tr h="370840">
                <a:tc>
                  <a:txBody>
                    <a:bodyPr/>
                    <a:lstStyle/>
                    <a:p>
                      <a:pPr algn="ctr"/>
                      <a:r>
                        <a:rPr lang="en-US" dirty="0"/>
                        <a:t>Continuous Current</a:t>
                      </a:r>
                      <a:endParaRPr lang="en-IN" b="1" dirty="0">
                        <a:solidFill>
                          <a:srgbClr val="718A1D"/>
                        </a:solidFill>
                        <a:latin typeface="SF Pro Text"/>
                      </a:endParaRPr>
                    </a:p>
                  </a:txBody>
                  <a:tcPr/>
                </a:tc>
                <a:tc>
                  <a:txBody>
                    <a:bodyPr/>
                    <a:lstStyle/>
                    <a:p>
                      <a:pPr algn="ctr"/>
                      <a:r>
                        <a:rPr lang="en-US" dirty="0"/>
                        <a:t>65Amps</a:t>
                      </a:r>
                      <a:endParaRPr lang="en-IN" dirty="0">
                        <a:solidFill>
                          <a:srgbClr val="1B667A"/>
                        </a:solidFill>
                        <a:latin typeface="SF Pro Text"/>
                      </a:endParaRPr>
                    </a:p>
                  </a:txBody>
                  <a:tcPr/>
                </a:tc>
                <a:extLst>
                  <a:ext uri="{0D108BD9-81ED-4DB2-BD59-A6C34878D82A}">
                    <a16:rowId xmlns:a16="http://schemas.microsoft.com/office/drawing/2014/main" val="1920309176"/>
                  </a:ext>
                </a:extLst>
              </a:tr>
              <a:tr h="370840">
                <a:tc>
                  <a:txBody>
                    <a:bodyPr/>
                    <a:lstStyle/>
                    <a:p>
                      <a:pPr algn="ctr"/>
                      <a:r>
                        <a:rPr lang="en-US" dirty="0"/>
                        <a:t>Controller </a:t>
                      </a:r>
                      <a:endParaRPr lang="en-IN" b="1" dirty="0">
                        <a:solidFill>
                          <a:srgbClr val="718A1D"/>
                        </a:solidFill>
                        <a:latin typeface="SF Pro Text"/>
                      </a:endParaRPr>
                    </a:p>
                  </a:txBody>
                  <a:tcPr/>
                </a:tc>
                <a:tc>
                  <a:txBody>
                    <a:bodyPr/>
                    <a:lstStyle/>
                    <a:p>
                      <a:pPr algn="ctr"/>
                      <a:r>
                        <a:rPr lang="en-US" dirty="0"/>
                        <a:t>Curtis Controller 1226BL</a:t>
                      </a:r>
                      <a:endParaRPr lang="en-IN" dirty="0">
                        <a:solidFill>
                          <a:srgbClr val="1B667A"/>
                        </a:solidFill>
                        <a:latin typeface="SF Pro Text"/>
                      </a:endParaRPr>
                    </a:p>
                  </a:txBody>
                  <a:tcPr/>
                </a:tc>
                <a:extLst>
                  <a:ext uri="{0D108BD9-81ED-4DB2-BD59-A6C34878D82A}">
                    <a16:rowId xmlns:a16="http://schemas.microsoft.com/office/drawing/2014/main" val="867740710"/>
                  </a:ext>
                </a:extLst>
              </a:tr>
              <a:tr h="370840">
                <a:tc>
                  <a:txBody>
                    <a:bodyPr/>
                    <a:lstStyle/>
                    <a:p>
                      <a:pPr algn="ctr"/>
                      <a:r>
                        <a:rPr lang="en-US" dirty="0"/>
                        <a:t>Transaxle</a:t>
                      </a:r>
                      <a:endParaRPr lang="en-IN" b="1" dirty="0">
                        <a:solidFill>
                          <a:srgbClr val="718A1D"/>
                        </a:solidFill>
                        <a:latin typeface="SF Pro Text"/>
                      </a:endParaRPr>
                    </a:p>
                  </a:txBody>
                  <a:tcPr/>
                </a:tc>
                <a:tc>
                  <a:txBody>
                    <a:bodyPr/>
                    <a:lstStyle/>
                    <a:p>
                      <a:pPr algn="ctr"/>
                      <a:r>
                        <a:rPr lang="en-US" dirty="0"/>
                        <a:t>44 inch MS type </a:t>
                      </a:r>
                      <a:endParaRPr lang="en-IN" dirty="0">
                        <a:solidFill>
                          <a:srgbClr val="1B667A"/>
                        </a:solidFill>
                        <a:latin typeface="SF Pro Text"/>
                      </a:endParaRPr>
                    </a:p>
                  </a:txBody>
                  <a:tcPr/>
                </a:tc>
                <a:extLst>
                  <a:ext uri="{0D108BD9-81ED-4DB2-BD59-A6C34878D82A}">
                    <a16:rowId xmlns:a16="http://schemas.microsoft.com/office/drawing/2014/main" val="352151578"/>
                  </a:ext>
                </a:extLst>
              </a:tr>
            </a:tbl>
          </a:graphicData>
        </a:graphic>
      </p:graphicFrame>
    </p:spTree>
    <p:extLst>
      <p:ext uri="{BB962C8B-B14F-4D97-AF65-F5344CB8AC3E}">
        <p14:creationId xmlns:p14="http://schemas.microsoft.com/office/powerpoint/2010/main" val="81632630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Google Shape;794;p53">
            <a:extLst>
              <a:ext uri="{FF2B5EF4-FFF2-40B4-BE49-F238E27FC236}">
                <a16:creationId xmlns:a16="http://schemas.microsoft.com/office/drawing/2014/main" id="{97D6695E-A8B7-4469-A1F2-95AC4E82591C}"/>
              </a:ext>
            </a:extLst>
          </p:cNvPr>
          <p:cNvSpPr/>
          <p:nvPr/>
        </p:nvSpPr>
        <p:spPr>
          <a:xfrm>
            <a:off x="713250" y="102204"/>
            <a:ext cx="7717500" cy="722494"/>
          </a:xfrm>
          <a:prstGeom prst="round2DiagRect">
            <a:avLst>
              <a:gd name="adj1" fmla="val 16667"/>
              <a:gd name="adj2" fmla="val 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 name="Title 1">
            <a:extLst>
              <a:ext uri="{FF2B5EF4-FFF2-40B4-BE49-F238E27FC236}">
                <a16:creationId xmlns:a16="http://schemas.microsoft.com/office/drawing/2014/main" id="{31AB6F51-8EBC-4197-8FC3-403BBAA19AAB}"/>
              </a:ext>
            </a:extLst>
          </p:cNvPr>
          <p:cNvSpPr>
            <a:spLocks noGrp="1"/>
          </p:cNvSpPr>
          <p:nvPr>
            <p:ph type="title"/>
          </p:nvPr>
        </p:nvSpPr>
        <p:spPr>
          <a:xfrm>
            <a:off x="703311" y="165245"/>
            <a:ext cx="7717500" cy="576000"/>
          </a:xfrm>
        </p:spPr>
        <p:txBody>
          <a:bodyPr/>
          <a:lstStyle/>
          <a:p>
            <a:r>
              <a:rPr lang="en-US" sz="3200" dirty="0">
                <a:solidFill>
                  <a:schemeClr val="bg1"/>
                </a:solidFill>
                <a:effectLst/>
              </a:rPr>
              <a:t>References</a:t>
            </a:r>
            <a:endParaRPr lang="en-IN" sz="3200" dirty="0">
              <a:solidFill>
                <a:schemeClr val="bg1"/>
              </a:solidFill>
              <a:effectLst/>
            </a:endParaRPr>
          </a:p>
        </p:txBody>
      </p:sp>
      <p:sp>
        <p:nvSpPr>
          <p:cNvPr id="4" name="Text Placeholder 3">
            <a:extLst>
              <a:ext uri="{FF2B5EF4-FFF2-40B4-BE49-F238E27FC236}">
                <a16:creationId xmlns:a16="http://schemas.microsoft.com/office/drawing/2014/main" id="{9F2C0139-C462-4D7B-A2C3-ECD9998830CD}"/>
              </a:ext>
            </a:extLst>
          </p:cNvPr>
          <p:cNvSpPr txBox="1">
            <a:spLocks noGrp="1"/>
          </p:cNvSpPr>
          <p:nvPr>
            <p:ph type="body" idx="1"/>
          </p:nvPr>
        </p:nvSpPr>
        <p:spPr>
          <a:xfrm>
            <a:off x="559193" y="915635"/>
            <a:ext cx="8005735" cy="4062620"/>
          </a:xfrm>
          <a:prstGeom prst="rect">
            <a:avLst/>
          </a:prstGeom>
          <a:noFill/>
        </p:spPr>
        <p:txBody>
          <a:bodyPr wrap="square" rtlCol="0">
            <a:spAutoFit/>
          </a:bodyPr>
          <a:lstStyle/>
          <a:p>
            <a:pPr marL="283464" indent="-283464" algn="just">
              <a:lnSpc>
                <a:spcPct val="150000"/>
              </a:lnSpc>
              <a:buClrTx/>
              <a:buSzPts val="1800"/>
              <a:buBlip>
                <a:blip r:embed="rId2">
                  <a:extLst>
                    <a:ext uri="{96DAC541-7B7A-43D3-8B79-37D633B846F1}">
                      <asvg:svgBlip xmlns:asvg="http://schemas.microsoft.com/office/drawing/2016/SVG/main" r:embed="rId3"/>
                    </a:ext>
                  </a:extLst>
                </a:blip>
              </a:buBlip>
            </a:pPr>
            <a:r>
              <a:rPr lang="en-IN" sz="1200" dirty="0">
                <a:solidFill>
                  <a:schemeClr val="tx1"/>
                </a:solidFill>
              </a:rPr>
              <a:t>[1]. H. Zakaria, M. Hamid, E. M. Abdellatif and A. Imane, "Recent Advancements and Developments for Electric Vehicle Technology," 2019 IEEE International Conference of Computer Science and Renewable Energies (ICCSRE), Agadir, Morocco, 2019, pp. 1-6, doi: 10.1109/ICCSRE.2019.8807726.</a:t>
            </a:r>
          </a:p>
          <a:p>
            <a:pPr marL="283464" indent="-283464" algn="just">
              <a:lnSpc>
                <a:spcPct val="150000"/>
              </a:lnSpc>
              <a:buClrTx/>
              <a:buSzPts val="1800"/>
              <a:buBlip>
                <a:blip r:embed="rId2">
                  <a:extLst>
                    <a:ext uri="{96DAC541-7B7A-43D3-8B79-37D633B846F1}">
                      <asvg:svgBlip xmlns:asvg="http://schemas.microsoft.com/office/drawing/2016/SVG/main" r:embed="rId3"/>
                    </a:ext>
                  </a:extLst>
                </a:blip>
              </a:buBlip>
            </a:pPr>
            <a:r>
              <a:rPr lang="en-IN" sz="1200" dirty="0">
                <a:solidFill>
                  <a:schemeClr val="tx1"/>
                </a:solidFill>
              </a:rPr>
              <a:t>[2]. Hybrid &amp; Electric Vehicle Technology and its market feasibility by Sang Yeob Jeon (S.M. in System Design and Management)--</a:t>
            </a:r>
            <a:r>
              <a:rPr lang="en-IN" sz="1200" i="1" dirty="0">
                <a:solidFill>
                  <a:schemeClr val="tx1"/>
                </a:solidFill>
              </a:rPr>
              <a:t>Massachusetts Institute of Technology, Engineering Systems Division</a:t>
            </a:r>
            <a:r>
              <a:rPr lang="en-IN" sz="1200" dirty="0">
                <a:solidFill>
                  <a:schemeClr val="tx1"/>
                </a:solidFill>
              </a:rPr>
              <a:t>, 2010.</a:t>
            </a:r>
          </a:p>
          <a:p>
            <a:pPr marL="283464" indent="-283464" algn="just">
              <a:lnSpc>
                <a:spcPct val="150000"/>
              </a:lnSpc>
              <a:buClrTx/>
              <a:buSzPts val="1800"/>
              <a:buBlip>
                <a:blip r:embed="rId2">
                  <a:extLst>
                    <a:ext uri="{96DAC541-7B7A-43D3-8B79-37D633B846F1}">
                      <asvg:svgBlip xmlns:asvg="http://schemas.microsoft.com/office/drawing/2016/SVG/main" r:embed="rId3"/>
                    </a:ext>
                  </a:extLst>
                </a:blip>
              </a:buBlip>
            </a:pPr>
            <a:r>
              <a:rPr lang="en-IN" sz="1200" dirty="0">
                <a:solidFill>
                  <a:schemeClr val="tx1"/>
                </a:solidFill>
              </a:rPr>
              <a:t> [3]. N. Hashemnia and B. Asaei, "Comparative study of using different electric motors in the electric vehicles," 2008 IEEE 18th International Conference on Electrical Machines, Vilamoura, Portugal, 2008, pp. 1-5, doi: 10.1109/ICELMACH.2008.4800157. </a:t>
            </a:r>
          </a:p>
          <a:p>
            <a:pPr marL="283464" indent="-283464" algn="just">
              <a:lnSpc>
                <a:spcPct val="150000"/>
              </a:lnSpc>
              <a:buClrTx/>
              <a:buSzPts val="1800"/>
              <a:buBlip>
                <a:blip r:embed="rId2">
                  <a:extLst>
                    <a:ext uri="{96DAC541-7B7A-43D3-8B79-37D633B846F1}">
                      <asvg:svgBlip xmlns:asvg="http://schemas.microsoft.com/office/drawing/2016/SVG/main" r:embed="rId3"/>
                    </a:ext>
                  </a:extLst>
                </a:blip>
              </a:buBlip>
            </a:pPr>
            <a:r>
              <a:rPr lang="en-IN" sz="1200" dirty="0">
                <a:solidFill>
                  <a:schemeClr val="tx1"/>
                </a:solidFill>
              </a:rPr>
              <a:t>[4]. M. A. Hassanin, F. E. Abdel-Kader, S. I. Amer and A. E. Abu-Moubarka, "Operation of Brushless DC Motor to Drive the Electric Vehicle," 2018 IEEE Twentieth International Middle East Power Systems Conference (MEPCON), Cairo, Egypt, 2018, pp. 500-503, doi: 10.1109/MEPCON.2018.8635158. </a:t>
            </a:r>
          </a:p>
          <a:p>
            <a:pPr marL="283464" indent="-283464" algn="just">
              <a:lnSpc>
                <a:spcPct val="150000"/>
              </a:lnSpc>
              <a:buClrTx/>
              <a:buSzPts val="1800"/>
              <a:buBlip>
                <a:blip r:embed="rId2">
                  <a:extLst>
                    <a:ext uri="{96DAC541-7B7A-43D3-8B79-37D633B846F1}">
                      <asvg:svgBlip xmlns:asvg="http://schemas.microsoft.com/office/drawing/2016/SVG/main" r:embed="rId3"/>
                    </a:ext>
                  </a:extLst>
                </a:blip>
              </a:buBlip>
            </a:pPr>
            <a:r>
              <a:rPr lang="en-US" sz="1200" dirty="0">
                <a:solidFill>
                  <a:schemeClr val="tx1"/>
                </a:solidFill>
                <a:latin typeface="SF Pro Text" panose="00000500000000000000"/>
                <a:ea typeface="SF Pro Text" panose="00000500000000000000" pitchFamily="2" charset="0"/>
              </a:rPr>
              <a:t>[5]. A. Loganayaki and R. B. Kumar, "Permanent Magnet Synchronous Motor for Electric Vehicle Applications," 2019 IEEE 5th International Conference on Advanced Computing &amp; Communication Systems (ICACCS), Coimbatore, India, 2019, pp. 1064-1069, doi: 10.1109/ICACCS.2019.8728442.</a:t>
            </a:r>
          </a:p>
        </p:txBody>
      </p:sp>
    </p:spTree>
    <p:extLst>
      <p:ext uri="{BB962C8B-B14F-4D97-AF65-F5344CB8AC3E}">
        <p14:creationId xmlns:p14="http://schemas.microsoft.com/office/powerpoint/2010/main" val="98138967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9F2C0139-C462-4D7B-A2C3-ECD9998830CD}"/>
              </a:ext>
            </a:extLst>
          </p:cNvPr>
          <p:cNvSpPr txBox="1">
            <a:spLocks noGrp="1"/>
          </p:cNvSpPr>
          <p:nvPr>
            <p:ph type="body" idx="1"/>
          </p:nvPr>
        </p:nvSpPr>
        <p:spPr>
          <a:xfrm>
            <a:off x="533267" y="124941"/>
            <a:ext cx="8077465" cy="4893617"/>
          </a:xfrm>
          <a:prstGeom prst="rect">
            <a:avLst/>
          </a:prstGeom>
          <a:noFill/>
        </p:spPr>
        <p:txBody>
          <a:bodyPr wrap="square" rtlCol="0">
            <a:spAutoFit/>
          </a:bodyPr>
          <a:lstStyle/>
          <a:p>
            <a:pPr marL="283464" indent="-283464" algn="just">
              <a:lnSpc>
                <a:spcPct val="150000"/>
              </a:lnSpc>
              <a:buClrTx/>
              <a:buSzPts val="1800"/>
              <a:buBlip>
                <a:blip r:embed="rId2">
                  <a:extLst>
                    <a:ext uri="{96DAC541-7B7A-43D3-8B79-37D633B846F1}">
                      <asvg:svgBlip xmlns:asvg="http://schemas.microsoft.com/office/drawing/2016/SVG/main" r:embed="rId3"/>
                    </a:ext>
                  </a:extLst>
                </a:blip>
              </a:buBlip>
            </a:pPr>
            <a:r>
              <a:rPr lang="en-US" sz="1200" dirty="0">
                <a:solidFill>
                  <a:schemeClr val="tx1"/>
                </a:solidFill>
                <a:latin typeface="SF Pro Text" panose="00000500000000000000"/>
                <a:ea typeface="SF Pro Text" panose="00000500000000000000" pitchFamily="2" charset="0"/>
              </a:rPr>
              <a:t>[6]. B. Pryymak, "Induction Motor Control System of Electric Vehicle with Improved Dynamics in Field Weakening Region," 2019 IEEE 2nd Ukraine Conference on Electrical and Computer Engineering (UKRCON), Lviv, Ukraine, 2019, pp. 615-620, doi: 10.1109/UKRCON.2019.8880012.</a:t>
            </a:r>
          </a:p>
          <a:p>
            <a:pPr marL="283464" indent="-283464" algn="just">
              <a:lnSpc>
                <a:spcPct val="150000"/>
              </a:lnSpc>
              <a:buClrTx/>
              <a:buSzPts val="1800"/>
              <a:buBlip>
                <a:blip r:embed="rId2">
                  <a:extLst>
                    <a:ext uri="{96DAC541-7B7A-43D3-8B79-37D633B846F1}">
                      <asvg:svgBlip xmlns:asvg="http://schemas.microsoft.com/office/drawing/2016/SVG/main" r:embed="rId3"/>
                    </a:ext>
                  </a:extLst>
                </a:blip>
              </a:buBlip>
            </a:pPr>
            <a:r>
              <a:rPr lang="en-US" sz="1200" dirty="0">
                <a:solidFill>
                  <a:schemeClr val="tx1"/>
                </a:solidFill>
                <a:latin typeface="SF Pro Text" panose="00000500000000000000"/>
                <a:ea typeface="SF Pro Text" panose="00000500000000000000" pitchFamily="2" charset="0"/>
              </a:rPr>
              <a:t>[7]. U. Mahapatra, "Energy Storages and Technologies for Electric Vehicle," 2021 IEEE Innovations in Energy Management and Renewable Resources(52042), Kolkata, India, 2021, pp. 1-3, doi: 10.1109/IEMRE52042.2021.9386526. </a:t>
            </a:r>
          </a:p>
          <a:p>
            <a:pPr marL="283464" indent="-283464" algn="just">
              <a:lnSpc>
                <a:spcPct val="150000"/>
              </a:lnSpc>
              <a:buClrTx/>
              <a:buSzPts val="1800"/>
              <a:buBlip>
                <a:blip r:embed="rId2">
                  <a:extLst>
                    <a:ext uri="{96DAC541-7B7A-43D3-8B79-37D633B846F1}">
                      <asvg:svgBlip xmlns:asvg="http://schemas.microsoft.com/office/drawing/2016/SVG/main" r:embed="rId3"/>
                    </a:ext>
                  </a:extLst>
                </a:blip>
              </a:buBlip>
            </a:pPr>
            <a:r>
              <a:rPr lang="en-US" sz="1200" dirty="0">
                <a:solidFill>
                  <a:schemeClr val="tx1"/>
                </a:solidFill>
                <a:latin typeface="SF Pro Text" panose="00000500000000000000"/>
                <a:ea typeface="SF Pro Text" panose="00000500000000000000" pitchFamily="2" charset="0"/>
              </a:rPr>
              <a:t>[8]. A. C. R and A. Ghosh, "Battery Management System in Electric Vehicle," 2021 IEEE 4th Biennial International Conference on Nascent Technologies in Engineering (ICNTE), NaviMumbai, India, 2021, pp. 1-6, doi: 10.1109/ICNTE51185.2021.9487762.</a:t>
            </a:r>
          </a:p>
          <a:p>
            <a:pPr marL="283464" indent="-283464" algn="just">
              <a:lnSpc>
                <a:spcPct val="150000"/>
              </a:lnSpc>
              <a:buClrTx/>
              <a:buSzPts val="1800"/>
              <a:buBlip>
                <a:blip r:embed="rId2">
                  <a:extLst>
                    <a:ext uri="{96DAC541-7B7A-43D3-8B79-37D633B846F1}">
                      <asvg:svgBlip xmlns:asvg="http://schemas.microsoft.com/office/drawing/2016/SVG/main" r:embed="rId3"/>
                    </a:ext>
                  </a:extLst>
                </a:blip>
              </a:buBlip>
            </a:pPr>
            <a:r>
              <a:rPr lang="en-US" sz="1200" dirty="0">
                <a:solidFill>
                  <a:schemeClr val="tx1"/>
                </a:solidFill>
                <a:latin typeface="SF Pro Text" panose="00000500000000000000"/>
                <a:ea typeface="SF Pro Text" panose="00000500000000000000" pitchFamily="2" charset="0"/>
              </a:rPr>
              <a:t> [9]. M. L. De Klerk and A. K. Saha, "A Comprehensive Review of Advanced Traction Motor Control Techniques Suitable for Electric Vehicle Applications," in IEEE Access, vol. 9, pp. 125080-125108, 2021, doi: 10.1109/ACCESS.2021.3110736. [10]. V. Totev, V. Gueorgiev and P. Rizov, "Regenerative braking of electric vehicles," 2019 IEEE 11th Electrical Engineering Faculty Conference (BulEF), Varna, Bulgaria, 2019, pp.1-5, doi: 10.1109/BulEF48056.2019.9030768.</a:t>
            </a:r>
          </a:p>
          <a:p>
            <a:pPr marL="283464" indent="-283464" algn="just">
              <a:lnSpc>
                <a:spcPct val="150000"/>
              </a:lnSpc>
              <a:buClrTx/>
              <a:buSzPts val="1800"/>
              <a:buBlip>
                <a:blip r:embed="rId2">
                  <a:extLst>
                    <a:ext uri="{96DAC541-7B7A-43D3-8B79-37D633B846F1}">
                      <asvg:svgBlip xmlns:asvg="http://schemas.microsoft.com/office/drawing/2016/SVG/main" r:embed="rId3"/>
                    </a:ext>
                  </a:extLst>
                </a:blip>
              </a:buBlip>
            </a:pPr>
            <a:r>
              <a:rPr lang="en-US" sz="1200" dirty="0">
                <a:solidFill>
                  <a:schemeClr val="tx1"/>
                </a:solidFill>
                <a:latin typeface="SF Pro Text" panose="00000500000000000000"/>
                <a:ea typeface="SF Pro Text" panose="00000500000000000000" pitchFamily="2" charset="0"/>
              </a:rPr>
              <a:t>[11]. L. Zhao, A. M. I. Mahbub and A. A. Malikopoulos, "Optimal Vehicle Dynamics and Powertrain Control for Connected and Automated Vehicles," 2019 IEEE Conference on Control Technology and Applications (CCTA), Hong Kong, China, 2019, pp. 33-38, doi: 10.1109/CCTA.2019.8920531.</a:t>
            </a:r>
          </a:p>
        </p:txBody>
      </p:sp>
    </p:spTree>
    <p:extLst>
      <p:ext uri="{BB962C8B-B14F-4D97-AF65-F5344CB8AC3E}">
        <p14:creationId xmlns:p14="http://schemas.microsoft.com/office/powerpoint/2010/main" val="66530519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9F2C0139-C462-4D7B-A2C3-ECD9998830CD}"/>
              </a:ext>
            </a:extLst>
          </p:cNvPr>
          <p:cNvSpPr txBox="1">
            <a:spLocks noGrp="1"/>
          </p:cNvSpPr>
          <p:nvPr>
            <p:ph type="body" idx="1"/>
          </p:nvPr>
        </p:nvSpPr>
        <p:spPr>
          <a:xfrm>
            <a:off x="556579" y="632773"/>
            <a:ext cx="8030841" cy="3877954"/>
          </a:xfrm>
          <a:prstGeom prst="rect">
            <a:avLst/>
          </a:prstGeom>
          <a:noFill/>
        </p:spPr>
        <p:txBody>
          <a:bodyPr wrap="square" rtlCol="0">
            <a:spAutoFit/>
          </a:bodyPr>
          <a:lstStyle/>
          <a:p>
            <a:pPr marL="283464" indent="-283464" algn="just">
              <a:buClrTx/>
              <a:buSzPts val="1800"/>
              <a:buBlip>
                <a:blip r:embed="rId2">
                  <a:extLst>
                    <a:ext uri="{96DAC541-7B7A-43D3-8B79-37D633B846F1}">
                      <asvg:svgBlip xmlns:asvg="http://schemas.microsoft.com/office/drawing/2016/SVG/main" r:embed="rId3"/>
                    </a:ext>
                  </a:extLst>
                </a:blip>
              </a:buBlip>
            </a:pPr>
            <a:r>
              <a:rPr lang="en-US" sz="1200" dirty="0">
                <a:solidFill>
                  <a:schemeClr val="tx1"/>
                </a:solidFill>
                <a:latin typeface="SF Pro Text" panose="00000500000000000000" pitchFamily="2" charset="0"/>
                <a:ea typeface="SF Pro Text" panose="00000500000000000000" pitchFamily="2" charset="0"/>
              </a:rPr>
              <a:t>[12]. J. Romo, E. Cañibano and J. C. Merino, "Lightweighting and passive safety for urban electric vehicle," 2017 IEEE Electric Vehicles International Conference (EV), Bucharest, Romania,2017, pp. 1-5, doi: 10.1109/EV.2017.8242113. </a:t>
            </a:r>
          </a:p>
          <a:p>
            <a:pPr marL="283464" indent="-283464" algn="just">
              <a:buClrTx/>
              <a:buSzPts val="1800"/>
              <a:buBlip>
                <a:blip r:embed="rId2">
                  <a:extLst>
                    <a:ext uri="{96DAC541-7B7A-43D3-8B79-37D633B846F1}">
                      <asvg:svgBlip xmlns:asvg="http://schemas.microsoft.com/office/drawing/2016/SVG/main" r:embed="rId3"/>
                    </a:ext>
                  </a:extLst>
                </a:blip>
              </a:buBlip>
            </a:pPr>
            <a:r>
              <a:rPr lang="en-US" sz="1200" dirty="0">
                <a:solidFill>
                  <a:schemeClr val="tx1"/>
                </a:solidFill>
                <a:latin typeface="SF Pro Text" panose="00000500000000000000" pitchFamily="2" charset="0"/>
                <a:ea typeface="SF Pro Text" panose="00000500000000000000" pitchFamily="2" charset="0"/>
              </a:rPr>
              <a:t>[13]. C. H. T. Lee, W. Hua, T. Long, C. Jiang and L. V. Iyer, "A Critical Review of Emerging Technologies for Electric and Hybrid Vehicles," in IEEE Open Journal of Vehicular Technology, vol. 2, pp. 471-485, 2021, doi: 10.1109/OJVT.2021.3138894</a:t>
            </a:r>
          </a:p>
          <a:p>
            <a:pPr marL="283464" indent="-283464" algn="just">
              <a:buClrTx/>
              <a:buSzPts val="1800"/>
              <a:buBlip>
                <a:blip r:embed="rId2">
                  <a:extLst>
                    <a:ext uri="{96DAC541-7B7A-43D3-8B79-37D633B846F1}">
                      <asvg:svgBlip xmlns:asvg="http://schemas.microsoft.com/office/drawing/2016/SVG/main" r:embed="rId3"/>
                    </a:ext>
                  </a:extLst>
                </a:blip>
              </a:buBlip>
            </a:pPr>
            <a:r>
              <a:rPr lang="en-US" sz="1200" dirty="0">
                <a:solidFill>
                  <a:schemeClr val="tx1"/>
                </a:solidFill>
                <a:latin typeface="SF Pro Text" panose="00000500000000000000" pitchFamily="2" charset="0"/>
                <a:ea typeface="SF Pro Text" panose="00000500000000000000" pitchFamily="2" charset="0"/>
              </a:rPr>
              <a:t>[14]. Sinha, R., and Bangia, S. (2021). Performance Analysis of Electric Vehicle Based on Various Working Scenarios. International Transaction Journal of Engineering, Management,&amp; Applied Sciences &amp; Technologies, 12(1), 12A1R, 1-15. http://TUENGR.COM/V12/12A1R.pdf DOI: 10.14456/ITJEMAST.2021.18</a:t>
            </a:r>
          </a:p>
          <a:p>
            <a:pPr marL="283464" indent="-283464" algn="just">
              <a:buClrTx/>
              <a:buSzPts val="1800"/>
              <a:buBlip>
                <a:blip r:embed="rId2">
                  <a:extLst>
                    <a:ext uri="{96DAC541-7B7A-43D3-8B79-37D633B846F1}">
                      <asvg:svgBlip xmlns:asvg="http://schemas.microsoft.com/office/drawing/2016/SVG/main" r:embed="rId3"/>
                    </a:ext>
                  </a:extLst>
                </a:blip>
              </a:buBlip>
            </a:pPr>
            <a:r>
              <a:rPr lang="en-IN" sz="1200" dirty="0">
                <a:solidFill>
                  <a:schemeClr val="tx1"/>
                </a:solidFill>
                <a:latin typeface="SF Pro Text" panose="00000500000000000000" pitchFamily="2" charset="0"/>
                <a:ea typeface="SF Pro Text" panose="00000500000000000000" pitchFamily="2" charset="0"/>
              </a:rPr>
              <a:t>[15]. L. Zhao and Z. Jin, "Analysis of Intelligent Vehicle Climbing Force and Battery Selection," 2019 IEEE International Conference on Mechatronics and Automation (ICMA), Tianjin, China, 2019, pp. 2395-2400, doi: 10.1109/ICMA.2019.8816496.</a:t>
            </a:r>
          </a:p>
          <a:p>
            <a:pPr marL="283464" indent="-283464" algn="just">
              <a:buClrTx/>
              <a:buSzPts val="1800"/>
              <a:buBlip>
                <a:blip r:embed="rId2">
                  <a:extLst>
                    <a:ext uri="{96DAC541-7B7A-43D3-8B79-37D633B846F1}">
                      <asvg:svgBlip xmlns:asvg="http://schemas.microsoft.com/office/drawing/2016/SVG/main" r:embed="rId3"/>
                    </a:ext>
                  </a:extLst>
                </a:blip>
              </a:buBlip>
            </a:pPr>
            <a:r>
              <a:rPr lang="en-IN" sz="1200" dirty="0">
                <a:solidFill>
                  <a:schemeClr val="tx1"/>
                </a:solidFill>
                <a:latin typeface="SF Pro Text" panose="00000500000000000000" pitchFamily="2" charset="0"/>
                <a:ea typeface="SF Pro Text" panose="00000500000000000000" pitchFamily="2" charset="0"/>
              </a:rPr>
              <a:t> [16]. S. Raveena and M. A. Berlin, "Broadcasting weather report to vehicles in urban roads," 2017 IEEE International Conference on Inventive Systems and Control (ICISC), Coimbatore, India,2017, pp. 1-5, doi: 10.1109/ICISC.2017.8068624.</a:t>
            </a:r>
          </a:p>
          <a:p>
            <a:pPr marL="283464" indent="-283464" algn="just">
              <a:buClrTx/>
              <a:buSzPts val="1800"/>
              <a:buBlip>
                <a:blip r:embed="rId2">
                  <a:extLst>
                    <a:ext uri="{96DAC541-7B7A-43D3-8B79-37D633B846F1}">
                      <asvg:svgBlip xmlns:asvg="http://schemas.microsoft.com/office/drawing/2016/SVG/main" r:embed="rId3"/>
                    </a:ext>
                  </a:extLst>
                </a:blip>
              </a:buBlip>
            </a:pPr>
            <a:r>
              <a:rPr lang="en-IN" sz="1200" dirty="0">
                <a:solidFill>
                  <a:schemeClr val="tx1"/>
                </a:solidFill>
                <a:latin typeface="SF Pro Text" panose="00000500000000000000" pitchFamily="2" charset="0"/>
                <a:ea typeface="SF Pro Text" panose="00000500000000000000" pitchFamily="2" charset="0"/>
              </a:rPr>
              <a:t>[17]. K. Zhou, H. Fang and Y. Liu, "Driving–Charging Integrated Controller for Electric Vehicles," in IEEE Access, vol. 10, pp. 66545-66563, 2022, doi: 10.1109/ACCESS.2022.3185261. </a:t>
            </a:r>
          </a:p>
          <a:p>
            <a:pPr marL="283464" indent="-283464" algn="just">
              <a:buClrTx/>
              <a:buSzPts val="1800"/>
              <a:buBlip>
                <a:blip r:embed="rId2">
                  <a:extLst>
                    <a:ext uri="{96DAC541-7B7A-43D3-8B79-37D633B846F1}">
                      <asvg:svgBlip xmlns:asvg="http://schemas.microsoft.com/office/drawing/2016/SVG/main" r:embed="rId3"/>
                    </a:ext>
                  </a:extLst>
                </a:blip>
              </a:buBlip>
            </a:pPr>
            <a:r>
              <a:rPr lang="en-IN" sz="1200" dirty="0">
                <a:solidFill>
                  <a:schemeClr val="tx1"/>
                </a:solidFill>
                <a:latin typeface="SF Pro Text" panose="00000500000000000000" pitchFamily="2" charset="0"/>
                <a:ea typeface="SF Pro Text" panose="00000500000000000000" pitchFamily="2" charset="0"/>
              </a:rPr>
              <a:t>[18]. J. Fan, "Solar Powered Golf Cart: Testing and Performance Analyses," 2018 IEEE 2ndInternational Conference on Green Energy and Applications (ICGEA), Singapore, 2018, pp. 74-78, doi: 10.1109/ICGEA.2018.8356302.</a:t>
            </a:r>
          </a:p>
        </p:txBody>
      </p:sp>
    </p:spTree>
    <p:extLst>
      <p:ext uri="{BB962C8B-B14F-4D97-AF65-F5344CB8AC3E}">
        <p14:creationId xmlns:p14="http://schemas.microsoft.com/office/powerpoint/2010/main" val="37472253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4262B8-6430-7567-B3D6-7E6FF59A75B2}"/>
              </a:ext>
            </a:extLst>
          </p:cNvPr>
          <p:cNvSpPr>
            <a:spLocks noGrp="1"/>
          </p:cNvSpPr>
          <p:nvPr>
            <p:ph type="title"/>
          </p:nvPr>
        </p:nvSpPr>
        <p:spPr>
          <a:xfrm>
            <a:off x="713100" y="193907"/>
            <a:ext cx="7717500" cy="576000"/>
          </a:xfrm>
        </p:spPr>
        <p:txBody>
          <a:bodyPr/>
          <a:lstStyle/>
          <a:p>
            <a:r>
              <a:rPr lang="en-US" dirty="0"/>
              <a:t>Appendix**</a:t>
            </a:r>
          </a:p>
        </p:txBody>
      </p:sp>
      <p:sp>
        <p:nvSpPr>
          <p:cNvPr id="3" name="Text Placeholder 2">
            <a:extLst>
              <a:ext uri="{FF2B5EF4-FFF2-40B4-BE49-F238E27FC236}">
                <a16:creationId xmlns:a16="http://schemas.microsoft.com/office/drawing/2014/main" id="{A251C02E-4E20-2824-3E8A-03AE69C0FCE4}"/>
              </a:ext>
            </a:extLst>
          </p:cNvPr>
          <p:cNvSpPr>
            <a:spLocks noGrp="1"/>
          </p:cNvSpPr>
          <p:nvPr>
            <p:ph type="body" idx="1"/>
          </p:nvPr>
        </p:nvSpPr>
        <p:spPr/>
        <p:txBody>
          <a:bodyPr/>
          <a:lstStyle/>
          <a:p>
            <a:endParaRPr lang="en-US" dirty="0"/>
          </a:p>
        </p:txBody>
      </p:sp>
      <p:pic>
        <p:nvPicPr>
          <p:cNvPr id="5" name="Picture 4">
            <a:extLst>
              <a:ext uri="{FF2B5EF4-FFF2-40B4-BE49-F238E27FC236}">
                <a16:creationId xmlns:a16="http://schemas.microsoft.com/office/drawing/2014/main" id="{8280F3E0-412D-2EDA-EF57-11CEF2F3ADB2}"/>
              </a:ext>
            </a:extLst>
          </p:cNvPr>
          <p:cNvPicPr>
            <a:picLocks noChangeAspect="1"/>
          </p:cNvPicPr>
          <p:nvPr/>
        </p:nvPicPr>
        <p:blipFill>
          <a:blip r:embed="rId2"/>
          <a:stretch>
            <a:fillRect/>
          </a:stretch>
        </p:blipFill>
        <p:spPr>
          <a:xfrm>
            <a:off x="-25" y="989725"/>
            <a:ext cx="9144000" cy="4161511"/>
          </a:xfrm>
          <a:prstGeom prst="rect">
            <a:avLst/>
          </a:prstGeom>
        </p:spPr>
      </p:pic>
    </p:spTree>
    <p:extLst>
      <p:ext uri="{BB962C8B-B14F-4D97-AF65-F5344CB8AC3E}">
        <p14:creationId xmlns:p14="http://schemas.microsoft.com/office/powerpoint/2010/main" val="131063505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Google Shape;5369;p74">
            <a:extLst>
              <a:ext uri="{FF2B5EF4-FFF2-40B4-BE49-F238E27FC236}">
                <a16:creationId xmlns:a16="http://schemas.microsoft.com/office/drawing/2014/main" id="{26E720B4-2931-677E-385B-C89987D20467}"/>
              </a:ext>
            </a:extLst>
          </p:cNvPr>
          <p:cNvSpPr/>
          <p:nvPr/>
        </p:nvSpPr>
        <p:spPr>
          <a:xfrm>
            <a:off x="2423250" y="1029335"/>
            <a:ext cx="4297500" cy="873000"/>
          </a:xfrm>
          <a:prstGeom prst="round2DiagRect">
            <a:avLst>
              <a:gd name="adj1" fmla="val 16667"/>
              <a:gd name="adj2" fmla="val 0"/>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 name="Google Shape;5370;p74">
            <a:extLst>
              <a:ext uri="{FF2B5EF4-FFF2-40B4-BE49-F238E27FC236}">
                <a16:creationId xmlns:a16="http://schemas.microsoft.com/office/drawing/2014/main" id="{B9614C1B-70FA-F886-3E94-E25E83F6BDD4}"/>
              </a:ext>
            </a:extLst>
          </p:cNvPr>
          <p:cNvSpPr txBox="1">
            <a:spLocks/>
          </p:cNvSpPr>
          <p:nvPr/>
        </p:nvSpPr>
        <p:spPr>
          <a:xfrm>
            <a:off x="2560522" y="1067552"/>
            <a:ext cx="3897300" cy="8730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r" rtl="0">
              <a:lnSpc>
                <a:spcPct val="100000"/>
              </a:lnSpc>
              <a:spcBef>
                <a:spcPts val="0"/>
              </a:spcBef>
              <a:spcAft>
                <a:spcPts val="0"/>
              </a:spcAft>
              <a:buClr>
                <a:schemeClr val="lt2"/>
              </a:buClr>
              <a:buSzPts val="3200"/>
              <a:buFont typeface="Montserrat"/>
              <a:buNone/>
              <a:defRPr sz="3200" b="1" i="0" u="none" strike="noStrike" cap="none">
                <a:solidFill>
                  <a:schemeClr val="lt2"/>
                </a:solidFill>
                <a:latin typeface="Montserrat"/>
                <a:ea typeface="Montserrat"/>
                <a:cs typeface="Montserrat"/>
                <a:sym typeface="Montserrat"/>
              </a:defRPr>
            </a:lvl1pPr>
            <a:lvl2pPr marR="0" lvl="1" algn="ctr" rtl="0">
              <a:lnSpc>
                <a:spcPct val="100000"/>
              </a:lnSpc>
              <a:spcBef>
                <a:spcPts val="0"/>
              </a:spcBef>
              <a:spcAft>
                <a:spcPts val="0"/>
              </a:spcAft>
              <a:buClr>
                <a:schemeClr val="dk1"/>
              </a:buClr>
              <a:buSzPts val="3000"/>
              <a:buFont typeface="Arial"/>
              <a:buNone/>
              <a:defRPr sz="3000" b="0" i="0" u="none" strike="noStrike" cap="none">
                <a:solidFill>
                  <a:schemeClr val="dk1"/>
                </a:solidFill>
                <a:latin typeface="Arial"/>
                <a:ea typeface="Arial"/>
                <a:cs typeface="Arial"/>
                <a:sym typeface="Arial"/>
              </a:defRPr>
            </a:lvl2pPr>
            <a:lvl3pPr marR="0" lvl="2" algn="ctr" rtl="0">
              <a:lnSpc>
                <a:spcPct val="100000"/>
              </a:lnSpc>
              <a:spcBef>
                <a:spcPts val="0"/>
              </a:spcBef>
              <a:spcAft>
                <a:spcPts val="0"/>
              </a:spcAft>
              <a:buClr>
                <a:schemeClr val="dk1"/>
              </a:buClr>
              <a:buSzPts val="3000"/>
              <a:buFont typeface="Arial"/>
              <a:buNone/>
              <a:defRPr sz="3000" b="0" i="0" u="none" strike="noStrike" cap="none">
                <a:solidFill>
                  <a:schemeClr val="dk1"/>
                </a:solidFill>
                <a:latin typeface="Arial"/>
                <a:ea typeface="Arial"/>
                <a:cs typeface="Arial"/>
                <a:sym typeface="Arial"/>
              </a:defRPr>
            </a:lvl3pPr>
            <a:lvl4pPr marR="0" lvl="3" algn="ctr" rtl="0">
              <a:lnSpc>
                <a:spcPct val="100000"/>
              </a:lnSpc>
              <a:spcBef>
                <a:spcPts val="0"/>
              </a:spcBef>
              <a:spcAft>
                <a:spcPts val="0"/>
              </a:spcAft>
              <a:buClr>
                <a:schemeClr val="dk1"/>
              </a:buClr>
              <a:buSzPts val="3000"/>
              <a:buFont typeface="Arial"/>
              <a:buNone/>
              <a:defRPr sz="3000" b="0" i="0" u="none" strike="noStrike" cap="none">
                <a:solidFill>
                  <a:schemeClr val="dk1"/>
                </a:solidFill>
                <a:latin typeface="Arial"/>
                <a:ea typeface="Arial"/>
                <a:cs typeface="Arial"/>
                <a:sym typeface="Arial"/>
              </a:defRPr>
            </a:lvl4pPr>
            <a:lvl5pPr marR="0" lvl="4" algn="ctr" rtl="0">
              <a:lnSpc>
                <a:spcPct val="100000"/>
              </a:lnSpc>
              <a:spcBef>
                <a:spcPts val="0"/>
              </a:spcBef>
              <a:spcAft>
                <a:spcPts val="0"/>
              </a:spcAft>
              <a:buClr>
                <a:schemeClr val="dk1"/>
              </a:buClr>
              <a:buSzPts val="3000"/>
              <a:buFont typeface="Arial"/>
              <a:buNone/>
              <a:defRPr sz="3000" b="0" i="0" u="none" strike="noStrike" cap="none">
                <a:solidFill>
                  <a:schemeClr val="dk1"/>
                </a:solidFill>
                <a:latin typeface="Arial"/>
                <a:ea typeface="Arial"/>
                <a:cs typeface="Arial"/>
                <a:sym typeface="Arial"/>
              </a:defRPr>
            </a:lvl5pPr>
            <a:lvl6pPr marR="0" lvl="5" algn="ctr" rtl="0">
              <a:lnSpc>
                <a:spcPct val="100000"/>
              </a:lnSpc>
              <a:spcBef>
                <a:spcPts val="0"/>
              </a:spcBef>
              <a:spcAft>
                <a:spcPts val="0"/>
              </a:spcAft>
              <a:buClr>
                <a:schemeClr val="dk1"/>
              </a:buClr>
              <a:buSzPts val="3000"/>
              <a:buFont typeface="Arial"/>
              <a:buNone/>
              <a:defRPr sz="3000" b="0" i="0" u="none" strike="noStrike" cap="none">
                <a:solidFill>
                  <a:schemeClr val="dk1"/>
                </a:solidFill>
                <a:latin typeface="Arial"/>
                <a:ea typeface="Arial"/>
                <a:cs typeface="Arial"/>
                <a:sym typeface="Arial"/>
              </a:defRPr>
            </a:lvl6pPr>
            <a:lvl7pPr marR="0" lvl="6" algn="ctr" rtl="0">
              <a:lnSpc>
                <a:spcPct val="100000"/>
              </a:lnSpc>
              <a:spcBef>
                <a:spcPts val="0"/>
              </a:spcBef>
              <a:spcAft>
                <a:spcPts val="0"/>
              </a:spcAft>
              <a:buClr>
                <a:schemeClr val="dk1"/>
              </a:buClr>
              <a:buSzPts val="3000"/>
              <a:buFont typeface="Arial"/>
              <a:buNone/>
              <a:defRPr sz="3000" b="0" i="0" u="none" strike="noStrike" cap="none">
                <a:solidFill>
                  <a:schemeClr val="dk1"/>
                </a:solidFill>
                <a:latin typeface="Arial"/>
                <a:ea typeface="Arial"/>
                <a:cs typeface="Arial"/>
                <a:sym typeface="Arial"/>
              </a:defRPr>
            </a:lvl7pPr>
            <a:lvl8pPr marR="0" lvl="7" algn="ctr" rtl="0">
              <a:lnSpc>
                <a:spcPct val="100000"/>
              </a:lnSpc>
              <a:spcBef>
                <a:spcPts val="0"/>
              </a:spcBef>
              <a:spcAft>
                <a:spcPts val="0"/>
              </a:spcAft>
              <a:buClr>
                <a:schemeClr val="dk1"/>
              </a:buClr>
              <a:buSzPts val="3000"/>
              <a:buFont typeface="Arial"/>
              <a:buNone/>
              <a:defRPr sz="3000" b="0" i="0" u="none" strike="noStrike" cap="none">
                <a:solidFill>
                  <a:schemeClr val="dk1"/>
                </a:solidFill>
                <a:latin typeface="Arial"/>
                <a:ea typeface="Arial"/>
                <a:cs typeface="Arial"/>
                <a:sym typeface="Arial"/>
              </a:defRPr>
            </a:lvl8pPr>
            <a:lvl9pPr marR="0" lvl="8" algn="ctr" rtl="0">
              <a:lnSpc>
                <a:spcPct val="100000"/>
              </a:lnSpc>
              <a:spcBef>
                <a:spcPts val="0"/>
              </a:spcBef>
              <a:spcAft>
                <a:spcPts val="0"/>
              </a:spcAft>
              <a:buClr>
                <a:schemeClr val="dk1"/>
              </a:buClr>
              <a:buSzPts val="3000"/>
              <a:buFont typeface="Arial"/>
              <a:buNone/>
              <a:defRPr sz="3000" b="0" i="0" u="none" strike="noStrike" cap="none">
                <a:solidFill>
                  <a:schemeClr val="dk1"/>
                </a:solidFill>
                <a:latin typeface="Arial"/>
                <a:ea typeface="Arial"/>
                <a:cs typeface="Arial"/>
                <a:sym typeface="Arial"/>
              </a:defRPr>
            </a:lvl9pPr>
          </a:lstStyle>
          <a:p>
            <a:pPr algn="ctr"/>
            <a:r>
              <a:rPr lang="en-US" dirty="0">
                <a:solidFill>
                  <a:schemeClr val="bg1"/>
                </a:solidFill>
              </a:rPr>
              <a:t>THANKS!</a:t>
            </a:r>
          </a:p>
        </p:txBody>
      </p:sp>
      <p:grpSp>
        <p:nvGrpSpPr>
          <p:cNvPr id="10" name="Google Shape;5389;p74">
            <a:extLst>
              <a:ext uri="{FF2B5EF4-FFF2-40B4-BE49-F238E27FC236}">
                <a16:creationId xmlns:a16="http://schemas.microsoft.com/office/drawing/2014/main" id="{564B3771-0FED-2BCE-1A53-D3A161C3755D}"/>
              </a:ext>
            </a:extLst>
          </p:cNvPr>
          <p:cNvGrpSpPr/>
          <p:nvPr/>
        </p:nvGrpSpPr>
        <p:grpSpPr>
          <a:xfrm>
            <a:off x="6168158" y="1736950"/>
            <a:ext cx="3240024" cy="1785611"/>
            <a:chOff x="6168158" y="1736950"/>
            <a:chExt cx="3240024" cy="1785611"/>
          </a:xfrm>
        </p:grpSpPr>
        <p:grpSp>
          <p:nvGrpSpPr>
            <p:cNvPr id="11" name="Google Shape;5390;p74">
              <a:extLst>
                <a:ext uri="{FF2B5EF4-FFF2-40B4-BE49-F238E27FC236}">
                  <a16:creationId xmlns:a16="http://schemas.microsoft.com/office/drawing/2014/main" id="{9CA0C99E-A18C-CE44-4F81-47CEF36A3F93}"/>
                </a:ext>
              </a:extLst>
            </p:cNvPr>
            <p:cNvGrpSpPr/>
            <p:nvPr/>
          </p:nvGrpSpPr>
          <p:grpSpPr>
            <a:xfrm rot="5400000">
              <a:off x="7114355" y="1109010"/>
              <a:ext cx="1554810" cy="3032843"/>
              <a:chOff x="7681597" y="-387360"/>
              <a:chExt cx="1692402" cy="3470072"/>
            </a:xfrm>
          </p:grpSpPr>
          <p:sp>
            <p:nvSpPr>
              <p:cNvPr id="46" name="Google Shape;5391;p74">
                <a:extLst>
                  <a:ext uri="{FF2B5EF4-FFF2-40B4-BE49-F238E27FC236}">
                    <a16:creationId xmlns:a16="http://schemas.microsoft.com/office/drawing/2014/main" id="{97AF0D79-74DE-2E27-04EE-E28C6B526789}"/>
                  </a:ext>
                </a:extLst>
              </p:cNvPr>
              <p:cNvSpPr/>
              <p:nvPr/>
            </p:nvSpPr>
            <p:spPr>
              <a:xfrm rot="-5400000">
                <a:off x="6792550" y="501687"/>
                <a:ext cx="3470072" cy="1691979"/>
              </a:xfrm>
              <a:custGeom>
                <a:avLst/>
                <a:gdLst/>
                <a:ahLst/>
                <a:cxnLst/>
                <a:rect l="l" t="t" r="r" b="b"/>
                <a:pathLst>
                  <a:path w="92081" h="40314" extrusionOk="0">
                    <a:moveTo>
                      <a:pt x="52634" y="0"/>
                    </a:moveTo>
                    <a:cubicBezTo>
                      <a:pt x="52308" y="0"/>
                      <a:pt x="51980" y="13"/>
                      <a:pt x="51651" y="40"/>
                    </a:cubicBezTo>
                    <a:cubicBezTo>
                      <a:pt x="47192" y="409"/>
                      <a:pt x="43414" y="3356"/>
                      <a:pt x="40047" y="6305"/>
                    </a:cubicBezTo>
                    <a:cubicBezTo>
                      <a:pt x="36680" y="9252"/>
                      <a:pt x="33221" y="12438"/>
                      <a:pt x="28869" y="13475"/>
                    </a:cubicBezTo>
                    <a:cubicBezTo>
                      <a:pt x="25617" y="14250"/>
                      <a:pt x="22193" y="13734"/>
                      <a:pt x="18884" y="14199"/>
                    </a:cubicBezTo>
                    <a:cubicBezTo>
                      <a:pt x="13402" y="14969"/>
                      <a:pt x="0" y="24616"/>
                      <a:pt x="6085" y="40112"/>
                    </a:cubicBezTo>
                    <a:lnTo>
                      <a:pt x="81132" y="40282"/>
                    </a:lnTo>
                    <a:cubicBezTo>
                      <a:pt x="81361" y="40303"/>
                      <a:pt x="81583" y="40314"/>
                      <a:pt x="81800" y="40314"/>
                    </a:cubicBezTo>
                    <a:cubicBezTo>
                      <a:pt x="92080" y="40314"/>
                      <a:pt x="89563" y="16777"/>
                      <a:pt x="87839" y="12668"/>
                    </a:cubicBezTo>
                    <a:cubicBezTo>
                      <a:pt x="86081" y="8473"/>
                      <a:pt x="82744" y="4685"/>
                      <a:pt x="78338" y="3554"/>
                    </a:cubicBezTo>
                    <a:cubicBezTo>
                      <a:pt x="77072" y="3230"/>
                      <a:pt x="75782" y="3133"/>
                      <a:pt x="74479" y="3133"/>
                    </a:cubicBezTo>
                    <a:cubicBezTo>
                      <a:pt x="72576" y="3133"/>
                      <a:pt x="70646" y="3339"/>
                      <a:pt x="68733" y="3339"/>
                    </a:cubicBezTo>
                    <a:cubicBezTo>
                      <a:pt x="68051" y="3339"/>
                      <a:pt x="67371" y="3313"/>
                      <a:pt x="66695" y="3242"/>
                    </a:cubicBezTo>
                    <a:cubicBezTo>
                      <a:pt x="61897" y="2739"/>
                      <a:pt x="57402" y="0"/>
                      <a:pt x="5263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7" name="Google Shape;5392;p74">
                <a:extLst>
                  <a:ext uri="{FF2B5EF4-FFF2-40B4-BE49-F238E27FC236}">
                    <a16:creationId xmlns:a16="http://schemas.microsoft.com/office/drawing/2014/main" id="{BA0D0714-D73F-9821-61EF-1CF482D6E66E}"/>
                  </a:ext>
                </a:extLst>
              </p:cNvPr>
              <p:cNvSpPr/>
              <p:nvPr/>
            </p:nvSpPr>
            <p:spPr>
              <a:xfrm rot="-5400000">
                <a:off x="7073410" y="636375"/>
                <a:ext cx="3189669" cy="1411509"/>
              </a:xfrm>
              <a:custGeom>
                <a:avLst/>
                <a:gdLst/>
                <a:ahLst/>
                <a:cxnLst/>
                <a:rect l="l" t="t" r="r" b="b"/>
                <a:pathLst>
                  <a:path w="80471" h="32195" extrusionOk="0">
                    <a:moveTo>
                      <a:pt x="47487" y="1"/>
                    </a:moveTo>
                    <a:cubicBezTo>
                      <a:pt x="43320" y="1"/>
                      <a:pt x="39414" y="2827"/>
                      <a:pt x="36193" y="5678"/>
                    </a:cubicBezTo>
                    <a:cubicBezTo>
                      <a:pt x="32550" y="8904"/>
                      <a:pt x="28659" y="12549"/>
                      <a:pt x="23801" y="12820"/>
                    </a:cubicBezTo>
                    <a:cubicBezTo>
                      <a:pt x="23603" y="12831"/>
                      <a:pt x="23405" y="12837"/>
                      <a:pt x="23208" y="12837"/>
                    </a:cubicBezTo>
                    <a:cubicBezTo>
                      <a:pt x="20202" y="12837"/>
                      <a:pt x="17266" y="11633"/>
                      <a:pt x="14247" y="11611"/>
                    </a:cubicBezTo>
                    <a:cubicBezTo>
                      <a:pt x="14221" y="11610"/>
                      <a:pt x="14196" y="11610"/>
                      <a:pt x="14170" y="11610"/>
                    </a:cubicBezTo>
                    <a:cubicBezTo>
                      <a:pt x="9546" y="11610"/>
                      <a:pt x="5189" y="14522"/>
                      <a:pt x="2843" y="18510"/>
                    </a:cubicBezTo>
                    <a:cubicBezTo>
                      <a:pt x="483" y="22521"/>
                      <a:pt x="1" y="27451"/>
                      <a:pt x="847" y="32025"/>
                    </a:cubicBezTo>
                    <a:lnTo>
                      <a:pt x="75894" y="32195"/>
                    </a:lnTo>
                    <a:cubicBezTo>
                      <a:pt x="80471" y="29741"/>
                      <a:pt x="79104" y="20847"/>
                      <a:pt x="78484" y="15147"/>
                    </a:cubicBezTo>
                    <a:cubicBezTo>
                      <a:pt x="77863" y="9446"/>
                      <a:pt x="74407" y="3185"/>
                      <a:pt x="68697" y="2665"/>
                    </a:cubicBezTo>
                    <a:cubicBezTo>
                      <a:pt x="68430" y="2640"/>
                      <a:pt x="68164" y="2629"/>
                      <a:pt x="67898" y="2629"/>
                    </a:cubicBezTo>
                    <a:cubicBezTo>
                      <a:pt x="65148" y="2629"/>
                      <a:pt x="62428" y="3814"/>
                      <a:pt x="59686" y="3814"/>
                    </a:cubicBezTo>
                    <a:cubicBezTo>
                      <a:pt x="59345" y="3814"/>
                      <a:pt x="59004" y="3796"/>
                      <a:pt x="58663" y="3754"/>
                    </a:cubicBezTo>
                    <a:cubicBezTo>
                      <a:pt x="55277" y="3347"/>
                      <a:pt x="52491" y="781"/>
                      <a:pt x="49140" y="153"/>
                    </a:cubicBezTo>
                    <a:cubicBezTo>
                      <a:pt x="48585" y="49"/>
                      <a:pt x="48034" y="1"/>
                      <a:pt x="4748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12" name="Google Shape;5393;p74">
              <a:extLst>
                <a:ext uri="{FF2B5EF4-FFF2-40B4-BE49-F238E27FC236}">
                  <a16:creationId xmlns:a16="http://schemas.microsoft.com/office/drawing/2014/main" id="{A60EBE75-4DDE-28F5-E021-96B63907BCAB}"/>
                </a:ext>
              </a:extLst>
            </p:cNvPr>
            <p:cNvSpPr/>
            <p:nvPr/>
          </p:nvSpPr>
          <p:spPr>
            <a:xfrm>
              <a:off x="8510196" y="1883951"/>
              <a:ext cx="316673" cy="403209"/>
            </a:xfrm>
            <a:custGeom>
              <a:avLst/>
              <a:gdLst/>
              <a:ahLst/>
              <a:cxnLst/>
              <a:rect l="l" t="t" r="r" b="b"/>
              <a:pathLst>
                <a:path w="13635" h="17361" extrusionOk="0">
                  <a:moveTo>
                    <a:pt x="5674" y="7715"/>
                  </a:moveTo>
                  <a:cubicBezTo>
                    <a:pt x="5914" y="7856"/>
                    <a:pt x="6189" y="7933"/>
                    <a:pt x="6468" y="7933"/>
                  </a:cubicBezTo>
                  <a:cubicBezTo>
                    <a:pt x="6593" y="7933"/>
                    <a:pt x="6717" y="7917"/>
                    <a:pt x="6840" y="7887"/>
                  </a:cubicBezTo>
                  <a:lnTo>
                    <a:pt x="6840" y="7887"/>
                  </a:lnTo>
                  <a:lnTo>
                    <a:pt x="6570" y="10464"/>
                  </a:lnTo>
                  <a:lnTo>
                    <a:pt x="5083" y="9260"/>
                  </a:lnTo>
                  <a:cubicBezTo>
                    <a:pt x="5415" y="9058"/>
                    <a:pt x="5620" y="8695"/>
                    <a:pt x="5620" y="8309"/>
                  </a:cubicBezTo>
                  <a:cubicBezTo>
                    <a:pt x="5620" y="8176"/>
                    <a:pt x="5592" y="8043"/>
                    <a:pt x="5543" y="7910"/>
                  </a:cubicBezTo>
                  <a:lnTo>
                    <a:pt x="5548" y="7910"/>
                  </a:lnTo>
                  <a:cubicBezTo>
                    <a:pt x="5598" y="7848"/>
                    <a:pt x="5639" y="7783"/>
                    <a:pt x="5674" y="7715"/>
                  </a:cubicBezTo>
                  <a:close/>
                  <a:moveTo>
                    <a:pt x="6474" y="0"/>
                  </a:moveTo>
                  <a:cubicBezTo>
                    <a:pt x="5875" y="0"/>
                    <a:pt x="5304" y="345"/>
                    <a:pt x="5042" y="928"/>
                  </a:cubicBezTo>
                  <a:lnTo>
                    <a:pt x="5037" y="932"/>
                  </a:lnTo>
                  <a:cubicBezTo>
                    <a:pt x="4228" y="1015"/>
                    <a:pt x="3646" y="1698"/>
                    <a:pt x="3646" y="2474"/>
                  </a:cubicBezTo>
                  <a:cubicBezTo>
                    <a:pt x="3646" y="2586"/>
                    <a:pt x="3656" y="2696"/>
                    <a:pt x="3678" y="2808"/>
                  </a:cubicBezTo>
                  <a:lnTo>
                    <a:pt x="3673" y="2808"/>
                  </a:lnTo>
                  <a:cubicBezTo>
                    <a:pt x="3154" y="3275"/>
                    <a:pt x="3027" y="4005"/>
                    <a:pt x="3291" y="4600"/>
                  </a:cubicBezTo>
                  <a:cubicBezTo>
                    <a:pt x="3253" y="4596"/>
                    <a:pt x="3216" y="4593"/>
                    <a:pt x="3179" y="4593"/>
                  </a:cubicBezTo>
                  <a:cubicBezTo>
                    <a:pt x="2935" y="4593"/>
                    <a:pt x="2686" y="4676"/>
                    <a:pt x="2480" y="4843"/>
                  </a:cubicBezTo>
                  <a:cubicBezTo>
                    <a:pt x="2347" y="4792"/>
                    <a:pt x="2214" y="4771"/>
                    <a:pt x="2081" y="4771"/>
                  </a:cubicBezTo>
                  <a:cubicBezTo>
                    <a:pt x="1588" y="4771"/>
                    <a:pt x="1138" y="5092"/>
                    <a:pt x="1005" y="5596"/>
                  </a:cubicBezTo>
                  <a:cubicBezTo>
                    <a:pt x="501" y="5731"/>
                    <a:pt x="173" y="6184"/>
                    <a:pt x="173" y="6673"/>
                  </a:cubicBezTo>
                  <a:cubicBezTo>
                    <a:pt x="173" y="6806"/>
                    <a:pt x="201" y="6939"/>
                    <a:pt x="251" y="7072"/>
                  </a:cubicBezTo>
                  <a:cubicBezTo>
                    <a:pt x="84" y="7283"/>
                    <a:pt x="0" y="7527"/>
                    <a:pt x="0" y="7777"/>
                  </a:cubicBezTo>
                  <a:cubicBezTo>
                    <a:pt x="0" y="8138"/>
                    <a:pt x="178" y="8492"/>
                    <a:pt x="511" y="8709"/>
                  </a:cubicBezTo>
                  <a:cubicBezTo>
                    <a:pt x="472" y="9352"/>
                    <a:pt x="988" y="9879"/>
                    <a:pt x="1626" y="9879"/>
                  </a:cubicBezTo>
                  <a:lnTo>
                    <a:pt x="1681" y="9879"/>
                  </a:lnTo>
                  <a:cubicBezTo>
                    <a:pt x="1897" y="10211"/>
                    <a:pt x="2253" y="10389"/>
                    <a:pt x="2620" y="10389"/>
                  </a:cubicBezTo>
                  <a:cubicBezTo>
                    <a:pt x="2863" y="10389"/>
                    <a:pt x="3113" y="10306"/>
                    <a:pt x="3318" y="10139"/>
                  </a:cubicBezTo>
                  <a:cubicBezTo>
                    <a:pt x="3451" y="10189"/>
                    <a:pt x="3584" y="10211"/>
                    <a:pt x="3718" y="10211"/>
                  </a:cubicBezTo>
                  <a:cubicBezTo>
                    <a:pt x="4104" y="10211"/>
                    <a:pt x="4467" y="10011"/>
                    <a:pt x="4669" y="9677"/>
                  </a:cubicBezTo>
                  <a:lnTo>
                    <a:pt x="6423" y="11842"/>
                  </a:lnTo>
                  <a:lnTo>
                    <a:pt x="6426" y="11841"/>
                  </a:lnTo>
                  <a:lnTo>
                    <a:pt x="6426" y="11841"/>
                  </a:lnTo>
                  <a:lnTo>
                    <a:pt x="5846" y="17361"/>
                  </a:lnTo>
                  <a:lnTo>
                    <a:pt x="8654" y="17361"/>
                  </a:lnTo>
                  <a:lnTo>
                    <a:pt x="8207" y="13100"/>
                  </a:lnTo>
                  <a:lnTo>
                    <a:pt x="10015" y="10870"/>
                  </a:lnTo>
                  <a:cubicBezTo>
                    <a:pt x="10162" y="11120"/>
                    <a:pt x="10433" y="11271"/>
                    <a:pt x="10727" y="11271"/>
                  </a:cubicBezTo>
                  <a:cubicBezTo>
                    <a:pt x="10828" y="11271"/>
                    <a:pt x="10928" y="11254"/>
                    <a:pt x="11027" y="11215"/>
                  </a:cubicBezTo>
                  <a:cubicBezTo>
                    <a:pt x="11182" y="11343"/>
                    <a:pt x="11367" y="11403"/>
                    <a:pt x="11551" y="11403"/>
                  </a:cubicBezTo>
                  <a:cubicBezTo>
                    <a:pt x="11822" y="11403"/>
                    <a:pt x="12089" y="11271"/>
                    <a:pt x="12248" y="11027"/>
                  </a:cubicBezTo>
                  <a:lnTo>
                    <a:pt x="12248" y="11021"/>
                  </a:lnTo>
                  <a:lnTo>
                    <a:pt x="12252" y="11021"/>
                  </a:lnTo>
                  <a:cubicBezTo>
                    <a:pt x="12269" y="11022"/>
                    <a:pt x="12285" y="11023"/>
                    <a:pt x="12301" y="11023"/>
                  </a:cubicBezTo>
                  <a:cubicBezTo>
                    <a:pt x="12773" y="11023"/>
                    <a:pt x="13151" y="10627"/>
                    <a:pt x="13129" y="10150"/>
                  </a:cubicBezTo>
                  <a:lnTo>
                    <a:pt x="13129" y="10145"/>
                  </a:lnTo>
                  <a:cubicBezTo>
                    <a:pt x="13546" y="9879"/>
                    <a:pt x="13635" y="9308"/>
                    <a:pt x="13324" y="8925"/>
                  </a:cubicBezTo>
                  <a:lnTo>
                    <a:pt x="13318" y="8919"/>
                  </a:lnTo>
                  <a:cubicBezTo>
                    <a:pt x="13356" y="8819"/>
                    <a:pt x="13373" y="8720"/>
                    <a:pt x="13373" y="8620"/>
                  </a:cubicBezTo>
                  <a:cubicBezTo>
                    <a:pt x="13373" y="8254"/>
                    <a:pt x="13130" y="7916"/>
                    <a:pt x="12758" y="7815"/>
                  </a:cubicBezTo>
                  <a:cubicBezTo>
                    <a:pt x="12658" y="7438"/>
                    <a:pt x="12320" y="7201"/>
                    <a:pt x="11954" y="7201"/>
                  </a:cubicBezTo>
                  <a:cubicBezTo>
                    <a:pt x="11854" y="7201"/>
                    <a:pt x="11753" y="7216"/>
                    <a:pt x="11654" y="7256"/>
                  </a:cubicBezTo>
                  <a:cubicBezTo>
                    <a:pt x="11499" y="7128"/>
                    <a:pt x="11310" y="7066"/>
                    <a:pt x="11127" y="7066"/>
                  </a:cubicBezTo>
                  <a:cubicBezTo>
                    <a:pt x="10856" y="7066"/>
                    <a:pt x="10589" y="7201"/>
                    <a:pt x="10429" y="7449"/>
                  </a:cubicBezTo>
                  <a:cubicBezTo>
                    <a:pt x="10413" y="7448"/>
                    <a:pt x="10397" y="7448"/>
                    <a:pt x="10381" y="7448"/>
                  </a:cubicBezTo>
                  <a:cubicBezTo>
                    <a:pt x="9925" y="7448"/>
                    <a:pt x="9553" y="7820"/>
                    <a:pt x="9553" y="8276"/>
                  </a:cubicBezTo>
                  <a:lnTo>
                    <a:pt x="9553" y="8326"/>
                  </a:lnTo>
                  <a:cubicBezTo>
                    <a:pt x="9302" y="8487"/>
                    <a:pt x="9175" y="8753"/>
                    <a:pt x="9175" y="9025"/>
                  </a:cubicBezTo>
                  <a:cubicBezTo>
                    <a:pt x="9175" y="9208"/>
                    <a:pt x="9230" y="9396"/>
                    <a:pt x="9358" y="9551"/>
                  </a:cubicBezTo>
                  <a:cubicBezTo>
                    <a:pt x="9202" y="9954"/>
                    <a:pt x="9383" y="10399"/>
                    <a:pt x="9749" y="10590"/>
                  </a:cubicBezTo>
                  <a:lnTo>
                    <a:pt x="8092" y="12002"/>
                  </a:lnTo>
                  <a:lnTo>
                    <a:pt x="7661" y="7887"/>
                  </a:lnTo>
                  <a:lnTo>
                    <a:pt x="7661" y="7887"/>
                  </a:lnTo>
                  <a:cubicBezTo>
                    <a:pt x="7783" y="7917"/>
                    <a:pt x="7909" y="7931"/>
                    <a:pt x="8032" y="7931"/>
                  </a:cubicBezTo>
                  <a:cubicBezTo>
                    <a:pt x="8625" y="7931"/>
                    <a:pt x="9196" y="7593"/>
                    <a:pt x="9458" y="7005"/>
                  </a:cubicBezTo>
                  <a:cubicBezTo>
                    <a:pt x="10268" y="6922"/>
                    <a:pt x="10856" y="6235"/>
                    <a:pt x="10856" y="5458"/>
                  </a:cubicBezTo>
                  <a:cubicBezTo>
                    <a:pt x="10856" y="5353"/>
                    <a:pt x="10845" y="5241"/>
                    <a:pt x="10822" y="5131"/>
                  </a:cubicBezTo>
                  <a:lnTo>
                    <a:pt x="10822" y="5126"/>
                  </a:lnTo>
                  <a:cubicBezTo>
                    <a:pt x="11165" y="4815"/>
                    <a:pt x="11338" y="4393"/>
                    <a:pt x="11338" y="3967"/>
                  </a:cubicBezTo>
                  <a:cubicBezTo>
                    <a:pt x="11338" y="3545"/>
                    <a:pt x="11165" y="3117"/>
                    <a:pt x="10822" y="2808"/>
                  </a:cubicBezTo>
                  <a:cubicBezTo>
                    <a:pt x="10845" y="2696"/>
                    <a:pt x="10856" y="2586"/>
                    <a:pt x="10856" y="2480"/>
                  </a:cubicBezTo>
                  <a:cubicBezTo>
                    <a:pt x="10856" y="1698"/>
                    <a:pt x="10268" y="1015"/>
                    <a:pt x="9458" y="932"/>
                  </a:cubicBezTo>
                  <a:lnTo>
                    <a:pt x="9458" y="928"/>
                  </a:lnTo>
                  <a:cubicBezTo>
                    <a:pt x="9196" y="345"/>
                    <a:pt x="8620" y="0"/>
                    <a:pt x="8026" y="0"/>
                  </a:cubicBezTo>
                  <a:cubicBezTo>
                    <a:pt x="7760" y="0"/>
                    <a:pt x="7495" y="67"/>
                    <a:pt x="7250" y="211"/>
                  </a:cubicBezTo>
                  <a:cubicBezTo>
                    <a:pt x="7000" y="67"/>
                    <a:pt x="6734" y="0"/>
                    <a:pt x="647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 name="Google Shape;5394;p74">
              <a:extLst>
                <a:ext uri="{FF2B5EF4-FFF2-40B4-BE49-F238E27FC236}">
                  <a16:creationId xmlns:a16="http://schemas.microsoft.com/office/drawing/2014/main" id="{FE4FA8A0-2545-ED16-806C-9B926AD3CE7E}"/>
                </a:ext>
              </a:extLst>
            </p:cNvPr>
            <p:cNvSpPr/>
            <p:nvPr/>
          </p:nvSpPr>
          <p:spPr>
            <a:xfrm>
              <a:off x="7871115" y="1736950"/>
              <a:ext cx="384439" cy="489493"/>
            </a:xfrm>
            <a:custGeom>
              <a:avLst/>
              <a:gdLst/>
              <a:ahLst/>
              <a:cxnLst/>
              <a:rect l="l" t="t" r="r" b="b"/>
              <a:pathLst>
                <a:path w="13635" h="17361" extrusionOk="0">
                  <a:moveTo>
                    <a:pt x="5674" y="7715"/>
                  </a:moveTo>
                  <a:cubicBezTo>
                    <a:pt x="5914" y="7856"/>
                    <a:pt x="6189" y="7933"/>
                    <a:pt x="6468" y="7933"/>
                  </a:cubicBezTo>
                  <a:cubicBezTo>
                    <a:pt x="6593" y="7933"/>
                    <a:pt x="6717" y="7917"/>
                    <a:pt x="6840" y="7887"/>
                  </a:cubicBezTo>
                  <a:lnTo>
                    <a:pt x="6840" y="7887"/>
                  </a:lnTo>
                  <a:lnTo>
                    <a:pt x="6570" y="10464"/>
                  </a:lnTo>
                  <a:lnTo>
                    <a:pt x="5083" y="9260"/>
                  </a:lnTo>
                  <a:cubicBezTo>
                    <a:pt x="5415" y="9058"/>
                    <a:pt x="5620" y="8695"/>
                    <a:pt x="5620" y="8309"/>
                  </a:cubicBezTo>
                  <a:cubicBezTo>
                    <a:pt x="5620" y="8176"/>
                    <a:pt x="5592" y="8043"/>
                    <a:pt x="5543" y="7910"/>
                  </a:cubicBezTo>
                  <a:lnTo>
                    <a:pt x="5548" y="7910"/>
                  </a:lnTo>
                  <a:cubicBezTo>
                    <a:pt x="5598" y="7848"/>
                    <a:pt x="5639" y="7783"/>
                    <a:pt x="5674" y="7715"/>
                  </a:cubicBezTo>
                  <a:close/>
                  <a:moveTo>
                    <a:pt x="6474" y="0"/>
                  </a:moveTo>
                  <a:cubicBezTo>
                    <a:pt x="5875" y="0"/>
                    <a:pt x="5304" y="345"/>
                    <a:pt x="5042" y="928"/>
                  </a:cubicBezTo>
                  <a:lnTo>
                    <a:pt x="5037" y="932"/>
                  </a:lnTo>
                  <a:cubicBezTo>
                    <a:pt x="4228" y="1015"/>
                    <a:pt x="3646" y="1698"/>
                    <a:pt x="3646" y="2474"/>
                  </a:cubicBezTo>
                  <a:cubicBezTo>
                    <a:pt x="3646" y="2586"/>
                    <a:pt x="3656" y="2696"/>
                    <a:pt x="3678" y="2808"/>
                  </a:cubicBezTo>
                  <a:lnTo>
                    <a:pt x="3673" y="2808"/>
                  </a:lnTo>
                  <a:cubicBezTo>
                    <a:pt x="3154" y="3275"/>
                    <a:pt x="3027" y="4005"/>
                    <a:pt x="3291" y="4600"/>
                  </a:cubicBezTo>
                  <a:cubicBezTo>
                    <a:pt x="3253" y="4596"/>
                    <a:pt x="3216" y="4593"/>
                    <a:pt x="3179" y="4593"/>
                  </a:cubicBezTo>
                  <a:cubicBezTo>
                    <a:pt x="2935" y="4593"/>
                    <a:pt x="2686" y="4676"/>
                    <a:pt x="2480" y="4843"/>
                  </a:cubicBezTo>
                  <a:cubicBezTo>
                    <a:pt x="2347" y="4792"/>
                    <a:pt x="2214" y="4771"/>
                    <a:pt x="2081" y="4771"/>
                  </a:cubicBezTo>
                  <a:cubicBezTo>
                    <a:pt x="1588" y="4771"/>
                    <a:pt x="1138" y="5092"/>
                    <a:pt x="1005" y="5596"/>
                  </a:cubicBezTo>
                  <a:cubicBezTo>
                    <a:pt x="501" y="5731"/>
                    <a:pt x="173" y="6184"/>
                    <a:pt x="173" y="6673"/>
                  </a:cubicBezTo>
                  <a:cubicBezTo>
                    <a:pt x="173" y="6806"/>
                    <a:pt x="201" y="6939"/>
                    <a:pt x="251" y="7072"/>
                  </a:cubicBezTo>
                  <a:cubicBezTo>
                    <a:pt x="84" y="7283"/>
                    <a:pt x="0" y="7527"/>
                    <a:pt x="0" y="7777"/>
                  </a:cubicBezTo>
                  <a:cubicBezTo>
                    <a:pt x="0" y="8138"/>
                    <a:pt x="178" y="8492"/>
                    <a:pt x="511" y="8709"/>
                  </a:cubicBezTo>
                  <a:cubicBezTo>
                    <a:pt x="472" y="9352"/>
                    <a:pt x="988" y="9879"/>
                    <a:pt x="1626" y="9879"/>
                  </a:cubicBezTo>
                  <a:lnTo>
                    <a:pt x="1681" y="9879"/>
                  </a:lnTo>
                  <a:cubicBezTo>
                    <a:pt x="1897" y="10211"/>
                    <a:pt x="2253" y="10389"/>
                    <a:pt x="2620" y="10389"/>
                  </a:cubicBezTo>
                  <a:cubicBezTo>
                    <a:pt x="2863" y="10389"/>
                    <a:pt x="3113" y="10306"/>
                    <a:pt x="3318" y="10139"/>
                  </a:cubicBezTo>
                  <a:cubicBezTo>
                    <a:pt x="3451" y="10189"/>
                    <a:pt x="3584" y="10211"/>
                    <a:pt x="3718" y="10211"/>
                  </a:cubicBezTo>
                  <a:cubicBezTo>
                    <a:pt x="4104" y="10211"/>
                    <a:pt x="4467" y="10011"/>
                    <a:pt x="4669" y="9677"/>
                  </a:cubicBezTo>
                  <a:lnTo>
                    <a:pt x="6423" y="11842"/>
                  </a:lnTo>
                  <a:lnTo>
                    <a:pt x="6426" y="11841"/>
                  </a:lnTo>
                  <a:lnTo>
                    <a:pt x="6426" y="11841"/>
                  </a:lnTo>
                  <a:lnTo>
                    <a:pt x="5846" y="17361"/>
                  </a:lnTo>
                  <a:lnTo>
                    <a:pt x="8654" y="17361"/>
                  </a:lnTo>
                  <a:lnTo>
                    <a:pt x="8207" y="13100"/>
                  </a:lnTo>
                  <a:lnTo>
                    <a:pt x="10015" y="10870"/>
                  </a:lnTo>
                  <a:cubicBezTo>
                    <a:pt x="10162" y="11120"/>
                    <a:pt x="10433" y="11271"/>
                    <a:pt x="10727" y="11271"/>
                  </a:cubicBezTo>
                  <a:cubicBezTo>
                    <a:pt x="10828" y="11271"/>
                    <a:pt x="10928" y="11254"/>
                    <a:pt x="11027" y="11215"/>
                  </a:cubicBezTo>
                  <a:cubicBezTo>
                    <a:pt x="11182" y="11343"/>
                    <a:pt x="11367" y="11403"/>
                    <a:pt x="11551" y="11403"/>
                  </a:cubicBezTo>
                  <a:cubicBezTo>
                    <a:pt x="11822" y="11403"/>
                    <a:pt x="12089" y="11271"/>
                    <a:pt x="12248" y="11027"/>
                  </a:cubicBezTo>
                  <a:lnTo>
                    <a:pt x="12248" y="11021"/>
                  </a:lnTo>
                  <a:lnTo>
                    <a:pt x="12252" y="11021"/>
                  </a:lnTo>
                  <a:cubicBezTo>
                    <a:pt x="12269" y="11022"/>
                    <a:pt x="12285" y="11023"/>
                    <a:pt x="12301" y="11023"/>
                  </a:cubicBezTo>
                  <a:cubicBezTo>
                    <a:pt x="12773" y="11023"/>
                    <a:pt x="13151" y="10627"/>
                    <a:pt x="13129" y="10150"/>
                  </a:cubicBezTo>
                  <a:lnTo>
                    <a:pt x="13129" y="10145"/>
                  </a:lnTo>
                  <a:cubicBezTo>
                    <a:pt x="13546" y="9879"/>
                    <a:pt x="13635" y="9308"/>
                    <a:pt x="13324" y="8925"/>
                  </a:cubicBezTo>
                  <a:lnTo>
                    <a:pt x="13318" y="8919"/>
                  </a:lnTo>
                  <a:cubicBezTo>
                    <a:pt x="13356" y="8819"/>
                    <a:pt x="13373" y="8720"/>
                    <a:pt x="13373" y="8620"/>
                  </a:cubicBezTo>
                  <a:cubicBezTo>
                    <a:pt x="13373" y="8254"/>
                    <a:pt x="13130" y="7916"/>
                    <a:pt x="12758" y="7815"/>
                  </a:cubicBezTo>
                  <a:cubicBezTo>
                    <a:pt x="12658" y="7438"/>
                    <a:pt x="12320" y="7201"/>
                    <a:pt x="11954" y="7201"/>
                  </a:cubicBezTo>
                  <a:cubicBezTo>
                    <a:pt x="11854" y="7201"/>
                    <a:pt x="11753" y="7216"/>
                    <a:pt x="11654" y="7256"/>
                  </a:cubicBezTo>
                  <a:cubicBezTo>
                    <a:pt x="11499" y="7128"/>
                    <a:pt x="11310" y="7066"/>
                    <a:pt x="11127" y="7066"/>
                  </a:cubicBezTo>
                  <a:cubicBezTo>
                    <a:pt x="10856" y="7066"/>
                    <a:pt x="10589" y="7201"/>
                    <a:pt x="10429" y="7449"/>
                  </a:cubicBezTo>
                  <a:cubicBezTo>
                    <a:pt x="10413" y="7448"/>
                    <a:pt x="10397" y="7448"/>
                    <a:pt x="10381" y="7448"/>
                  </a:cubicBezTo>
                  <a:cubicBezTo>
                    <a:pt x="9925" y="7448"/>
                    <a:pt x="9553" y="7820"/>
                    <a:pt x="9553" y="8276"/>
                  </a:cubicBezTo>
                  <a:lnTo>
                    <a:pt x="9553" y="8326"/>
                  </a:lnTo>
                  <a:cubicBezTo>
                    <a:pt x="9302" y="8487"/>
                    <a:pt x="9175" y="8753"/>
                    <a:pt x="9175" y="9025"/>
                  </a:cubicBezTo>
                  <a:cubicBezTo>
                    <a:pt x="9175" y="9208"/>
                    <a:pt x="9230" y="9396"/>
                    <a:pt x="9358" y="9551"/>
                  </a:cubicBezTo>
                  <a:cubicBezTo>
                    <a:pt x="9202" y="9954"/>
                    <a:pt x="9383" y="10399"/>
                    <a:pt x="9749" y="10590"/>
                  </a:cubicBezTo>
                  <a:lnTo>
                    <a:pt x="8092" y="12002"/>
                  </a:lnTo>
                  <a:lnTo>
                    <a:pt x="7661" y="7887"/>
                  </a:lnTo>
                  <a:lnTo>
                    <a:pt x="7661" y="7887"/>
                  </a:lnTo>
                  <a:cubicBezTo>
                    <a:pt x="7783" y="7917"/>
                    <a:pt x="7909" y="7931"/>
                    <a:pt x="8032" y="7931"/>
                  </a:cubicBezTo>
                  <a:cubicBezTo>
                    <a:pt x="8625" y="7931"/>
                    <a:pt x="9196" y="7593"/>
                    <a:pt x="9458" y="7005"/>
                  </a:cubicBezTo>
                  <a:cubicBezTo>
                    <a:pt x="10268" y="6922"/>
                    <a:pt x="10856" y="6235"/>
                    <a:pt x="10856" y="5458"/>
                  </a:cubicBezTo>
                  <a:cubicBezTo>
                    <a:pt x="10856" y="5353"/>
                    <a:pt x="10845" y="5241"/>
                    <a:pt x="10822" y="5131"/>
                  </a:cubicBezTo>
                  <a:lnTo>
                    <a:pt x="10822" y="5126"/>
                  </a:lnTo>
                  <a:cubicBezTo>
                    <a:pt x="11165" y="4815"/>
                    <a:pt x="11338" y="4393"/>
                    <a:pt x="11338" y="3967"/>
                  </a:cubicBezTo>
                  <a:cubicBezTo>
                    <a:pt x="11338" y="3545"/>
                    <a:pt x="11165" y="3117"/>
                    <a:pt x="10822" y="2808"/>
                  </a:cubicBezTo>
                  <a:cubicBezTo>
                    <a:pt x="10845" y="2696"/>
                    <a:pt x="10856" y="2586"/>
                    <a:pt x="10856" y="2480"/>
                  </a:cubicBezTo>
                  <a:cubicBezTo>
                    <a:pt x="10856" y="1698"/>
                    <a:pt x="10268" y="1015"/>
                    <a:pt x="9458" y="932"/>
                  </a:cubicBezTo>
                  <a:lnTo>
                    <a:pt x="9458" y="928"/>
                  </a:lnTo>
                  <a:cubicBezTo>
                    <a:pt x="9196" y="345"/>
                    <a:pt x="8620" y="0"/>
                    <a:pt x="8026" y="0"/>
                  </a:cubicBezTo>
                  <a:cubicBezTo>
                    <a:pt x="7760" y="0"/>
                    <a:pt x="7495" y="67"/>
                    <a:pt x="7250" y="211"/>
                  </a:cubicBezTo>
                  <a:cubicBezTo>
                    <a:pt x="7000" y="67"/>
                    <a:pt x="6734" y="0"/>
                    <a:pt x="647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4" name="Google Shape;5395;p74">
              <a:extLst>
                <a:ext uri="{FF2B5EF4-FFF2-40B4-BE49-F238E27FC236}">
                  <a16:creationId xmlns:a16="http://schemas.microsoft.com/office/drawing/2014/main" id="{CC89CBC9-6714-90DF-9F02-E917525D6FED}"/>
                </a:ext>
              </a:extLst>
            </p:cNvPr>
            <p:cNvSpPr/>
            <p:nvPr/>
          </p:nvSpPr>
          <p:spPr>
            <a:xfrm>
              <a:off x="8766067" y="1943025"/>
              <a:ext cx="222591" cy="283418"/>
            </a:xfrm>
            <a:custGeom>
              <a:avLst/>
              <a:gdLst/>
              <a:ahLst/>
              <a:cxnLst/>
              <a:rect l="l" t="t" r="r" b="b"/>
              <a:pathLst>
                <a:path w="13635" h="17361" extrusionOk="0">
                  <a:moveTo>
                    <a:pt x="5674" y="7715"/>
                  </a:moveTo>
                  <a:cubicBezTo>
                    <a:pt x="5914" y="7856"/>
                    <a:pt x="6189" y="7933"/>
                    <a:pt x="6468" y="7933"/>
                  </a:cubicBezTo>
                  <a:cubicBezTo>
                    <a:pt x="6593" y="7933"/>
                    <a:pt x="6717" y="7917"/>
                    <a:pt x="6840" y="7887"/>
                  </a:cubicBezTo>
                  <a:lnTo>
                    <a:pt x="6840" y="7887"/>
                  </a:lnTo>
                  <a:lnTo>
                    <a:pt x="6570" y="10464"/>
                  </a:lnTo>
                  <a:lnTo>
                    <a:pt x="5083" y="9260"/>
                  </a:lnTo>
                  <a:cubicBezTo>
                    <a:pt x="5415" y="9058"/>
                    <a:pt x="5620" y="8695"/>
                    <a:pt x="5620" y="8309"/>
                  </a:cubicBezTo>
                  <a:cubicBezTo>
                    <a:pt x="5620" y="8176"/>
                    <a:pt x="5592" y="8043"/>
                    <a:pt x="5543" y="7910"/>
                  </a:cubicBezTo>
                  <a:lnTo>
                    <a:pt x="5548" y="7910"/>
                  </a:lnTo>
                  <a:cubicBezTo>
                    <a:pt x="5598" y="7848"/>
                    <a:pt x="5639" y="7783"/>
                    <a:pt x="5674" y="7715"/>
                  </a:cubicBezTo>
                  <a:close/>
                  <a:moveTo>
                    <a:pt x="6474" y="0"/>
                  </a:moveTo>
                  <a:cubicBezTo>
                    <a:pt x="5875" y="0"/>
                    <a:pt x="5304" y="345"/>
                    <a:pt x="5042" y="928"/>
                  </a:cubicBezTo>
                  <a:lnTo>
                    <a:pt x="5037" y="932"/>
                  </a:lnTo>
                  <a:cubicBezTo>
                    <a:pt x="4228" y="1015"/>
                    <a:pt x="3646" y="1698"/>
                    <a:pt x="3646" y="2474"/>
                  </a:cubicBezTo>
                  <a:cubicBezTo>
                    <a:pt x="3646" y="2586"/>
                    <a:pt x="3656" y="2696"/>
                    <a:pt x="3678" y="2808"/>
                  </a:cubicBezTo>
                  <a:lnTo>
                    <a:pt x="3673" y="2808"/>
                  </a:lnTo>
                  <a:cubicBezTo>
                    <a:pt x="3154" y="3275"/>
                    <a:pt x="3027" y="4005"/>
                    <a:pt x="3291" y="4600"/>
                  </a:cubicBezTo>
                  <a:cubicBezTo>
                    <a:pt x="3253" y="4596"/>
                    <a:pt x="3216" y="4593"/>
                    <a:pt x="3179" y="4593"/>
                  </a:cubicBezTo>
                  <a:cubicBezTo>
                    <a:pt x="2935" y="4593"/>
                    <a:pt x="2686" y="4676"/>
                    <a:pt x="2480" y="4843"/>
                  </a:cubicBezTo>
                  <a:cubicBezTo>
                    <a:pt x="2347" y="4792"/>
                    <a:pt x="2214" y="4771"/>
                    <a:pt x="2081" y="4771"/>
                  </a:cubicBezTo>
                  <a:cubicBezTo>
                    <a:pt x="1588" y="4771"/>
                    <a:pt x="1138" y="5092"/>
                    <a:pt x="1005" y="5596"/>
                  </a:cubicBezTo>
                  <a:cubicBezTo>
                    <a:pt x="501" y="5731"/>
                    <a:pt x="173" y="6184"/>
                    <a:pt x="173" y="6673"/>
                  </a:cubicBezTo>
                  <a:cubicBezTo>
                    <a:pt x="173" y="6806"/>
                    <a:pt x="201" y="6939"/>
                    <a:pt x="251" y="7072"/>
                  </a:cubicBezTo>
                  <a:cubicBezTo>
                    <a:pt x="84" y="7283"/>
                    <a:pt x="0" y="7527"/>
                    <a:pt x="0" y="7777"/>
                  </a:cubicBezTo>
                  <a:cubicBezTo>
                    <a:pt x="0" y="8138"/>
                    <a:pt x="178" y="8492"/>
                    <a:pt x="511" y="8709"/>
                  </a:cubicBezTo>
                  <a:cubicBezTo>
                    <a:pt x="472" y="9352"/>
                    <a:pt x="988" y="9879"/>
                    <a:pt x="1626" y="9879"/>
                  </a:cubicBezTo>
                  <a:lnTo>
                    <a:pt x="1681" y="9879"/>
                  </a:lnTo>
                  <a:cubicBezTo>
                    <a:pt x="1897" y="10211"/>
                    <a:pt x="2253" y="10389"/>
                    <a:pt x="2620" y="10389"/>
                  </a:cubicBezTo>
                  <a:cubicBezTo>
                    <a:pt x="2863" y="10389"/>
                    <a:pt x="3113" y="10306"/>
                    <a:pt x="3318" y="10139"/>
                  </a:cubicBezTo>
                  <a:cubicBezTo>
                    <a:pt x="3451" y="10189"/>
                    <a:pt x="3584" y="10211"/>
                    <a:pt x="3718" y="10211"/>
                  </a:cubicBezTo>
                  <a:cubicBezTo>
                    <a:pt x="4104" y="10211"/>
                    <a:pt x="4467" y="10011"/>
                    <a:pt x="4669" y="9677"/>
                  </a:cubicBezTo>
                  <a:lnTo>
                    <a:pt x="6423" y="11842"/>
                  </a:lnTo>
                  <a:lnTo>
                    <a:pt x="6426" y="11841"/>
                  </a:lnTo>
                  <a:lnTo>
                    <a:pt x="6426" y="11841"/>
                  </a:lnTo>
                  <a:lnTo>
                    <a:pt x="5846" y="17361"/>
                  </a:lnTo>
                  <a:lnTo>
                    <a:pt x="8654" y="17361"/>
                  </a:lnTo>
                  <a:lnTo>
                    <a:pt x="8207" y="13100"/>
                  </a:lnTo>
                  <a:lnTo>
                    <a:pt x="10015" y="10870"/>
                  </a:lnTo>
                  <a:cubicBezTo>
                    <a:pt x="10162" y="11120"/>
                    <a:pt x="10433" y="11271"/>
                    <a:pt x="10727" y="11271"/>
                  </a:cubicBezTo>
                  <a:cubicBezTo>
                    <a:pt x="10828" y="11271"/>
                    <a:pt x="10928" y="11254"/>
                    <a:pt x="11027" y="11215"/>
                  </a:cubicBezTo>
                  <a:cubicBezTo>
                    <a:pt x="11182" y="11343"/>
                    <a:pt x="11367" y="11403"/>
                    <a:pt x="11551" y="11403"/>
                  </a:cubicBezTo>
                  <a:cubicBezTo>
                    <a:pt x="11822" y="11403"/>
                    <a:pt x="12089" y="11271"/>
                    <a:pt x="12248" y="11027"/>
                  </a:cubicBezTo>
                  <a:lnTo>
                    <a:pt x="12248" y="11021"/>
                  </a:lnTo>
                  <a:lnTo>
                    <a:pt x="12252" y="11021"/>
                  </a:lnTo>
                  <a:cubicBezTo>
                    <a:pt x="12269" y="11022"/>
                    <a:pt x="12285" y="11023"/>
                    <a:pt x="12301" y="11023"/>
                  </a:cubicBezTo>
                  <a:cubicBezTo>
                    <a:pt x="12773" y="11023"/>
                    <a:pt x="13151" y="10627"/>
                    <a:pt x="13129" y="10150"/>
                  </a:cubicBezTo>
                  <a:lnTo>
                    <a:pt x="13129" y="10145"/>
                  </a:lnTo>
                  <a:cubicBezTo>
                    <a:pt x="13546" y="9879"/>
                    <a:pt x="13635" y="9308"/>
                    <a:pt x="13324" y="8925"/>
                  </a:cubicBezTo>
                  <a:lnTo>
                    <a:pt x="13318" y="8919"/>
                  </a:lnTo>
                  <a:cubicBezTo>
                    <a:pt x="13356" y="8819"/>
                    <a:pt x="13373" y="8720"/>
                    <a:pt x="13373" y="8620"/>
                  </a:cubicBezTo>
                  <a:cubicBezTo>
                    <a:pt x="13373" y="8254"/>
                    <a:pt x="13130" y="7916"/>
                    <a:pt x="12758" y="7815"/>
                  </a:cubicBezTo>
                  <a:cubicBezTo>
                    <a:pt x="12658" y="7438"/>
                    <a:pt x="12320" y="7201"/>
                    <a:pt x="11954" y="7201"/>
                  </a:cubicBezTo>
                  <a:cubicBezTo>
                    <a:pt x="11854" y="7201"/>
                    <a:pt x="11753" y="7216"/>
                    <a:pt x="11654" y="7256"/>
                  </a:cubicBezTo>
                  <a:cubicBezTo>
                    <a:pt x="11499" y="7128"/>
                    <a:pt x="11310" y="7066"/>
                    <a:pt x="11127" y="7066"/>
                  </a:cubicBezTo>
                  <a:cubicBezTo>
                    <a:pt x="10856" y="7066"/>
                    <a:pt x="10589" y="7201"/>
                    <a:pt x="10429" y="7449"/>
                  </a:cubicBezTo>
                  <a:cubicBezTo>
                    <a:pt x="10413" y="7448"/>
                    <a:pt x="10397" y="7448"/>
                    <a:pt x="10381" y="7448"/>
                  </a:cubicBezTo>
                  <a:cubicBezTo>
                    <a:pt x="9925" y="7448"/>
                    <a:pt x="9553" y="7820"/>
                    <a:pt x="9553" y="8276"/>
                  </a:cubicBezTo>
                  <a:lnTo>
                    <a:pt x="9553" y="8326"/>
                  </a:lnTo>
                  <a:cubicBezTo>
                    <a:pt x="9302" y="8487"/>
                    <a:pt x="9175" y="8753"/>
                    <a:pt x="9175" y="9025"/>
                  </a:cubicBezTo>
                  <a:cubicBezTo>
                    <a:pt x="9175" y="9208"/>
                    <a:pt x="9230" y="9396"/>
                    <a:pt x="9358" y="9551"/>
                  </a:cubicBezTo>
                  <a:cubicBezTo>
                    <a:pt x="9202" y="9954"/>
                    <a:pt x="9383" y="10399"/>
                    <a:pt x="9749" y="10590"/>
                  </a:cubicBezTo>
                  <a:lnTo>
                    <a:pt x="8092" y="12002"/>
                  </a:lnTo>
                  <a:lnTo>
                    <a:pt x="7661" y="7887"/>
                  </a:lnTo>
                  <a:lnTo>
                    <a:pt x="7661" y="7887"/>
                  </a:lnTo>
                  <a:cubicBezTo>
                    <a:pt x="7783" y="7917"/>
                    <a:pt x="7909" y="7931"/>
                    <a:pt x="8032" y="7931"/>
                  </a:cubicBezTo>
                  <a:cubicBezTo>
                    <a:pt x="8625" y="7931"/>
                    <a:pt x="9196" y="7593"/>
                    <a:pt x="9458" y="7005"/>
                  </a:cubicBezTo>
                  <a:cubicBezTo>
                    <a:pt x="10268" y="6922"/>
                    <a:pt x="10856" y="6235"/>
                    <a:pt x="10856" y="5458"/>
                  </a:cubicBezTo>
                  <a:cubicBezTo>
                    <a:pt x="10856" y="5353"/>
                    <a:pt x="10845" y="5241"/>
                    <a:pt x="10822" y="5131"/>
                  </a:cubicBezTo>
                  <a:lnTo>
                    <a:pt x="10822" y="5126"/>
                  </a:lnTo>
                  <a:cubicBezTo>
                    <a:pt x="11165" y="4815"/>
                    <a:pt x="11338" y="4393"/>
                    <a:pt x="11338" y="3967"/>
                  </a:cubicBezTo>
                  <a:cubicBezTo>
                    <a:pt x="11338" y="3545"/>
                    <a:pt x="11165" y="3117"/>
                    <a:pt x="10822" y="2808"/>
                  </a:cubicBezTo>
                  <a:cubicBezTo>
                    <a:pt x="10845" y="2696"/>
                    <a:pt x="10856" y="2586"/>
                    <a:pt x="10856" y="2480"/>
                  </a:cubicBezTo>
                  <a:cubicBezTo>
                    <a:pt x="10856" y="1698"/>
                    <a:pt x="10268" y="1015"/>
                    <a:pt x="9458" y="932"/>
                  </a:cubicBezTo>
                  <a:lnTo>
                    <a:pt x="9458" y="928"/>
                  </a:lnTo>
                  <a:cubicBezTo>
                    <a:pt x="9196" y="345"/>
                    <a:pt x="8620" y="0"/>
                    <a:pt x="8026" y="0"/>
                  </a:cubicBezTo>
                  <a:cubicBezTo>
                    <a:pt x="7760" y="0"/>
                    <a:pt x="7495" y="67"/>
                    <a:pt x="7250" y="211"/>
                  </a:cubicBezTo>
                  <a:cubicBezTo>
                    <a:pt x="7000" y="67"/>
                    <a:pt x="6734" y="0"/>
                    <a:pt x="647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15" name="Google Shape;5396;p74">
              <a:extLst>
                <a:ext uri="{FF2B5EF4-FFF2-40B4-BE49-F238E27FC236}">
                  <a16:creationId xmlns:a16="http://schemas.microsoft.com/office/drawing/2014/main" id="{9C79784F-8FE3-FA6D-AD2E-6D1B001F6F73}"/>
                </a:ext>
              </a:extLst>
            </p:cNvPr>
            <p:cNvGrpSpPr/>
            <p:nvPr/>
          </p:nvGrpSpPr>
          <p:grpSpPr>
            <a:xfrm flipH="1">
              <a:off x="7967799" y="2220472"/>
              <a:ext cx="726618" cy="1302090"/>
              <a:chOff x="6484504" y="1911584"/>
              <a:chExt cx="1676553" cy="3004361"/>
            </a:xfrm>
          </p:grpSpPr>
          <p:sp>
            <p:nvSpPr>
              <p:cNvPr id="33" name="Google Shape;5397;p74">
                <a:extLst>
                  <a:ext uri="{FF2B5EF4-FFF2-40B4-BE49-F238E27FC236}">
                    <a16:creationId xmlns:a16="http://schemas.microsoft.com/office/drawing/2014/main" id="{BA2F664D-16B6-623F-AEA6-4B196EBADFFD}"/>
                  </a:ext>
                </a:extLst>
              </p:cNvPr>
              <p:cNvSpPr/>
              <p:nvPr/>
            </p:nvSpPr>
            <p:spPr>
              <a:xfrm>
                <a:off x="6836521" y="4915155"/>
                <a:ext cx="1052" cy="789"/>
              </a:xfrm>
              <a:custGeom>
                <a:avLst/>
                <a:gdLst/>
                <a:ahLst/>
                <a:cxnLst/>
                <a:rect l="l" t="t" r="r" b="b"/>
                <a:pathLst>
                  <a:path w="16" h="12" extrusionOk="0">
                    <a:moveTo>
                      <a:pt x="16" y="0"/>
                    </a:moveTo>
                    <a:cubicBezTo>
                      <a:pt x="13" y="2"/>
                      <a:pt x="9" y="4"/>
                      <a:pt x="6" y="7"/>
                    </a:cubicBezTo>
                    <a:lnTo>
                      <a:pt x="6" y="7"/>
                    </a:lnTo>
                    <a:cubicBezTo>
                      <a:pt x="10" y="4"/>
                      <a:pt x="13" y="2"/>
                      <a:pt x="16" y="0"/>
                    </a:cubicBezTo>
                    <a:close/>
                    <a:moveTo>
                      <a:pt x="6" y="7"/>
                    </a:moveTo>
                    <a:cubicBezTo>
                      <a:pt x="5" y="8"/>
                      <a:pt x="4" y="9"/>
                      <a:pt x="2" y="10"/>
                    </a:cubicBezTo>
                    <a:lnTo>
                      <a:pt x="2" y="10"/>
                    </a:lnTo>
                    <a:cubicBezTo>
                      <a:pt x="3" y="9"/>
                      <a:pt x="5" y="8"/>
                      <a:pt x="6" y="8"/>
                    </a:cubicBezTo>
                    <a:cubicBezTo>
                      <a:pt x="6" y="7"/>
                      <a:pt x="6" y="7"/>
                      <a:pt x="6" y="7"/>
                    </a:cubicBezTo>
                    <a:close/>
                    <a:moveTo>
                      <a:pt x="2" y="10"/>
                    </a:moveTo>
                    <a:cubicBezTo>
                      <a:pt x="1" y="11"/>
                      <a:pt x="1" y="11"/>
                      <a:pt x="0" y="12"/>
                    </a:cubicBezTo>
                    <a:cubicBezTo>
                      <a:pt x="1" y="11"/>
                      <a:pt x="1" y="11"/>
                      <a:pt x="2" y="10"/>
                    </a:cubicBezTo>
                    <a:close/>
                  </a:path>
                </a:pathLst>
              </a:custGeom>
              <a:solidFill>
                <a:srgbClr val="3838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 name="Google Shape;5398;p74">
                <a:extLst>
                  <a:ext uri="{FF2B5EF4-FFF2-40B4-BE49-F238E27FC236}">
                    <a16:creationId xmlns:a16="http://schemas.microsoft.com/office/drawing/2014/main" id="{1A1A652C-066F-FB8E-B744-FC433D6F7BDB}"/>
                  </a:ext>
                </a:extLst>
              </p:cNvPr>
              <p:cNvSpPr/>
              <p:nvPr/>
            </p:nvSpPr>
            <p:spPr>
              <a:xfrm>
                <a:off x="6509150" y="2123411"/>
                <a:ext cx="1031685" cy="1838723"/>
              </a:xfrm>
              <a:custGeom>
                <a:avLst/>
                <a:gdLst/>
                <a:ahLst/>
                <a:cxnLst/>
                <a:rect l="l" t="t" r="r" b="b"/>
                <a:pathLst>
                  <a:path w="15697" h="27976" extrusionOk="0">
                    <a:moveTo>
                      <a:pt x="1131" y="0"/>
                    </a:moveTo>
                    <a:cubicBezTo>
                      <a:pt x="506" y="0"/>
                      <a:pt x="0" y="508"/>
                      <a:pt x="0" y="1132"/>
                    </a:cubicBezTo>
                    <a:lnTo>
                      <a:pt x="0" y="16614"/>
                    </a:lnTo>
                    <a:lnTo>
                      <a:pt x="0" y="27975"/>
                    </a:lnTo>
                    <a:lnTo>
                      <a:pt x="15697" y="27975"/>
                    </a:lnTo>
                    <a:lnTo>
                      <a:pt x="15697" y="1132"/>
                    </a:lnTo>
                    <a:cubicBezTo>
                      <a:pt x="15697" y="508"/>
                      <a:pt x="15189" y="0"/>
                      <a:pt x="14565" y="0"/>
                    </a:cubicBezTo>
                    <a:close/>
                  </a:path>
                </a:pathLst>
              </a:custGeom>
              <a:gradFill>
                <a:gsLst>
                  <a:gs pos="0">
                    <a:schemeClr val="lt1"/>
                  </a:gs>
                  <a:gs pos="100000">
                    <a:schemeClr val="dk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5" name="Google Shape;5399;p74">
                <a:extLst>
                  <a:ext uri="{FF2B5EF4-FFF2-40B4-BE49-F238E27FC236}">
                    <a16:creationId xmlns:a16="http://schemas.microsoft.com/office/drawing/2014/main" id="{51C04AE0-AE23-CDE8-DE49-16A4130700DA}"/>
                  </a:ext>
                </a:extLst>
              </p:cNvPr>
              <p:cNvSpPr/>
              <p:nvPr/>
            </p:nvSpPr>
            <p:spPr>
              <a:xfrm>
                <a:off x="6509150" y="3962031"/>
                <a:ext cx="1031685" cy="657447"/>
              </a:xfrm>
              <a:custGeom>
                <a:avLst/>
                <a:gdLst/>
                <a:ahLst/>
                <a:cxnLst/>
                <a:rect l="l" t="t" r="r" b="b"/>
                <a:pathLst>
                  <a:path w="15697" h="10003" extrusionOk="0">
                    <a:moveTo>
                      <a:pt x="0" y="0"/>
                    </a:moveTo>
                    <a:lnTo>
                      <a:pt x="0" y="8870"/>
                    </a:lnTo>
                    <a:cubicBezTo>
                      <a:pt x="0" y="9495"/>
                      <a:pt x="506" y="10002"/>
                      <a:pt x="1131" y="10002"/>
                    </a:cubicBezTo>
                    <a:lnTo>
                      <a:pt x="14565" y="10002"/>
                    </a:lnTo>
                    <a:cubicBezTo>
                      <a:pt x="15189" y="10002"/>
                      <a:pt x="15697" y="9495"/>
                      <a:pt x="15697" y="8870"/>
                    </a:cubicBezTo>
                    <a:lnTo>
                      <a:pt x="1569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6" name="Google Shape;5400;p74">
                <a:extLst>
                  <a:ext uri="{FF2B5EF4-FFF2-40B4-BE49-F238E27FC236}">
                    <a16:creationId xmlns:a16="http://schemas.microsoft.com/office/drawing/2014/main" id="{11FBFD02-9571-2B6F-5AB4-93A545411DEB}"/>
                  </a:ext>
                </a:extLst>
              </p:cNvPr>
              <p:cNvSpPr/>
              <p:nvPr/>
            </p:nvSpPr>
            <p:spPr>
              <a:xfrm>
                <a:off x="6620421" y="2278782"/>
                <a:ext cx="796390" cy="1368592"/>
              </a:xfrm>
              <a:custGeom>
                <a:avLst/>
                <a:gdLst/>
                <a:ahLst/>
                <a:cxnLst/>
                <a:rect l="l" t="t" r="r" b="b"/>
                <a:pathLst>
                  <a:path w="12117" h="20823" extrusionOk="0">
                    <a:moveTo>
                      <a:pt x="88" y="1"/>
                    </a:moveTo>
                    <a:cubicBezTo>
                      <a:pt x="40" y="1"/>
                      <a:pt x="0" y="40"/>
                      <a:pt x="0" y="88"/>
                    </a:cubicBezTo>
                    <a:lnTo>
                      <a:pt x="0" y="12755"/>
                    </a:lnTo>
                    <a:cubicBezTo>
                      <a:pt x="0" y="12803"/>
                      <a:pt x="40" y="12842"/>
                      <a:pt x="88" y="12842"/>
                    </a:cubicBezTo>
                    <a:lnTo>
                      <a:pt x="12028" y="12842"/>
                    </a:lnTo>
                    <a:cubicBezTo>
                      <a:pt x="12077" y="12842"/>
                      <a:pt x="12117" y="12803"/>
                      <a:pt x="12117" y="12755"/>
                    </a:cubicBezTo>
                    <a:lnTo>
                      <a:pt x="12117" y="88"/>
                    </a:lnTo>
                    <a:cubicBezTo>
                      <a:pt x="12117" y="40"/>
                      <a:pt x="12077" y="1"/>
                      <a:pt x="12028" y="1"/>
                    </a:cubicBezTo>
                    <a:close/>
                    <a:moveTo>
                      <a:pt x="29" y="13955"/>
                    </a:moveTo>
                    <a:cubicBezTo>
                      <a:pt x="13" y="13955"/>
                      <a:pt x="0" y="13967"/>
                      <a:pt x="0" y="13983"/>
                    </a:cubicBezTo>
                    <a:lnTo>
                      <a:pt x="0" y="15316"/>
                    </a:lnTo>
                    <a:cubicBezTo>
                      <a:pt x="0" y="15333"/>
                      <a:pt x="13" y="15345"/>
                      <a:pt x="29" y="15345"/>
                    </a:cubicBezTo>
                    <a:lnTo>
                      <a:pt x="12087" y="15345"/>
                    </a:lnTo>
                    <a:cubicBezTo>
                      <a:pt x="12104" y="15345"/>
                      <a:pt x="12117" y="15333"/>
                      <a:pt x="12117" y="15316"/>
                    </a:cubicBezTo>
                    <a:lnTo>
                      <a:pt x="12117" y="13983"/>
                    </a:lnTo>
                    <a:cubicBezTo>
                      <a:pt x="12117" y="13967"/>
                      <a:pt x="12104" y="13955"/>
                      <a:pt x="12087" y="13955"/>
                    </a:cubicBezTo>
                    <a:close/>
                    <a:moveTo>
                      <a:pt x="10" y="16625"/>
                    </a:moveTo>
                    <a:cubicBezTo>
                      <a:pt x="5" y="16625"/>
                      <a:pt x="0" y="16629"/>
                      <a:pt x="0" y="16636"/>
                    </a:cubicBezTo>
                    <a:lnTo>
                      <a:pt x="0" y="19883"/>
                    </a:lnTo>
                    <a:cubicBezTo>
                      <a:pt x="0" y="19888"/>
                      <a:pt x="5" y="19893"/>
                      <a:pt x="10" y="19893"/>
                    </a:cubicBezTo>
                    <a:lnTo>
                      <a:pt x="1041" y="19893"/>
                    </a:lnTo>
                    <a:cubicBezTo>
                      <a:pt x="1046" y="19893"/>
                      <a:pt x="1052" y="19888"/>
                      <a:pt x="1052" y="19883"/>
                    </a:cubicBezTo>
                    <a:lnTo>
                      <a:pt x="1052" y="16636"/>
                    </a:lnTo>
                    <a:cubicBezTo>
                      <a:pt x="1052" y="16629"/>
                      <a:pt x="1046" y="16625"/>
                      <a:pt x="1041" y="16625"/>
                    </a:cubicBezTo>
                    <a:close/>
                    <a:moveTo>
                      <a:pt x="1340" y="16625"/>
                    </a:moveTo>
                    <a:cubicBezTo>
                      <a:pt x="1335" y="16625"/>
                      <a:pt x="1331" y="16629"/>
                      <a:pt x="1331" y="16636"/>
                    </a:cubicBezTo>
                    <a:lnTo>
                      <a:pt x="1331" y="19883"/>
                    </a:lnTo>
                    <a:cubicBezTo>
                      <a:pt x="1331" y="19888"/>
                      <a:pt x="1335" y="19893"/>
                      <a:pt x="1340" y="19893"/>
                    </a:cubicBezTo>
                    <a:lnTo>
                      <a:pt x="2371" y="19893"/>
                    </a:lnTo>
                    <a:cubicBezTo>
                      <a:pt x="2376" y="19893"/>
                      <a:pt x="2382" y="19888"/>
                      <a:pt x="2382" y="19883"/>
                    </a:cubicBezTo>
                    <a:lnTo>
                      <a:pt x="2382" y="16636"/>
                    </a:lnTo>
                    <a:cubicBezTo>
                      <a:pt x="2382" y="16629"/>
                      <a:pt x="2376" y="16625"/>
                      <a:pt x="2371" y="16625"/>
                    </a:cubicBezTo>
                    <a:close/>
                    <a:moveTo>
                      <a:pt x="9745" y="16625"/>
                    </a:moveTo>
                    <a:cubicBezTo>
                      <a:pt x="9739" y="16625"/>
                      <a:pt x="9735" y="16629"/>
                      <a:pt x="9735" y="16636"/>
                    </a:cubicBezTo>
                    <a:lnTo>
                      <a:pt x="9735" y="19883"/>
                    </a:lnTo>
                    <a:cubicBezTo>
                      <a:pt x="9735" y="19888"/>
                      <a:pt x="9739" y="19893"/>
                      <a:pt x="9745" y="19893"/>
                    </a:cubicBezTo>
                    <a:lnTo>
                      <a:pt x="10775" y="19893"/>
                    </a:lnTo>
                    <a:cubicBezTo>
                      <a:pt x="10782" y="19893"/>
                      <a:pt x="10787" y="19888"/>
                      <a:pt x="10787" y="19883"/>
                    </a:cubicBezTo>
                    <a:lnTo>
                      <a:pt x="10787" y="16636"/>
                    </a:lnTo>
                    <a:cubicBezTo>
                      <a:pt x="10787" y="16629"/>
                      <a:pt x="10782" y="16625"/>
                      <a:pt x="10775" y="16625"/>
                    </a:cubicBezTo>
                    <a:close/>
                    <a:moveTo>
                      <a:pt x="11076" y="16625"/>
                    </a:moveTo>
                    <a:cubicBezTo>
                      <a:pt x="11069" y="16625"/>
                      <a:pt x="11065" y="16629"/>
                      <a:pt x="11065" y="16636"/>
                    </a:cubicBezTo>
                    <a:lnTo>
                      <a:pt x="11065" y="19883"/>
                    </a:lnTo>
                    <a:cubicBezTo>
                      <a:pt x="11065" y="19888"/>
                      <a:pt x="11069" y="19893"/>
                      <a:pt x="11076" y="19893"/>
                    </a:cubicBezTo>
                    <a:lnTo>
                      <a:pt x="12107" y="19893"/>
                    </a:lnTo>
                    <a:cubicBezTo>
                      <a:pt x="12112" y="19893"/>
                      <a:pt x="12117" y="19888"/>
                      <a:pt x="12117" y="19883"/>
                    </a:cubicBezTo>
                    <a:lnTo>
                      <a:pt x="12117" y="16636"/>
                    </a:lnTo>
                    <a:cubicBezTo>
                      <a:pt x="12117" y="16629"/>
                      <a:pt x="12112" y="16625"/>
                      <a:pt x="12107" y="16625"/>
                    </a:cubicBezTo>
                    <a:close/>
                    <a:moveTo>
                      <a:pt x="6162" y="16965"/>
                    </a:moveTo>
                    <a:cubicBezTo>
                      <a:pt x="6986" y="16965"/>
                      <a:pt x="7654" y="17634"/>
                      <a:pt x="7654" y="18459"/>
                    </a:cubicBezTo>
                    <a:cubicBezTo>
                      <a:pt x="7654" y="19283"/>
                      <a:pt x="6986" y="19952"/>
                      <a:pt x="6162" y="19952"/>
                    </a:cubicBezTo>
                    <a:cubicBezTo>
                      <a:pt x="5336" y="19952"/>
                      <a:pt x="4668" y="19283"/>
                      <a:pt x="4668" y="18459"/>
                    </a:cubicBezTo>
                    <a:cubicBezTo>
                      <a:pt x="4668" y="17634"/>
                      <a:pt x="5336" y="16965"/>
                      <a:pt x="6162" y="16965"/>
                    </a:cubicBezTo>
                    <a:close/>
                    <a:moveTo>
                      <a:pt x="6162" y="16095"/>
                    </a:moveTo>
                    <a:cubicBezTo>
                      <a:pt x="4856" y="16095"/>
                      <a:pt x="3797" y="17153"/>
                      <a:pt x="3797" y="18459"/>
                    </a:cubicBezTo>
                    <a:cubicBezTo>
                      <a:pt x="3797" y="19765"/>
                      <a:pt x="4856" y="20823"/>
                      <a:pt x="6162" y="20823"/>
                    </a:cubicBezTo>
                    <a:cubicBezTo>
                      <a:pt x="7466" y="20823"/>
                      <a:pt x="8525" y="19765"/>
                      <a:pt x="8525" y="18459"/>
                    </a:cubicBezTo>
                    <a:cubicBezTo>
                      <a:pt x="8525" y="17153"/>
                      <a:pt x="7466" y="16095"/>
                      <a:pt x="6162" y="16095"/>
                    </a:cubicBezTo>
                    <a:close/>
                  </a:path>
                </a:pathLst>
              </a:custGeom>
              <a:gradFill>
                <a:gsLst>
                  <a:gs pos="0">
                    <a:schemeClr val="lt2"/>
                  </a:gs>
                  <a:gs pos="100000">
                    <a:schemeClr val="accent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7" name="Google Shape;5401;p74">
                <a:extLst>
                  <a:ext uri="{FF2B5EF4-FFF2-40B4-BE49-F238E27FC236}">
                    <a16:creationId xmlns:a16="http://schemas.microsoft.com/office/drawing/2014/main" id="{503B77FB-F20D-4F51-1380-B6AB1B7B897D}"/>
                  </a:ext>
                </a:extLst>
              </p:cNvPr>
              <p:cNvSpPr/>
              <p:nvPr/>
            </p:nvSpPr>
            <p:spPr>
              <a:xfrm>
                <a:off x="6620421" y="3707549"/>
                <a:ext cx="796390" cy="753866"/>
              </a:xfrm>
              <a:custGeom>
                <a:avLst/>
                <a:gdLst/>
                <a:ahLst/>
                <a:cxnLst/>
                <a:rect l="l" t="t" r="r" b="b"/>
                <a:pathLst>
                  <a:path w="12117" h="11470" extrusionOk="0">
                    <a:moveTo>
                      <a:pt x="68" y="1"/>
                    </a:moveTo>
                    <a:cubicBezTo>
                      <a:pt x="30" y="1"/>
                      <a:pt x="0" y="32"/>
                      <a:pt x="0" y="69"/>
                    </a:cubicBezTo>
                    <a:lnTo>
                      <a:pt x="0" y="11402"/>
                    </a:lnTo>
                    <a:cubicBezTo>
                      <a:pt x="0" y="11439"/>
                      <a:pt x="30" y="11470"/>
                      <a:pt x="68" y="11470"/>
                    </a:cubicBezTo>
                    <a:lnTo>
                      <a:pt x="6088" y="11470"/>
                    </a:lnTo>
                    <a:lnTo>
                      <a:pt x="6088" y="1"/>
                    </a:lnTo>
                    <a:close/>
                    <a:moveTo>
                      <a:pt x="6234" y="1"/>
                    </a:moveTo>
                    <a:lnTo>
                      <a:pt x="6234" y="11470"/>
                    </a:lnTo>
                    <a:lnTo>
                      <a:pt x="12049" y="11470"/>
                    </a:lnTo>
                    <a:cubicBezTo>
                      <a:pt x="12087" y="11470"/>
                      <a:pt x="12117" y="11439"/>
                      <a:pt x="12117" y="11402"/>
                    </a:cubicBezTo>
                    <a:lnTo>
                      <a:pt x="12117" y="69"/>
                    </a:lnTo>
                    <a:cubicBezTo>
                      <a:pt x="12117" y="32"/>
                      <a:pt x="12086" y="1"/>
                      <a:pt x="12049" y="1"/>
                    </a:cubicBezTo>
                    <a:close/>
                  </a:path>
                </a:pathLst>
              </a:custGeom>
              <a:gradFill>
                <a:gsLst>
                  <a:gs pos="0">
                    <a:schemeClr val="lt1"/>
                  </a:gs>
                  <a:gs pos="100000">
                    <a:schemeClr val="dk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8" name="Google Shape;5402;p74">
                <a:extLst>
                  <a:ext uri="{FF2B5EF4-FFF2-40B4-BE49-F238E27FC236}">
                    <a16:creationId xmlns:a16="http://schemas.microsoft.com/office/drawing/2014/main" id="{DF830851-BBD6-CB47-6C75-90C94BFF3488}"/>
                  </a:ext>
                </a:extLst>
              </p:cNvPr>
              <p:cNvSpPr/>
              <p:nvPr/>
            </p:nvSpPr>
            <p:spPr>
              <a:xfrm>
                <a:off x="6863139" y="2393469"/>
                <a:ext cx="310814" cy="614726"/>
              </a:xfrm>
              <a:custGeom>
                <a:avLst/>
                <a:gdLst/>
                <a:ahLst/>
                <a:cxnLst/>
                <a:rect l="l" t="t" r="r" b="b"/>
                <a:pathLst>
                  <a:path w="4729" h="9353" extrusionOk="0">
                    <a:moveTo>
                      <a:pt x="3884" y="1151"/>
                    </a:moveTo>
                    <a:cubicBezTo>
                      <a:pt x="4189" y="1151"/>
                      <a:pt x="4438" y="1490"/>
                      <a:pt x="4438" y="1905"/>
                    </a:cubicBezTo>
                    <a:lnTo>
                      <a:pt x="4438" y="8202"/>
                    </a:lnTo>
                    <a:cubicBezTo>
                      <a:pt x="4438" y="8618"/>
                      <a:pt x="4189" y="8956"/>
                      <a:pt x="3884" y="8956"/>
                    </a:cubicBezTo>
                    <a:lnTo>
                      <a:pt x="848" y="8956"/>
                    </a:lnTo>
                    <a:cubicBezTo>
                      <a:pt x="542" y="8956"/>
                      <a:pt x="293" y="8618"/>
                      <a:pt x="293" y="8202"/>
                    </a:cubicBezTo>
                    <a:lnTo>
                      <a:pt x="293" y="1905"/>
                    </a:lnTo>
                    <a:cubicBezTo>
                      <a:pt x="293" y="1490"/>
                      <a:pt x="542" y="1151"/>
                      <a:pt x="848" y="1151"/>
                    </a:cubicBezTo>
                    <a:close/>
                    <a:moveTo>
                      <a:pt x="1964" y="0"/>
                    </a:moveTo>
                    <a:cubicBezTo>
                      <a:pt x="1768" y="0"/>
                      <a:pt x="1607" y="219"/>
                      <a:pt x="1607" y="488"/>
                    </a:cubicBezTo>
                    <a:lnTo>
                      <a:pt x="1607" y="755"/>
                    </a:lnTo>
                    <a:lnTo>
                      <a:pt x="848" y="755"/>
                    </a:lnTo>
                    <a:cubicBezTo>
                      <a:pt x="381" y="755"/>
                      <a:pt x="1" y="1271"/>
                      <a:pt x="1" y="1905"/>
                    </a:cubicBezTo>
                    <a:lnTo>
                      <a:pt x="1" y="8202"/>
                    </a:lnTo>
                    <a:cubicBezTo>
                      <a:pt x="1" y="8837"/>
                      <a:pt x="381" y="9353"/>
                      <a:pt x="848" y="9353"/>
                    </a:cubicBezTo>
                    <a:lnTo>
                      <a:pt x="3884" y="9353"/>
                    </a:lnTo>
                    <a:cubicBezTo>
                      <a:pt x="4350" y="9353"/>
                      <a:pt x="4729" y="8837"/>
                      <a:pt x="4729" y="8202"/>
                    </a:cubicBezTo>
                    <a:lnTo>
                      <a:pt x="4729" y="1905"/>
                    </a:lnTo>
                    <a:cubicBezTo>
                      <a:pt x="4729" y="1271"/>
                      <a:pt x="4350" y="755"/>
                      <a:pt x="3884" y="755"/>
                    </a:cubicBezTo>
                    <a:lnTo>
                      <a:pt x="3065" y="755"/>
                    </a:lnTo>
                    <a:lnTo>
                      <a:pt x="3065" y="488"/>
                    </a:lnTo>
                    <a:cubicBezTo>
                      <a:pt x="3065" y="219"/>
                      <a:pt x="2906" y="0"/>
                      <a:pt x="270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9" name="Google Shape;5403;p74">
                <a:extLst>
                  <a:ext uri="{FF2B5EF4-FFF2-40B4-BE49-F238E27FC236}">
                    <a16:creationId xmlns:a16="http://schemas.microsoft.com/office/drawing/2014/main" id="{6A1C2D13-7B90-B9A1-19AB-ECB0FD66A346}"/>
                  </a:ext>
                </a:extLst>
              </p:cNvPr>
              <p:cNvSpPr/>
              <p:nvPr/>
            </p:nvSpPr>
            <p:spPr>
              <a:xfrm>
                <a:off x="6900865" y="2609043"/>
                <a:ext cx="234178" cy="346108"/>
              </a:xfrm>
              <a:custGeom>
                <a:avLst/>
                <a:gdLst/>
                <a:ahLst/>
                <a:cxnLst/>
                <a:rect l="l" t="t" r="r" b="b"/>
                <a:pathLst>
                  <a:path w="3563" h="5266" extrusionOk="0">
                    <a:moveTo>
                      <a:pt x="60" y="1"/>
                    </a:moveTo>
                    <a:cubicBezTo>
                      <a:pt x="28" y="1"/>
                      <a:pt x="1" y="28"/>
                      <a:pt x="1" y="59"/>
                    </a:cubicBezTo>
                    <a:lnTo>
                      <a:pt x="1" y="5208"/>
                    </a:lnTo>
                    <a:cubicBezTo>
                      <a:pt x="1" y="5239"/>
                      <a:pt x="28" y="5266"/>
                      <a:pt x="60" y="5266"/>
                    </a:cubicBezTo>
                    <a:lnTo>
                      <a:pt x="3503" y="5266"/>
                    </a:lnTo>
                    <a:cubicBezTo>
                      <a:pt x="3536" y="5266"/>
                      <a:pt x="3561" y="5239"/>
                      <a:pt x="3563" y="5208"/>
                    </a:cubicBezTo>
                    <a:lnTo>
                      <a:pt x="3563" y="59"/>
                    </a:lnTo>
                    <a:cubicBezTo>
                      <a:pt x="3563" y="28"/>
                      <a:pt x="3536" y="1"/>
                      <a:pt x="3503" y="1"/>
                    </a:cubicBezTo>
                    <a:close/>
                  </a:path>
                </a:pathLst>
              </a:custGeom>
              <a:gradFill>
                <a:gsLst>
                  <a:gs pos="0">
                    <a:schemeClr val="accent2"/>
                  </a:gs>
                  <a:gs pos="100000">
                    <a:schemeClr val="accent6"/>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0" name="Google Shape;5404;p74">
                <a:extLst>
                  <a:ext uri="{FF2B5EF4-FFF2-40B4-BE49-F238E27FC236}">
                    <a16:creationId xmlns:a16="http://schemas.microsoft.com/office/drawing/2014/main" id="{186407C5-6A68-2412-42C6-31518630540F}"/>
                  </a:ext>
                </a:extLst>
              </p:cNvPr>
              <p:cNvSpPr/>
              <p:nvPr/>
            </p:nvSpPr>
            <p:spPr>
              <a:xfrm>
                <a:off x="6558443" y="2159625"/>
                <a:ext cx="858368" cy="47716"/>
              </a:xfrm>
              <a:custGeom>
                <a:avLst/>
                <a:gdLst/>
                <a:ahLst/>
                <a:cxnLst/>
                <a:rect l="l" t="t" r="r" b="b"/>
                <a:pathLst>
                  <a:path w="13060" h="726" extrusionOk="0">
                    <a:moveTo>
                      <a:pt x="44" y="0"/>
                    </a:moveTo>
                    <a:cubicBezTo>
                      <a:pt x="20" y="0"/>
                      <a:pt x="1" y="20"/>
                      <a:pt x="1" y="44"/>
                    </a:cubicBezTo>
                    <a:lnTo>
                      <a:pt x="1" y="682"/>
                    </a:lnTo>
                    <a:cubicBezTo>
                      <a:pt x="1" y="706"/>
                      <a:pt x="20" y="725"/>
                      <a:pt x="44" y="725"/>
                    </a:cubicBezTo>
                    <a:lnTo>
                      <a:pt x="13016" y="725"/>
                    </a:lnTo>
                    <a:cubicBezTo>
                      <a:pt x="13040" y="725"/>
                      <a:pt x="13060" y="706"/>
                      <a:pt x="13060" y="682"/>
                    </a:cubicBezTo>
                    <a:lnTo>
                      <a:pt x="13060" y="44"/>
                    </a:lnTo>
                    <a:cubicBezTo>
                      <a:pt x="13060" y="20"/>
                      <a:pt x="13040" y="0"/>
                      <a:pt x="1301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1" name="Google Shape;5405;p74">
                <a:extLst>
                  <a:ext uri="{FF2B5EF4-FFF2-40B4-BE49-F238E27FC236}">
                    <a16:creationId xmlns:a16="http://schemas.microsoft.com/office/drawing/2014/main" id="{AC7D3473-71A3-EAA4-3DCD-086B924A947C}"/>
                  </a:ext>
                </a:extLst>
              </p:cNvPr>
              <p:cNvSpPr/>
              <p:nvPr/>
            </p:nvSpPr>
            <p:spPr>
              <a:xfrm>
                <a:off x="7450120" y="2159625"/>
                <a:ext cx="63688" cy="63622"/>
              </a:xfrm>
              <a:custGeom>
                <a:avLst/>
                <a:gdLst/>
                <a:ahLst/>
                <a:cxnLst/>
                <a:rect l="l" t="t" r="r" b="b"/>
                <a:pathLst>
                  <a:path w="969" h="968" extrusionOk="0">
                    <a:moveTo>
                      <a:pt x="484" y="0"/>
                    </a:moveTo>
                    <a:cubicBezTo>
                      <a:pt x="216" y="0"/>
                      <a:pt x="0" y="217"/>
                      <a:pt x="0" y="484"/>
                    </a:cubicBezTo>
                    <a:cubicBezTo>
                      <a:pt x="0" y="751"/>
                      <a:pt x="216" y="967"/>
                      <a:pt x="484" y="967"/>
                    </a:cubicBezTo>
                    <a:cubicBezTo>
                      <a:pt x="751" y="967"/>
                      <a:pt x="968" y="751"/>
                      <a:pt x="968" y="484"/>
                    </a:cubicBezTo>
                    <a:cubicBezTo>
                      <a:pt x="968" y="217"/>
                      <a:pt x="751" y="0"/>
                      <a:pt x="48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 name="Google Shape;5406;p74">
                <a:extLst>
                  <a:ext uri="{FF2B5EF4-FFF2-40B4-BE49-F238E27FC236}">
                    <a16:creationId xmlns:a16="http://schemas.microsoft.com/office/drawing/2014/main" id="{E097635C-8161-F52E-74B6-A916F52BB04D}"/>
                  </a:ext>
                </a:extLst>
              </p:cNvPr>
              <p:cNvSpPr/>
              <p:nvPr/>
            </p:nvSpPr>
            <p:spPr>
              <a:xfrm>
                <a:off x="6961068" y="2649069"/>
                <a:ext cx="129938" cy="226291"/>
              </a:xfrm>
              <a:custGeom>
                <a:avLst/>
                <a:gdLst/>
                <a:ahLst/>
                <a:cxnLst/>
                <a:rect l="l" t="t" r="r" b="b"/>
                <a:pathLst>
                  <a:path w="1977" h="3443" extrusionOk="0">
                    <a:moveTo>
                      <a:pt x="323" y="1"/>
                    </a:moveTo>
                    <a:cubicBezTo>
                      <a:pt x="259" y="1"/>
                      <a:pt x="207" y="49"/>
                      <a:pt x="200" y="111"/>
                    </a:cubicBezTo>
                    <a:lnTo>
                      <a:pt x="9" y="1922"/>
                    </a:lnTo>
                    <a:cubicBezTo>
                      <a:pt x="1" y="1994"/>
                      <a:pt x="57" y="2058"/>
                      <a:pt x="131" y="2058"/>
                    </a:cubicBezTo>
                    <a:lnTo>
                      <a:pt x="761" y="2058"/>
                    </a:lnTo>
                    <a:cubicBezTo>
                      <a:pt x="837" y="2058"/>
                      <a:pt x="895" y="2125"/>
                      <a:pt x="883" y="2202"/>
                    </a:cubicBezTo>
                    <a:lnTo>
                      <a:pt x="692" y="3299"/>
                    </a:lnTo>
                    <a:cubicBezTo>
                      <a:pt x="677" y="3385"/>
                      <a:pt x="746" y="3443"/>
                      <a:pt x="815" y="3443"/>
                    </a:cubicBezTo>
                    <a:cubicBezTo>
                      <a:pt x="857" y="3443"/>
                      <a:pt x="898" y="3422"/>
                      <a:pt x="922" y="3375"/>
                    </a:cubicBezTo>
                    <a:lnTo>
                      <a:pt x="1936" y="1365"/>
                    </a:lnTo>
                    <a:cubicBezTo>
                      <a:pt x="1977" y="1283"/>
                      <a:pt x="1917" y="1187"/>
                      <a:pt x="1825" y="1187"/>
                    </a:cubicBezTo>
                    <a:lnTo>
                      <a:pt x="1107" y="1187"/>
                    </a:lnTo>
                    <a:cubicBezTo>
                      <a:pt x="1014" y="1187"/>
                      <a:pt x="955" y="1086"/>
                      <a:pt x="999" y="1006"/>
                    </a:cubicBezTo>
                    <a:lnTo>
                      <a:pt x="1444" y="183"/>
                    </a:lnTo>
                    <a:cubicBezTo>
                      <a:pt x="1488" y="101"/>
                      <a:pt x="1428" y="1"/>
                      <a:pt x="13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3" name="Google Shape;5407;p74">
                <a:extLst>
                  <a:ext uri="{FF2B5EF4-FFF2-40B4-BE49-F238E27FC236}">
                    <a16:creationId xmlns:a16="http://schemas.microsoft.com/office/drawing/2014/main" id="{31A696AE-78BC-11DE-A336-58CC31133729}"/>
                  </a:ext>
                </a:extLst>
              </p:cNvPr>
              <p:cNvSpPr/>
              <p:nvPr/>
            </p:nvSpPr>
            <p:spPr>
              <a:xfrm>
                <a:off x="6484504" y="1911584"/>
                <a:ext cx="1068228" cy="211897"/>
              </a:xfrm>
              <a:custGeom>
                <a:avLst/>
                <a:gdLst/>
                <a:ahLst/>
                <a:cxnLst/>
                <a:rect l="l" t="t" r="r" b="b"/>
                <a:pathLst>
                  <a:path w="16253" h="3224" extrusionOk="0">
                    <a:moveTo>
                      <a:pt x="67" y="0"/>
                    </a:moveTo>
                    <a:cubicBezTo>
                      <a:pt x="30" y="0"/>
                      <a:pt x="1" y="32"/>
                      <a:pt x="1" y="67"/>
                    </a:cubicBezTo>
                    <a:lnTo>
                      <a:pt x="1" y="3157"/>
                    </a:lnTo>
                    <a:cubicBezTo>
                      <a:pt x="1" y="3193"/>
                      <a:pt x="30" y="3223"/>
                      <a:pt x="67" y="3223"/>
                    </a:cubicBezTo>
                    <a:lnTo>
                      <a:pt x="16186" y="3223"/>
                    </a:lnTo>
                    <a:cubicBezTo>
                      <a:pt x="16223" y="3223"/>
                      <a:pt x="16253" y="3193"/>
                      <a:pt x="16253" y="3157"/>
                    </a:cubicBezTo>
                    <a:lnTo>
                      <a:pt x="16253" y="67"/>
                    </a:lnTo>
                    <a:cubicBezTo>
                      <a:pt x="16253" y="32"/>
                      <a:pt x="16223" y="0"/>
                      <a:pt x="1618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4" name="Google Shape;5408;p74">
                <a:extLst>
                  <a:ext uri="{FF2B5EF4-FFF2-40B4-BE49-F238E27FC236}">
                    <a16:creationId xmlns:a16="http://schemas.microsoft.com/office/drawing/2014/main" id="{6DD56CA8-F84D-29E5-BEBC-3DB32B1457FE}"/>
                  </a:ext>
                </a:extLst>
              </p:cNvPr>
              <p:cNvSpPr/>
              <p:nvPr/>
            </p:nvSpPr>
            <p:spPr>
              <a:xfrm>
                <a:off x="6620421" y="1911584"/>
                <a:ext cx="746965" cy="211897"/>
              </a:xfrm>
              <a:custGeom>
                <a:avLst/>
                <a:gdLst/>
                <a:ahLst/>
                <a:cxnLst/>
                <a:rect l="l" t="t" r="r" b="b"/>
                <a:pathLst>
                  <a:path w="11365" h="3224" extrusionOk="0">
                    <a:moveTo>
                      <a:pt x="181" y="0"/>
                    </a:moveTo>
                    <a:cubicBezTo>
                      <a:pt x="81" y="0"/>
                      <a:pt x="0" y="82"/>
                      <a:pt x="0" y="183"/>
                    </a:cubicBezTo>
                    <a:lnTo>
                      <a:pt x="0" y="3042"/>
                    </a:lnTo>
                    <a:cubicBezTo>
                      <a:pt x="0" y="3141"/>
                      <a:pt x="82" y="3223"/>
                      <a:pt x="181" y="3223"/>
                    </a:cubicBezTo>
                    <a:cubicBezTo>
                      <a:pt x="282" y="3223"/>
                      <a:pt x="364" y="3141"/>
                      <a:pt x="364" y="3042"/>
                    </a:cubicBezTo>
                    <a:lnTo>
                      <a:pt x="364" y="183"/>
                    </a:lnTo>
                    <a:cubicBezTo>
                      <a:pt x="364" y="82"/>
                      <a:pt x="282" y="0"/>
                      <a:pt x="181" y="0"/>
                    </a:cubicBezTo>
                    <a:close/>
                    <a:moveTo>
                      <a:pt x="2382" y="0"/>
                    </a:moveTo>
                    <a:cubicBezTo>
                      <a:pt x="2282" y="0"/>
                      <a:pt x="2200" y="82"/>
                      <a:pt x="2200" y="183"/>
                    </a:cubicBezTo>
                    <a:lnTo>
                      <a:pt x="2200" y="3042"/>
                    </a:lnTo>
                    <a:cubicBezTo>
                      <a:pt x="2200" y="3141"/>
                      <a:pt x="2282" y="3223"/>
                      <a:pt x="2382" y="3223"/>
                    </a:cubicBezTo>
                    <a:cubicBezTo>
                      <a:pt x="2481" y="3223"/>
                      <a:pt x="2563" y="3141"/>
                      <a:pt x="2563" y="3042"/>
                    </a:cubicBezTo>
                    <a:lnTo>
                      <a:pt x="2563" y="183"/>
                    </a:lnTo>
                    <a:cubicBezTo>
                      <a:pt x="2563" y="82"/>
                      <a:pt x="2481" y="0"/>
                      <a:pt x="2382" y="0"/>
                    </a:cubicBezTo>
                    <a:close/>
                    <a:moveTo>
                      <a:pt x="4583" y="0"/>
                    </a:moveTo>
                    <a:cubicBezTo>
                      <a:pt x="4483" y="0"/>
                      <a:pt x="4401" y="82"/>
                      <a:pt x="4401" y="183"/>
                    </a:cubicBezTo>
                    <a:lnTo>
                      <a:pt x="4401" y="3042"/>
                    </a:lnTo>
                    <a:cubicBezTo>
                      <a:pt x="4401" y="3141"/>
                      <a:pt x="4483" y="3223"/>
                      <a:pt x="4583" y="3223"/>
                    </a:cubicBezTo>
                    <a:cubicBezTo>
                      <a:pt x="4682" y="3223"/>
                      <a:pt x="4764" y="3141"/>
                      <a:pt x="4764" y="3042"/>
                    </a:cubicBezTo>
                    <a:lnTo>
                      <a:pt x="4764" y="183"/>
                    </a:lnTo>
                    <a:cubicBezTo>
                      <a:pt x="4764" y="82"/>
                      <a:pt x="4682" y="0"/>
                      <a:pt x="4583" y="0"/>
                    </a:cubicBezTo>
                    <a:close/>
                    <a:moveTo>
                      <a:pt x="6782" y="0"/>
                    </a:moveTo>
                    <a:cubicBezTo>
                      <a:pt x="6683" y="0"/>
                      <a:pt x="6601" y="82"/>
                      <a:pt x="6601" y="183"/>
                    </a:cubicBezTo>
                    <a:lnTo>
                      <a:pt x="6601" y="3042"/>
                    </a:lnTo>
                    <a:cubicBezTo>
                      <a:pt x="6601" y="3141"/>
                      <a:pt x="6682" y="3223"/>
                      <a:pt x="6782" y="3223"/>
                    </a:cubicBezTo>
                    <a:cubicBezTo>
                      <a:pt x="6883" y="3223"/>
                      <a:pt x="6965" y="3141"/>
                      <a:pt x="6965" y="3042"/>
                    </a:cubicBezTo>
                    <a:lnTo>
                      <a:pt x="6965" y="183"/>
                    </a:lnTo>
                    <a:cubicBezTo>
                      <a:pt x="6965" y="82"/>
                      <a:pt x="6883" y="0"/>
                      <a:pt x="6782" y="0"/>
                    </a:cubicBezTo>
                    <a:close/>
                    <a:moveTo>
                      <a:pt x="8983" y="0"/>
                    </a:moveTo>
                    <a:cubicBezTo>
                      <a:pt x="8883" y="0"/>
                      <a:pt x="8801" y="82"/>
                      <a:pt x="8801" y="183"/>
                    </a:cubicBezTo>
                    <a:lnTo>
                      <a:pt x="8801" y="3042"/>
                    </a:lnTo>
                    <a:cubicBezTo>
                      <a:pt x="8801" y="3141"/>
                      <a:pt x="8883" y="3223"/>
                      <a:pt x="8983" y="3223"/>
                    </a:cubicBezTo>
                    <a:cubicBezTo>
                      <a:pt x="9083" y="3223"/>
                      <a:pt x="9164" y="3141"/>
                      <a:pt x="9164" y="3042"/>
                    </a:cubicBezTo>
                    <a:lnTo>
                      <a:pt x="9164" y="183"/>
                    </a:lnTo>
                    <a:cubicBezTo>
                      <a:pt x="9164" y="82"/>
                      <a:pt x="9083" y="0"/>
                      <a:pt x="8983" y="0"/>
                    </a:cubicBezTo>
                    <a:close/>
                    <a:moveTo>
                      <a:pt x="11184" y="0"/>
                    </a:moveTo>
                    <a:cubicBezTo>
                      <a:pt x="11083" y="0"/>
                      <a:pt x="11001" y="82"/>
                      <a:pt x="11001" y="183"/>
                    </a:cubicBezTo>
                    <a:lnTo>
                      <a:pt x="11001" y="3042"/>
                    </a:lnTo>
                    <a:cubicBezTo>
                      <a:pt x="11001" y="3141"/>
                      <a:pt x="11083" y="3223"/>
                      <a:pt x="11184" y="3223"/>
                    </a:cubicBezTo>
                    <a:cubicBezTo>
                      <a:pt x="11283" y="3223"/>
                      <a:pt x="11365" y="3141"/>
                      <a:pt x="11365" y="3042"/>
                    </a:cubicBezTo>
                    <a:lnTo>
                      <a:pt x="11365" y="183"/>
                    </a:lnTo>
                    <a:cubicBezTo>
                      <a:pt x="11365" y="82"/>
                      <a:pt x="11283" y="0"/>
                      <a:pt x="1118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5" name="Google Shape;5409;p74">
                <a:extLst>
                  <a:ext uri="{FF2B5EF4-FFF2-40B4-BE49-F238E27FC236}">
                    <a16:creationId xmlns:a16="http://schemas.microsoft.com/office/drawing/2014/main" id="{AB5905EF-FBAD-3EBD-6042-041E69B10883}"/>
                  </a:ext>
                </a:extLst>
              </p:cNvPr>
              <p:cNvSpPr/>
              <p:nvPr/>
            </p:nvSpPr>
            <p:spPr>
              <a:xfrm>
                <a:off x="8157507" y="4149277"/>
                <a:ext cx="3549" cy="394"/>
              </a:xfrm>
              <a:custGeom>
                <a:avLst/>
                <a:gdLst/>
                <a:ahLst/>
                <a:cxnLst/>
                <a:rect l="l" t="t" r="r" b="b"/>
                <a:pathLst>
                  <a:path w="54" h="6" extrusionOk="0">
                    <a:moveTo>
                      <a:pt x="3" y="0"/>
                    </a:moveTo>
                    <a:cubicBezTo>
                      <a:pt x="1" y="0"/>
                      <a:pt x="12" y="1"/>
                      <a:pt x="53" y="5"/>
                    </a:cubicBezTo>
                    <a:cubicBezTo>
                      <a:pt x="52" y="4"/>
                      <a:pt x="52" y="4"/>
                      <a:pt x="50" y="4"/>
                    </a:cubicBezTo>
                    <a:lnTo>
                      <a:pt x="49" y="4"/>
                    </a:lnTo>
                    <a:lnTo>
                      <a:pt x="15" y="1"/>
                    </a:lnTo>
                    <a:cubicBezTo>
                      <a:pt x="9" y="0"/>
                      <a:pt x="4" y="0"/>
                      <a:pt x="3" y="0"/>
                    </a:cubicBezTo>
                    <a:close/>
                  </a:path>
                </a:pathLst>
              </a:custGeom>
              <a:solidFill>
                <a:srgbClr val="3838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16" name="Google Shape;5410;p74">
              <a:extLst>
                <a:ext uri="{FF2B5EF4-FFF2-40B4-BE49-F238E27FC236}">
                  <a16:creationId xmlns:a16="http://schemas.microsoft.com/office/drawing/2014/main" id="{F5E965C5-7745-5FD9-7ACF-B1A80079207B}"/>
                </a:ext>
              </a:extLst>
            </p:cNvPr>
            <p:cNvGrpSpPr/>
            <p:nvPr/>
          </p:nvGrpSpPr>
          <p:grpSpPr>
            <a:xfrm>
              <a:off x="6336692" y="2605078"/>
              <a:ext cx="1852375" cy="788154"/>
              <a:chOff x="1895075" y="2324440"/>
              <a:chExt cx="3410744" cy="1451480"/>
            </a:xfrm>
          </p:grpSpPr>
          <p:sp>
            <p:nvSpPr>
              <p:cNvPr id="18" name="Google Shape;5411;p74">
                <a:extLst>
                  <a:ext uri="{FF2B5EF4-FFF2-40B4-BE49-F238E27FC236}">
                    <a16:creationId xmlns:a16="http://schemas.microsoft.com/office/drawing/2014/main" id="{F9FF5EA5-7CFC-BBD0-8D65-0F20B98F2316}"/>
                  </a:ext>
                </a:extLst>
              </p:cNvPr>
              <p:cNvSpPr/>
              <p:nvPr/>
            </p:nvSpPr>
            <p:spPr>
              <a:xfrm>
                <a:off x="2266434" y="3116176"/>
                <a:ext cx="2866084" cy="307734"/>
              </a:xfrm>
              <a:custGeom>
                <a:avLst/>
                <a:gdLst/>
                <a:ahLst/>
                <a:cxnLst/>
                <a:rect l="l" t="t" r="r" b="b"/>
                <a:pathLst>
                  <a:path w="132643" h="14242" extrusionOk="0">
                    <a:moveTo>
                      <a:pt x="117927" y="1"/>
                    </a:moveTo>
                    <a:cubicBezTo>
                      <a:pt x="109481" y="1"/>
                      <a:pt x="105587" y="5361"/>
                      <a:pt x="103802" y="10777"/>
                    </a:cubicBezTo>
                    <a:lnTo>
                      <a:pt x="104745" y="11087"/>
                    </a:lnTo>
                    <a:cubicBezTo>
                      <a:pt x="106633" y="5503"/>
                      <a:pt x="111914" y="1484"/>
                      <a:pt x="118134" y="1484"/>
                    </a:cubicBezTo>
                    <a:cubicBezTo>
                      <a:pt x="124601" y="1484"/>
                      <a:pt x="130054" y="5825"/>
                      <a:pt x="131735" y="11751"/>
                    </a:cubicBezTo>
                    <a:lnTo>
                      <a:pt x="132642" y="11489"/>
                    </a:lnTo>
                    <a:cubicBezTo>
                      <a:pt x="131075" y="6009"/>
                      <a:pt x="127241" y="27"/>
                      <a:pt x="117978" y="1"/>
                    </a:cubicBezTo>
                    <a:cubicBezTo>
                      <a:pt x="117961" y="1"/>
                      <a:pt x="117944" y="1"/>
                      <a:pt x="117927" y="1"/>
                    </a:cubicBezTo>
                    <a:close/>
                    <a:moveTo>
                      <a:pt x="14610" y="271"/>
                    </a:moveTo>
                    <a:cubicBezTo>
                      <a:pt x="4312" y="271"/>
                      <a:pt x="992" y="7867"/>
                      <a:pt x="1" y="14106"/>
                    </a:cubicBezTo>
                    <a:lnTo>
                      <a:pt x="910" y="14242"/>
                    </a:lnTo>
                    <a:cubicBezTo>
                      <a:pt x="1948" y="7461"/>
                      <a:pt x="7811" y="2260"/>
                      <a:pt x="14884" y="2260"/>
                    </a:cubicBezTo>
                    <a:cubicBezTo>
                      <a:pt x="21768" y="2260"/>
                      <a:pt x="27506" y="7187"/>
                      <a:pt x="28762" y="13701"/>
                    </a:cubicBezTo>
                    <a:lnTo>
                      <a:pt x="29447" y="13570"/>
                    </a:lnTo>
                    <a:cubicBezTo>
                      <a:pt x="28252" y="7479"/>
                      <a:pt x="24700" y="271"/>
                      <a:pt x="14610" y="27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 name="Google Shape;5412;p74">
                <a:extLst>
                  <a:ext uri="{FF2B5EF4-FFF2-40B4-BE49-F238E27FC236}">
                    <a16:creationId xmlns:a16="http://schemas.microsoft.com/office/drawing/2014/main" id="{5B5A44E3-CFC6-484E-802A-688EAED92B41}"/>
                  </a:ext>
                </a:extLst>
              </p:cNvPr>
              <p:cNvSpPr/>
              <p:nvPr/>
            </p:nvSpPr>
            <p:spPr>
              <a:xfrm>
                <a:off x="2034629" y="2857580"/>
                <a:ext cx="3181013" cy="275128"/>
              </a:xfrm>
              <a:custGeom>
                <a:avLst/>
                <a:gdLst/>
                <a:ahLst/>
                <a:cxnLst/>
                <a:rect l="l" t="t" r="r" b="b"/>
                <a:pathLst>
                  <a:path w="147218" h="12733" extrusionOk="0">
                    <a:moveTo>
                      <a:pt x="138159" y="1"/>
                    </a:moveTo>
                    <a:cubicBezTo>
                      <a:pt x="138081" y="1"/>
                      <a:pt x="138008" y="3"/>
                      <a:pt x="137941" y="8"/>
                    </a:cubicBezTo>
                    <a:cubicBezTo>
                      <a:pt x="136327" y="135"/>
                      <a:pt x="139176" y="2845"/>
                      <a:pt x="139665" y="3708"/>
                    </a:cubicBezTo>
                    <a:cubicBezTo>
                      <a:pt x="140062" y="4411"/>
                      <a:pt x="143378" y="8137"/>
                      <a:pt x="144607" y="9508"/>
                    </a:cubicBezTo>
                    <a:cubicBezTo>
                      <a:pt x="144901" y="9834"/>
                      <a:pt x="145306" y="10035"/>
                      <a:pt x="145742" y="10074"/>
                    </a:cubicBezTo>
                    <a:lnTo>
                      <a:pt x="147217" y="10196"/>
                    </a:lnTo>
                    <a:cubicBezTo>
                      <a:pt x="147217" y="10196"/>
                      <a:pt x="145699" y="4184"/>
                      <a:pt x="144290" y="1282"/>
                    </a:cubicBezTo>
                    <a:cubicBezTo>
                      <a:pt x="144290" y="1282"/>
                      <a:pt x="139941" y="1"/>
                      <a:pt x="138159" y="1"/>
                    </a:cubicBezTo>
                    <a:close/>
                    <a:moveTo>
                      <a:pt x="7294" y="4589"/>
                    </a:moveTo>
                    <a:cubicBezTo>
                      <a:pt x="6136" y="4589"/>
                      <a:pt x="4424" y="5492"/>
                      <a:pt x="2905" y="7011"/>
                    </a:cubicBezTo>
                    <a:cubicBezTo>
                      <a:pt x="2735" y="7182"/>
                      <a:pt x="2579" y="7352"/>
                      <a:pt x="2426" y="7522"/>
                    </a:cubicBezTo>
                    <a:cubicBezTo>
                      <a:pt x="711" y="9450"/>
                      <a:pt x="0" y="11544"/>
                      <a:pt x="837" y="12382"/>
                    </a:cubicBezTo>
                    <a:cubicBezTo>
                      <a:pt x="1074" y="12620"/>
                      <a:pt x="1413" y="12733"/>
                      <a:pt x="1821" y="12733"/>
                    </a:cubicBezTo>
                    <a:cubicBezTo>
                      <a:pt x="2977" y="12733"/>
                      <a:pt x="4689" y="11829"/>
                      <a:pt x="6208" y="10310"/>
                    </a:cubicBezTo>
                    <a:cubicBezTo>
                      <a:pt x="7124" y="9394"/>
                      <a:pt x="7815" y="8412"/>
                      <a:pt x="8220" y="7522"/>
                    </a:cubicBezTo>
                    <a:cubicBezTo>
                      <a:pt x="8726" y="6409"/>
                      <a:pt x="8787" y="5445"/>
                      <a:pt x="8280" y="4939"/>
                    </a:cubicBezTo>
                    <a:cubicBezTo>
                      <a:pt x="8043" y="4701"/>
                      <a:pt x="7703" y="4589"/>
                      <a:pt x="7294" y="4589"/>
                    </a:cubicBezTo>
                    <a:close/>
                  </a:path>
                </a:pathLst>
              </a:custGeom>
              <a:gradFill>
                <a:gsLst>
                  <a:gs pos="0">
                    <a:schemeClr val="accent2"/>
                  </a:gs>
                  <a:gs pos="100000">
                    <a:schemeClr val="accent6"/>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 name="Google Shape;5413;p74">
                <a:extLst>
                  <a:ext uri="{FF2B5EF4-FFF2-40B4-BE49-F238E27FC236}">
                    <a16:creationId xmlns:a16="http://schemas.microsoft.com/office/drawing/2014/main" id="{B041B63B-0AA4-8191-E909-FC813AE9510C}"/>
                  </a:ext>
                </a:extLst>
              </p:cNvPr>
              <p:cNvSpPr/>
              <p:nvPr/>
            </p:nvSpPr>
            <p:spPr>
              <a:xfrm>
                <a:off x="2629366" y="2407181"/>
                <a:ext cx="2015677" cy="390620"/>
              </a:xfrm>
              <a:custGeom>
                <a:avLst/>
                <a:gdLst/>
                <a:ahLst/>
                <a:cxnLst/>
                <a:rect l="l" t="t" r="r" b="b"/>
                <a:pathLst>
                  <a:path w="93286" h="18078" extrusionOk="0">
                    <a:moveTo>
                      <a:pt x="68600" y="49"/>
                    </a:moveTo>
                    <a:lnTo>
                      <a:pt x="70990" y="14931"/>
                    </a:lnTo>
                    <a:cubicBezTo>
                      <a:pt x="70990" y="14931"/>
                      <a:pt x="70999" y="15010"/>
                      <a:pt x="71020" y="15162"/>
                    </a:cubicBezTo>
                    <a:lnTo>
                      <a:pt x="91384" y="14294"/>
                    </a:lnTo>
                    <a:cubicBezTo>
                      <a:pt x="91384" y="14294"/>
                      <a:pt x="93285" y="13796"/>
                      <a:pt x="91384" y="11437"/>
                    </a:cubicBezTo>
                    <a:cubicBezTo>
                      <a:pt x="89477" y="9075"/>
                      <a:pt x="85096" y="184"/>
                      <a:pt x="68600" y="49"/>
                    </a:cubicBezTo>
                    <a:close/>
                    <a:moveTo>
                      <a:pt x="61452" y="0"/>
                    </a:moveTo>
                    <a:cubicBezTo>
                      <a:pt x="47646" y="0"/>
                      <a:pt x="34677" y="1005"/>
                      <a:pt x="22649" y="10577"/>
                    </a:cubicBezTo>
                    <a:lnTo>
                      <a:pt x="22649" y="17230"/>
                    </a:lnTo>
                    <a:lnTo>
                      <a:pt x="65419" y="15403"/>
                    </a:lnTo>
                    <a:lnTo>
                      <a:pt x="64639" y="14"/>
                    </a:lnTo>
                    <a:cubicBezTo>
                      <a:pt x="63572" y="6"/>
                      <a:pt x="62509" y="0"/>
                      <a:pt x="61452" y="0"/>
                    </a:cubicBezTo>
                    <a:close/>
                    <a:moveTo>
                      <a:pt x="28678" y="2074"/>
                    </a:moveTo>
                    <a:cubicBezTo>
                      <a:pt x="18900" y="7261"/>
                      <a:pt x="6008" y="15615"/>
                      <a:pt x="0" y="17706"/>
                    </a:cubicBezTo>
                    <a:lnTo>
                      <a:pt x="0" y="17711"/>
                    </a:lnTo>
                    <a:lnTo>
                      <a:pt x="6496" y="18077"/>
                    </a:lnTo>
                    <a:lnTo>
                      <a:pt x="28678" y="2074"/>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 name="Google Shape;5414;p74">
                <a:extLst>
                  <a:ext uri="{FF2B5EF4-FFF2-40B4-BE49-F238E27FC236}">
                    <a16:creationId xmlns:a16="http://schemas.microsoft.com/office/drawing/2014/main" id="{F7378F9D-AB5A-F5D2-6271-0305463370C5}"/>
                  </a:ext>
                </a:extLst>
              </p:cNvPr>
              <p:cNvSpPr/>
              <p:nvPr/>
            </p:nvSpPr>
            <p:spPr>
              <a:xfrm>
                <a:off x="2868345" y="2658149"/>
                <a:ext cx="174351" cy="146542"/>
              </a:xfrm>
              <a:custGeom>
                <a:avLst/>
                <a:gdLst/>
                <a:ahLst/>
                <a:cxnLst/>
                <a:rect l="l" t="t" r="r" b="b"/>
                <a:pathLst>
                  <a:path w="8069" h="6782" extrusionOk="0">
                    <a:moveTo>
                      <a:pt x="8068" y="1"/>
                    </a:moveTo>
                    <a:lnTo>
                      <a:pt x="8068" y="1"/>
                    </a:lnTo>
                    <a:cubicBezTo>
                      <a:pt x="7436" y="464"/>
                      <a:pt x="6820" y="921"/>
                      <a:pt x="6236" y="1363"/>
                    </a:cubicBezTo>
                    <a:cubicBezTo>
                      <a:pt x="3540" y="3400"/>
                      <a:pt x="1406" y="5162"/>
                      <a:pt x="276" y="6109"/>
                    </a:cubicBezTo>
                    <a:cubicBezTo>
                      <a:pt x="1" y="6342"/>
                      <a:pt x="170" y="6781"/>
                      <a:pt x="522" y="6781"/>
                    </a:cubicBezTo>
                    <a:cubicBezTo>
                      <a:pt x="527" y="6781"/>
                      <a:pt x="532" y="6781"/>
                      <a:pt x="537" y="6781"/>
                    </a:cubicBezTo>
                    <a:lnTo>
                      <a:pt x="6903" y="6515"/>
                    </a:lnTo>
                    <a:lnTo>
                      <a:pt x="6903" y="6511"/>
                    </a:lnTo>
                    <a:lnTo>
                      <a:pt x="806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 name="Google Shape;5415;p74">
                <a:extLst>
                  <a:ext uri="{FF2B5EF4-FFF2-40B4-BE49-F238E27FC236}">
                    <a16:creationId xmlns:a16="http://schemas.microsoft.com/office/drawing/2014/main" id="{A75E8B3E-D81D-2135-FEEF-2F8CAA145876}"/>
                  </a:ext>
                </a:extLst>
              </p:cNvPr>
              <p:cNvSpPr/>
              <p:nvPr/>
            </p:nvSpPr>
            <p:spPr>
              <a:xfrm>
                <a:off x="3017515" y="2384535"/>
                <a:ext cx="1634910" cy="414367"/>
              </a:xfrm>
              <a:custGeom>
                <a:avLst/>
                <a:gdLst/>
                <a:ahLst/>
                <a:cxnLst/>
                <a:rect l="l" t="t" r="r" b="b"/>
                <a:pathLst>
                  <a:path w="75664" h="19177" extrusionOk="0">
                    <a:moveTo>
                      <a:pt x="43490" y="1048"/>
                    </a:moveTo>
                    <a:cubicBezTo>
                      <a:pt x="44548" y="1048"/>
                      <a:pt x="45610" y="1054"/>
                      <a:pt x="46677" y="1062"/>
                    </a:cubicBezTo>
                    <a:cubicBezTo>
                      <a:pt x="47990" y="1071"/>
                      <a:pt x="49307" y="1084"/>
                      <a:pt x="50638" y="1097"/>
                    </a:cubicBezTo>
                    <a:cubicBezTo>
                      <a:pt x="67135" y="1232"/>
                      <a:pt x="71515" y="10123"/>
                      <a:pt x="73422" y="12485"/>
                    </a:cubicBezTo>
                    <a:cubicBezTo>
                      <a:pt x="75325" y="14844"/>
                      <a:pt x="73422" y="15342"/>
                      <a:pt x="73422" y="15342"/>
                    </a:cubicBezTo>
                    <a:lnTo>
                      <a:pt x="53060" y="16210"/>
                    </a:lnTo>
                    <a:lnTo>
                      <a:pt x="47457" y="16451"/>
                    </a:lnTo>
                    <a:lnTo>
                      <a:pt x="4687" y="18278"/>
                    </a:lnTo>
                    <a:lnTo>
                      <a:pt x="4687" y="11625"/>
                    </a:lnTo>
                    <a:cubicBezTo>
                      <a:pt x="16715" y="2053"/>
                      <a:pt x="29685" y="1048"/>
                      <a:pt x="43490" y="1048"/>
                    </a:cubicBezTo>
                    <a:close/>
                    <a:moveTo>
                      <a:pt x="44703" y="0"/>
                    </a:moveTo>
                    <a:cubicBezTo>
                      <a:pt x="38246" y="0"/>
                      <a:pt x="28584" y="402"/>
                      <a:pt x="20690" y="2183"/>
                    </a:cubicBezTo>
                    <a:cubicBezTo>
                      <a:pt x="14590" y="3562"/>
                      <a:pt x="6955" y="8435"/>
                      <a:pt x="1165" y="12663"/>
                    </a:cubicBezTo>
                    <a:lnTo>
                      <a:pt x="0" y="19173"/>
                    </a:lnTo>
                    <a:lnTo>
                      <a:pt x="0" y="19177"/>
                    </a:lnTo>
                    <a:lnTo>
                      <a:pt x="53146" y="16944"/>
                    </a:lnTo>
                    <a:lnTo>
                      <a:pt x="74150" y="16062"/>
                    </a:lnTo>
                    <a:cubicBezTo>
                      <a:pt x="75093" y="16022"/>
                      <a:pt x="75664" y="15001"/>
                      <a:pt x="75211" y="14177"/>
                    </a:cubicBezTo>
                    <a:cubicBezTo>
                      <a:pt x="67518" y="207"/>
                      <a:pt x="56048" y="447"/>
                      <a:pt x="50778" y="141"/>
                    </a:cubicBezTo>
                    <a:cubicBezTo>
                      <a:pt x="49566" y="71"/>
                      <a:pt x="47418" y="0"/>
                      <a:pt x="4470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3" name="Google Shape;5416;p74">
                <a:extLst>
                  <a:ext uri="{FF2B5EF4-FFF2-40B4-BE49-F238E27FC236}">
                    <a16:creationId xmlns:a16="http://schemas.microsoft.com/office/drawing/2014/main" id="{41E9737A-17F7-B693-0352-189BF94A6C30}"/>
                  </a:ext>
                </a:extLst>
              </p:cNvPr>
              <p:cNvSpPr/>
              <p:nvPr/>
            </p:nvSpPr>
            <p:spPr>
              <a:xfrm>
                <a:off x="4542713" y="2352705"/>
                <a:ext cx="456221" cy="377094"/>
              </a:xfrm>
              <a:custGeom>
                <a:avLst/>
                <a:gdLst/>
                <a:ahLst/>
                <a:cxnLst/>
                <a:rect l="l" t="t" r="r" b="b"/>
                <a:pathLst>
                  <a:path w="21114" h="17452" extrusionOk="0">
                    <a:moveTo>
                      <a:pt x="1" y="0"/>
                    </a:moveTo>
                    <a:lnTo>
                      <a:pt x="1" y="1903"/>
                    </a:lnTo>
                    <a:cubicBezTo>
                      <a:pt x="1" y="1903"/>
                      <a:pt x="9875" y="6103"/>
                      <a:pt x="17423" y="17452"/>
                    </a:cubicBezTo>
                    <a:lnTo>
                      <a:pt x="21113" y="17452"/>
                    </a:lnTo>
                    <a:cubicBezTo>
                      <a:pt x="17201" y="11946"/>
                      <a:pt x="9438" y="1714"/>
                      <a:pt x="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 name="Google Shape;5417;p74">
                <a:extLst>
                  <a:ext uri="{FF2B5EF4-FFF2-40B4-BE49-F238E27FC236}">
                    <a16:creationId xmlns:a16="http://schemas.microsoft.com/office/drawing/2014/main" id="{A083B2A6-C277-8145-5610-6C8FB693A6F8}"/>
                  </a:ext>
                </a:extLst>
              </p:cNvPr>
              <p:cNvSpPr/>
              <p:nvPr/>
            </p:nvSpPr>
            <p:spPr>
              <a:xfrm>
                <a:off x="2924530" y="2750658"/>
                <a:ext cx="1284804" cy="703022"/>
              </a:xfrm>
              <a:custGeom>
                <a:avLst/>
                <a:gdLst/>
                <a:ahLst/>
                <a:cxnLst/>
                <a:rect l="l" t="t" r="r" b="b"/>
                <a:pathLst>
                  <a:path w="59461" h="32536" extrusionOk="0">
                    <a:moveTo>
                      <a:pt x="56202" y="8203"/>
                    </a:moveTo>
                    <a:cubicBezTo>
                      <a:pt x="56647" y="8203"/>
                      <a:pt x="57009" y="8566"/>
                      <a:pt x="57009" y="9010"/>
                    </a:cubicBezTo>
                    <a:cubicBezTo>
                      <a:pt x="57009" y="9450"/>
                      <a:pt x="56647" y="9812"/>
                      <a:pt x="56202" y="9812"/>
                    </a:cubicBezTo>
                    <a:lnTo>
                      <a:pt x="47035" y="9812"/>
                    </a:lnTo>
                    <a:cubicBezTo>
                      <a:pt x="46595" y="9812"/>
                      <a:pt x="46233" y="9451"/>
                      <a:pt x="46233" y="9010"/>
                    </a:cubicBezTo>
                    <a:cubicBezTo>
                      <a:pt x="46233" y="8566"/>
                      <a:pt x="46594" y="8203"/>
                      <a:pt x="47035" y="8203"/>
                    </a:cubicBezTo>
                    <a:close/>
                    <a:moveTo>
                      <a:pt x="57449" y="1"/>
                    </a:moveTo>
                    <a:lnTo>
                      <a:pt x="4303" y="2234"/>
                    </a:lnTo>
                    <a:cubicBezTo>
                      <a:pt x="4220" y="2545"/>
                      <a:pt x="1" y="18634"/>
                      <a:pt x="5333" y="32536"/>
                    </a:cubicBezTo>
                    <a:lnTo>
                      <a:pt x="47275" y="32536"/>
                    </a:lnTo>
                    <a:cubicBezTo>
                      <a:pt x="47275" y="32536"/>
                      <a:pt x="53418" y="32252"/>
                      <a:pt x="56445" y="26995"/>
                    </a:cubicBezTo>
                    <a:cubicBezTo>
                      <a:pt x="56786" y="26405"/>
                      <a:pt x="57083" y="25760"/>
                      <a:pt x="57331" y="25039"/>
                    </a:cubicBezTo>
                    <a:cubicBezTo>
                      <a:pt x="59461" y="18857"/>
                      <a:pt x="57912" y="3939"/>
                      <a:pt x="57449" y="1"/>
                    </a:cubicBez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5" name="Google Shape;5418;p74">
                <a:extLst>
                  <a:ext uri="{FF2B5EF4-FFF2-40B4-BE49-F238E27FC236}">
                    <a16:creationId xmlns:a16="http://schemas.microsoft.com/office/drawing/2014/main" id="{D94D1E6A-F586-A46E-0B9F-1B564E20DEE9}"/>
                  </a:ext>
                </a:extLst>
              </p:cNvPr>
              <p:cNvSpPr/>
              <p:nvPr/>
            </p:nvSpPr>
            <p:spPr>
              <a:xfrm>
                <a:off x="4026160" y="2407484"/>
                <a:ext cx="137942" cy="332518"/>
              </a:xfrm>
              <a:custGeom>
                <a:avLst/>
                <a:gdLst/>
                <a:ahLst/>
                <a:cxnLst/>
                <a:rect l="l" t="t" r="r" b="b"/>
                <a:pathLst>
                  <a:path w="6384" h="15389" extrusionOk="0">
                    <a:moveTo>
                      <a:pt x="1" y="0"/>
                    </a:moveTo>
                    <a:lnTo>
                      <a:pt x="781" y="15389"/>
                    </a:lnTo>
                    <a:lnTo>
                      <a:pt x="6384" y="15148"/>
                    </a:lnTo>
                    <a:cubicBezTo>
                      <a:pt x="6361" y="14996"/>
                      <a:pt x="6352" y="14917"/>
                      <a:pt x="6352" y="14917"/>
                    </a:cubicBezTo>
                    <a:lnTo>
                      <a:pt x="3962" y="35"/>
                    </a:lnTo>
                    <a:cubicBezTo>
                      <a:pt x="2631" y="22"/>
                      <a:pt x="1314" y="9"/>
                      <a:pt x="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 name="Google Shape;5419;p74">
                <a:extLst>
                  <a:ext uri="{FF2B5EF4-FFF2-40B4-BE49-F238E27FC236}">
                    <a16:creationId xmlns:a16="http://schemas.microsoft.com/office/drawing/2014/main" id="{E5C3D16E-F7F6-C011-4D45-814F8735F24B}"/>
                  </a:ext>
                </a:extLst>
              </p:cNvPr>
              <p:cNvSpPr/>
              <p:nvPr/>
            </p:nvSpPr>
            <p:spPr>
              <a:xfrm>
                <a:off x="2062354" y="2402751"/>
                <a:ext cx="3198429" cy="1154597"/>
              </a:xfrm>
              <a:custGeom>
                <a:avLst/>
                <a:gdLst/>
                <a:ahLst/>
                <a:cxnLst/>
                <a:rect l="l" t="t" r="r" b="b"/>
                <a:pathLst>
                  <a:path w="148024" h="53435" extrusionOk="0">
                    <a:moveTo>
                      <a:pt x="59485" y="1"/>
                    </a:moveTo>
                    <a:lnTo>
                      <a:pt x="59485" y="1"/>
                    </a:lnTo>
                    <a:cubicBezTo>
                      <a:pt x="58080" y="642"/>
                      <a:pt x="56540" y="1414"/>
                      <a:pt x="54917" y="2279"/>
                    </a:cubicBezTo>
                    <a:lnTo>
                      <a:pt x="32735" y="18282"/>
                    </a:lnTo>
                    <a:lnTo>
                      <a:pt x="26239" y="17916"/>
                    </a:lnTo>
                    <a:lnTo>
                      <a:pt x="26239" y="17911"/>
                    </a:lnTo>
                    <a:cubicBezTo>
                      <a:pt x="25349" y="18225"/>
                      <a:pt x="24607" y="18400"/>
                      <a:pt x="24054" y="18404"/>
                    </a:cubicBezTo>
                    <a:cubicBezTo>
                      <a:pt x="24054" y="18404"/>
                      <a:pt x="5597" y="20372"/>
                      <a:pt x="0" y="28570"/>
                    </a:cubicBezTo>
                    <a:lnTo>
                      <a:pt x="1143" y="28570"/>
                    </a:lnTo>
                    <a:cubicBezTo>
                      <a:pt x="1296" y="28400"/>
                      <a:pt x="1452" y="28229"/>
                      <a:pt x="1622" y="28059"/>
                    </a:cubicBezTo>
                    <a:cubicBezTo>
                      <a:pt x="3141" y="26540"/>
                      <a:pt x="4853" y="25637"/>
                      <a:pt x="6011" y="25637"/>
                    </a:cubicBezTo>
                    <a:cubicBezTo>
                      <a:pt x="6420" y="25637"/>
                      <a:pt x="6760" y="25749"/>
                      <a:pt x="6997" y="25987"/>
                    </a:cubicBezTo>
                    <a:cubicBezTo>
                      <a:pt x="7504" y="26493"/>
                      <a:pt x="7443" y="27457"/>
                      <a:pt x="6937" y="28570"/>
                    </a:cubicBezTo>
                    <a:lnTo>
                      <a:pt x="21836" y="26588"/>
                    </a:lnTo>
                    <a:cubicBezTo>
                      <a:pt x="23430" y="26380"/>
                      <a:pt x="24938" y="25764"/>
                      <a:pt x="26225" y="24804"/>
                    </a:cubicBezTo>
                    <a:lnTo>
                      <a:pt x="42919" y="12356"/>
                    </a:lnTo>
                    <a:lnTo>
                      <a:pt x="59485" y="1"/>
                    </a:lnTo>
                    <a:close/>
                    <a:moveTo>
                      <a:pt x="103037" y="44268"/>
                    </a:moveTo>
                    <a:cubicBezTo>
                      <a:pt x="103486" y="44268"/>
                      <a:pt x="103857" y="44635"/>
                      <a:pt x="103857" y="45084"/>
                    </a:cubicBezTo>
                    <a:cubicBezTo>
                      <a:pt x="103857" y="45534"/>
                      <a:pt x="103486" y="45903"/>
                      <a:pt x="103037" y="45903"/>
                    </a:cubicBezTo>
                    <a:lnTo>
                      <a:pt x="97413" y="45903"/>
                    </a:lnTo>
                    <a:cubicBezTo>
                      <a:pt x="96963" y="45903"/>
                      <a:pt x="96597" y="45534"/>
                      <a:pt x="96597" y="45084"/>
                    </a:cubicBezTo>
                    <a:cubicBezTo>
                      <a:pt x="96597" y="44635"/>
                      <a:pt x="96963" y="44268"/>
                      <a:pt x="97413" y="44268"/>
                    </a:cubicBezTo>
                    <a:close/>
                    <a:moveTo>
                      <a:pt x="128237" y="26706"/>
                    </a:moveTo>
                    <a:cubicBezTo>
                      <a:pt x="108456" y="26706"/>
                      <a:pt x="106641" y="43095"/>
                      <a:pt x="106641" y="43095"/>
                    </a:cubicBezTo>
                    <a:lnTo>
                      <a:pt x="96343" y="43095"/>
                    </a:lnTo>
                    <a:cubicBezTo>
                      <a:pt x="93316" y="48352"/>
                      <a:pt x="87173" y="48636"/>
                      <a:pt x="87173" y="48636"/>
                    </a:cubicBezTo>
                    <a:lnTo>
                      <a:pt x="41535" y="48636"/>
                    </a:lnTo>
                    <a:cubicBezTo>
                      <a:pt x="41609" y="50506"/>
                      <a:pt x="41474" y="51742"/>
                      <a:pt x="41474" y="51742"/>
                    </a:cubicBezTo>
                    <a:cubicBezTo>
                      <a:pt x="41474" y="51742"/>
                      <a:pt x="69750" y="51783"/>
                      <a:pt x="89300" y="51783"/>
                    </a:cubicBezTo>
                    <a:cubicBezTo>
                      <a:pt x="99076" y="51783"/>
                      <a:pt x="106669" y="51772"/>
                      <a:pt x="107456" y="51742"/>
                    </a:cubicBezTo>
                    <a:cubicBezTo>
                      <a:pt x="109816" y="51650"/>
                      <a:pt x="111199" y="47868"/>
                      <a:pt x="111199" y="47868"/>
                    </a:cubicBezTo>
                    <a:lnTo>
                      <a:pt x="111212" y="47868"/>
                    </a:lnTo>
                    <a:cubicBezTo>
                      <a:pt x="111401" y="41122"/>
                      <a:pt x="114009" y="31873"/>
                      <a:pt x="126759" y="31326"/>
                    </a:cubicBezTo>
                    <a:cubicBezTo>
                      <a:pt x="127131" y="31310"/>
                      <a:pt x="127495" y="31303"/>
                      <a:pt x="127851" y="31303"/>
                    </a:cubicBezTo>
                    <a:cubicBezTo>
                      <a:pt x="146811" y="31303"/>
                      <a:pt x="143125" y="53434"/>
                      <a:pt x="143125" y="53434"/>
                    </a:cubicBezTo>
                    <a:lnTo>
                      <a:pt x="143129" y="53430"/>
                    </a:lnTo>
                    <a:cubicBezTo>
                      <a:pt x="145175" y="51611"/>
                      <a:pt x="146413" y="49185"/>
                      <a:pt x="147138" y="46658"/>
                    </a:cubicBezTo>
                    <a:lnTo>
                      <a:pt x="147134" y="46658"/>
                    </a:lnTo>
                    <a:cubicBezTo>
                      <a:pt x="147134" y="46658"/>
                      <a:pt x="148024" y="26706"/>
                      <a:pt x="128237" y="26706"/>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7" name="Google Shape;5420;p74">
                <a:extLst>
                  <a:ext uri="{FF2B5EF4-FFF2-40B4-BE49-F238E27FC236}">
                    <a16:creationId xmlns:a16="http://schemas.microsoft.com/office/drawing/2014/main" id="{7EFAD5C3-9A16-A1CA-4015-B547A9C9156B}"/>
                  </a:ext>
                </a:extLst>
              </p:cNvPr>
              <p:cNvSpPr/>
              <p:nvPr/>
            </p:nvSpPr>
            <p:spPr>
              <a:xfrm>
                <a:off x="1904151" y="2324440"/>
                <a:ext cx="3375956" cy="1258550"/>
              </a:xfrm>
              <a:custGeom>
                <a:avLst/>
                <a:gdLst/>
                <a:ahLst/>
                <a:cxnLst/>
                <a:rect l="l" t="t" r="r" b="b"/>
                <a:pathLst>
                  <a:path w="156240" h="58246" extrusionOk="0">
                    <a:moveTo>
                      <a:pt x="41789" y="29699"/>
                    </a:moveTo>
                    <a:cubicBezTo>
                      <a:pt x="42539" y="29699"/>
                      <a:pt x="43149" y="30074"/>
                      <a:pt x="43149" y="30536"/>
                    </a:cubicBezTo>
                    <a:cubicBezTo>
                      <a:pt x="43149" y="30999"/>
                      <a:pt x="42539" y="31374"/>
                      <a:pt x="41789" y="31374"/>
                    </a:cubicBezTo>
                    <a:cubicBezTo>
                      <a:pt x="41034" y="31374"/>
                      <a:pt x="40427" y="30999"/>
                      <a:pt x="40427" y="30536"/>
                    </a:cubicBezTo>
                    <a:cubicBezTo>
                      <a:pt x="40427" y="30074"/>
                      <a:pt x="41034" y="29699"/>
                      <a:pt x="41789" y="29699"/>
                    </a:cubicBezTo>
                    <a:close/>
                    <a:moveTo>
                      <a:pt x="7759" y="38673"/>
                    </a:moveTo>
                    <a:cubicBezTo>
                      <a:pt x="8346" y="38673"/>
                      <a:pt x="8886" y="38884"/>
                      <a:pt x="9249" y="39310"/>
                    </a:cubicBezTo>
                    <a:cubicBezTo>
                      <a:pt x="10017" y="40209"/>
                      <a:pt x="9720" y="41713"/>
                      <a:pt x="8591" y="42678"/>
                    </a:cubicBezTo>
                    <a:cubicBezTo>
                      <a:pt x="7999" y="43183"/>
                      <a:pt x="7296" y="43438"/>
                      <a:pt x="6651" y="43438"/>
                    </a:cubicBezTo>
                    <a:cubicBezTo>
                      <a:pt x="6064" y="43438"/>
                      <a:pt x="5525" y="43227"/>
                      <a:pt x="5161" y="42800"/>
                    </a:cubicBezTo>
                    <a:cubicBezTo>
                      <a:pt x="4393" y="41906"/>
                      <a:pt x="4690" y="40396"/>
                      <a:pt x="5820" y="39433"/>
                    </a:cubicBezTo>
                    <a:cubicBezTo>
                      <a:pt x="6411" y="38928"/>
                      <a:pt x="7114" y="38673"/>
                      <a:pt x="7759" y="38673"/>
                    </a:cubicBezTo>
                    <a:close/>
                    <a:moveTo>
                      <a:pt x="93813" y="0"/>
                    </a:moveTo>
                    <a:cubicBezTo>
                      <a:pt x="83966" y="0"/>
                      <a:pt x="74440" y="615"/>
                      <a:pt x="69219" y="2604"/>
                    </a:cubicBezTo>
                    <a:cubicBezTo>
                      <a:pt x="68472" y="2887"/>
                      <a:pt x="67670" y="3228"/>
                      <a:pt x="66814" y="3621"/>
                    </a:cubicBezTo>
                    <a:lnTo>
                      <a:pt x="66806" y="3625"/>
                    </a:lnTo>
                    <a:lnTo>
                      <a:pt x="50240" y="15980"/>
                    </a:lnTo>
                    <a:lnTo>
                      <a:pt x="33547" y="28429"/>
                    </a:lnTo>
                    <a:cubicBezTo>
                      <a:pt x="32260" y="29388"/>
                      <a:pt x="30751" y="30004"/>
                      <a:pt x="29157" y="30214"/>
                    </a:cubicBezTo>
                    <a:lnTo>
                      <a:pt x="14258" y="32194"/>
                    </a:lnTo>
                    <a:cubicBezTo>
                      <a:pt x="13853" y="33084"/>
                      <a:pt x="13162" y="34066"/>
                      <a:pt x="12246" y="34982"/>
                    </a:cubicBezTo>
                    <a:cubicBezTo>
                      <a:pt x="10727" y="36501"/>
                      <a:pt x="9015" y="37405"/>
                      <a:pt x="7859" y="37405"/>
                    </a:cubicBezTo>
                    <a:cubicBezTo>
                      <a:pt x="7451" y="37405"/>
                      <a:pt x="7112" y="37292"/>
                      <a:pt x="6875" y="37054"/>
                    </a:cubicBezTo>
                    <a:cubicBezTo>
                      <a:pt x="6038" y="36217"/>
                      <a:pt x="6749" y="34122"/>
                      <a:pt x="8464" y="32194"/>
                    </a:cubicBezTo>
                    <a:lnTo>
                      <a:pt x="7321" y="32194"/>
                    </a:lnTo>
                    <a:cubicBezTo>
                      <a:pt x="7321" y="32194"/>
                      <a:pt x="5781" y="33886"/>
                      <a:pt x="4480" y="34341"/>
                    </a:cubicBezTo>
                    <a:cubicBezTo>
                      <a:pt x="4480" y="34341"/>
                      <a:pt x="3752" y="35654"/>
                      <a:pt x="2875" y="37455"/>
                    </a:cubicBezTo>
                    <a:cubicBezTo>
                      <a:pt x="1998" y="39257"/>
                      <a:pt x="2360" y="42312"/>
                      <a:pt x="1391" y="42839"/>
                    </a:cubicBezTo>
                    <a:cubicBezTo>
                      <a:pt x="427" y="43371"/>
                      <a:pt x="365" y="44096"/>
                      <a:pt x="183" y="45445"/>
                    </a:cubicBezTo>
                    <a:cubicBezTo>
                      <a:pt x="0" y="46788"/>
                      <a:pt x="998" y="48345"/>
                      <a:pt x="998" y="48345"/>
                    </a:cubicBezTo>
                    <a:lnTo>
                      <a:pt x="4533" y="58096"/>
                    </a:lnTo>
                    <a:lnTo>
                      <a:pt x="4533" y="58101"/>
                    </a:lnTo>
                    <a:cubicBezTo>
                      <a:pt x="4981" y="58150"/>
                      <a:pt x="5462" y="58201"/>
                      <a:pt x="5959" y="58245"/>
                    </a:cubicBezTo>
                    <a:lnTo>
                      <a:pt x="5977" y="58245"/>
                    </a:lnTo>
                    <a:cubicBezTo>
                      <a:pt x="6030" y="58245"/>
                      <a:pt x="6083" y="58245"/>
                      <a:pt x="6136" y="58245"/>
                    </a:cubicBezTo>
                    <a:cubicBezTo>
                      <a:pt x="12394" y="58245"/>
                      <a:pt x="14127" y="55405"/>
                      <a:pt x="14127" y="55405"/>
                    </a:cubicBezTo>
                    <a:cubicBezTo>
                      <a:pt x="14127" y="55405"/>
                      <a:pt x="12765" y="34371"/>
                      <a:pt x="31915" y="34371"/>
                    </a:cubicBezTo>
                    <a:cubicBezTo>
                      <a:pt x="46418" y="34371"/>
                      <a:pt x="48634" y="46413"/>
                      <a:pt x="48856" y="52260"/>
                    </a:cubicBezTo>
                    <a:lnTo>
                      <a:pt x="52552" y="52260"/>
                    </a:lnTo>
                    <a:cubicBezTo>
                      <a:pt x="47220" y="38358"/>
                      <a:pt x="51439" y="22267"/>
                      <a:pt x="51522" y="21958"/>
                    </a:cubicBezTo>
                    <a:lnTo>
                      <a:pt x="51522" y="21958"/>
                    </a:lnTo>
                    <a:lnTo>
                      <a:pt x="45156" y="22224"/>
                    </a:lnTo>
                    <a:cubicBezTo>
                      <a:pt x="45151" y="22224"/>
                      <a:pt x="45146" y="22224"/>
                      <a:pt x="45141" y="22224"/>
                    </a:cubicBezTo>
                    <a:cubicBezTo>
                      <a:pt x="44789" y="22224"/>
                      <a:pt x="44620" y="21785"/>
                      <a:pt x="44895" y="21552"/>
                    </a:cubicBezTo>
                    <a:cubicBezTo>
                      <a:pt x="46025" y="20605"/>
                      <a:pt x="48159" y="18843"/>
                      <a:pt x="50855" y="16806"/>
                    </a:cubicBezTo>
                    <a:cubicBezTo>
                      <a:pt x="51439" y="16364"/>
                      <a:pt x="52055" y="15907"/>
                      <a:pt x="52687" y="15444"/>
                    </a:cubicBezTo>
                    <a:cubicBezTo>
                      <a:pt x="58477" y="11216"/>
                      <a:pt x="66112" y="6343"/>
                      <a:pt x="72212" y="4964"/>
                    </a:cubicBezTo>
                    <a:cubicBezTo>
                      <a:pt x="80102" y="3183"/>
                      <a:pt x="89758" y="2780"/>
                      <a:pt x="96215" y="2780"/>
                    </a:cubicBezTo>
                    <a:cubicBezTo>
                      <a:pt x="98935" y="2780"/>
                      <a:pt x="101087" y="2852"/>
                      <a:pt x="102300" y="2922"/>
                    </a:cubicBezTo>
                    <a:cubicBezTo>
                      <a:pt x="107570" y="3227"/>
                      <a:pt x="119040" y="2988"/>
                      <a:pt x="126733" y="16958"/>
                    </a:cubicBezTo>
                    <a:cubicBezTo>
                      <a:pt x="127186" y="17782"/>
                      <a:pt x="126615" y="18803"/>
                      <a:pt x="125672" y="18842"/>
                    </a:cubicBezTo>
                    <a:lnTo>
                      <a:pt x="104668" y="19723"/>
                    </a:lnTo>
                    <a:cubicBezTo>
                      <a:pt x="105131" y="23663"/>
                      <a:pt x="106680" y="38581"/>
                      <a:pt x="104550" y="44763"/>
                    </a:cubicBezTo>
                    <a:cubicBezTo>
                      <a:pt x="104302" y="45484"/>
                      <a:pt x="104005" y="46129"/>
                      <a:pt x="103664" y="46718"/>
                    </a:cubicBezTo>
                    <a:lnTo>
                      <a:pt x="113962" y="46718"/>
                    </a:lnTo>
                    <a:cubicBezTo>
                      <a:pt x="113962" y="46718"/>
                      <a:pt x="115777" y="30330"/>
                      <a:pt x="135559" y="30330"/>
                    </a:cubicBezTo>
                    <a:cubicBezTo>
                      <a:pt x="155345" y="30330"/>
                      <a:pt x="154455" y="50282"/>
                      <a:pt x="154455" y="50282"/>
                    </a:cubicBezTo>
                    <a:lnTo>
                      <a:pt x="154459" y="50282"/>
                    </a:lnTo>
                    <a:cubicBezTo>
                      <a:pt x="156239" y="44074"/>
                      <a:pt x="154935" y="37251"/>
                      <a:pt x="154935" y="37251"/>
                    </a:cubicBezTo>
                    <a:lnTo>
                      <a:pt x="154939" y="37251"/>
                    </a:lnTo>
                    <a:cubicBezTo>
                      <a:pt x="154294" y="35872"/>
                      <a:pt x="153622" y="34973"/>
                      <a:pt x="153255" y="34868"/>
                    </a:cubicBezTo>
                    <a:lnTo>
                      <a:pt x="151780" y="34746"/>
                    </a:lnTo>
                    <a:cubicBezTo>
                      <a:pt x="151344" y="34707"/>
                      <a:pt x="150939" y="34506"/>
                      <a:pt x="150645" y="34180"/>
                    </a:cubicBezTo>
                    <a:cubicBezTo>
                      <a:pt x="149416" y="32809"/>
                      <a:pt x="146100" y="29083"/>
                      <a:pt x="145703" y="28380"/>
                    </a:cubicBezTo>
                    <a:cubicBezTo>
                      <a:pt x="145214" y="27517"/>
                      <a:pt x="142365" y="24807"/>
                      <a:pt x="143979" y="24680"/>
                    </a:cubicBezTo>
                    <a:cubicBezTo>
                      <a:pt x="144046" y="24675"/>
                      <a:pt x="144119" y="24673"/>
                      <a:pt x="144197" y="24673"/>
                    </a:cubicBezTo>
                    <a:cubicBezTo>
                      <a:pt x="145979" y="24673"/>
                      <a:pt x="150328" y="25954"/>
                      <a:pt x="150328" y="25954"/>
                    </a:cubicBezTo>
                    <a:cubicBezTo>
                      <a:pt x="150105" y="25493"/>
                      <a:pt x="149882" y="25109"/>
                      <a:pt x="149673" y="24843"/>
                    </a:cubicBezTo>
                    <a:cubicBezTo>
                      <a:pt x="148129" y="22887"/>
                      <a:pt x="147631" y="24296"/>
                      <a:pt x="145589" y="22028"/>
                    </a:cubicBezTo>
                    <a:cubicBezTo>
                      <a:pt x="145152" y="21544"/>
                      <a:pt x="144341" y="20349"/>
                      <a:pt x="143215" y="18760"/>
                    </a:cubicBezTo>
                    <a:lnTo>
                      <a:pt x="139525" y="18760"/>
                    </a:lnTo>
                    <a:cubicBezTo>
                      <a:pt x="131977" y="7413"/>
                      <a:pt x="122103" y="3211"/>
                      <a:pt x="122103" y="3211"/>
                    </a:cubicBezTo>
                    <a:lnTo>
                      <a:pt x="122103" y="1308"/>
                    </a:lnTo>
                    <a:lnTo>
                      <a:pt x="122103" y="1304"/>
                    </a:lnTo>
                    <a:cubicBezTo>
                      <a:pt x="121562" y="1203"/>
                      <a:pt x="121017" y="1133"/>
                      <a:pt x="120463" y="1094"/>
                    </a:cubicBezTo>
                    <a:cubicBezTo>
                      <a:pt x="113967" y="624"/>
                      <a:pt x="103728" y="0"/>
                      <a:pt x="93813" y="0"/>
                    </a:cubicBez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8" name="Google Shape;5421;p74">
                <a:extLst>
                  <a:ext uri="{FF2B5EF4-FFF2-40B4-BE49-F238E27FC236}">
                    <a16:creationId xmlns:a16="http://schemas.microsoft.com/office/drawing/2014/main" id="{06D1E914-581A-7A34-0271-9D61DD3DDE9C}"/>
                  </a:ext>
                </a:extLst>
              </p:cNvPr>
              <p:cNvSpPr/>
              <p:nvPr/>
            </p:nvSpPr>
            <p:spPr>
              <a:xfrm>
                <a:off x="2392223" y="3257975"/>
                <a:ext cx="2622632" cy="408339"/>
              </a:xfrm>
              <a:custGeom>
                <a:avLst/>
                <a:gdLst/>
                <a:ahLst/>
                <a:cxnLst/>
                <a:rect l="l" t="t" r="r" b="b"/>
                <a:pathLst>
                  <a:path w="121376" h="18898" extrusionOk="0">
                    <a:moveTo>
                      <a:pt x="113252" y="743"/>
                    </a:moveTo>
                    <a:cubicBezTo>
                      <a:pt x="113971" y="743"/>
                      <a:pt x="114503" y="1414"/>
                      <a:pt x="114342" y="2113"/>
                    </a:cubicBezTo>
                    <a:lnTo>
                      <a:pt x="113165" y="7235"/>
                    </a:lnTo>
                    <a:cubicBezTo>
                      <a:pt x="113216" y="7257"/>
                      <a:pt x="113270" y="7278"/>
                      <a:pt x="113317" y="7300"/>
                    </a:cubicBezTo>
                    <a:lnTo>
                      <a:pt x="116127" y="2810"/>
                    </a:lnTo>
                    <a:cubicBezTo>
                      <a:pt x="116341" y="2465"/>
                      <a:pt x="116707" y="2284"/>
                      <a:pt x="117076" y="2284"/>
                    </a:cubicBezTo>
                    <a:cubicBezTo>
                      <a:pt x="117360" y="2284"/>
                      <a:pt x="117646" y="2391"/>
                      <a:pt x="117868" y="2613"/>
                    </a:cubicBezTo>
                    <a:lnTo>
                      <a:pt x="118941" y="3688"/>
                    </a:lnTo>
                    <a:cubicBezTo>
                      <a:pt x="119452" y="4194"/>
                      <a:pt x="119351" y="5044"/>
                      <a:pt x="118746" y="5423"/>
                    </a:cubicBezTo>
                    <a:lnTo>
                      <a:pt x="114256" y="8238"/>
                    </a:lnTo>
                    <a:cubicBezTo>
                      <a:pt x="114282" y="8286"/>
                      <a:pt x="114299" y="8342"/>
                      <a:pt x="114321" y="8400"/>
                    </a:cubicBezTo>
                    <a:lnTo>
                      <a:pt x="119482" y="7208"/>
                    </a:lnTo>
                    <a:cubicBezTo>
                      <a:pt x="119567" y="7188"/>
                      <a:pt x="119652" y="7179"/>
                      <a:pt x="119735" y="7179"/>
                    </a:cubicBezTo>
                    <a:cubicBezTo>
                      <a:pt x="120336" y="7179"/>
                      <a:pt x="120848" y="7666"/>
                      <a:pt x="120848" y="8299"/>
                    </a:cubicBezTo>
                    <a:lnTo>
                      <a:pt x="120848" y="9818"/>
                    </a:lnTo>
                    <a:cubicBezTo>
                      <a:pt x="120848" y="10449"/>
                      <a:pt x="120337" y="10937"/>
                      <a:pt x="119737" y="10937"/>
                    </a:cubicBezTo>
                    <a:cubicBezTo>
                      <a:pt x="119653" y="10937"/>
                      <a:pt x="119568" y="10928"/>
                      <a:pt x="119482" y="10908"/>
                    </a:cubicBezTo>
                    <a:lnTo>
                      <a:pt x="114299" y="9717"/>
                    </a:lnTo>
                    <a:cubicBezTo>
                      <a:pt x="114285" y="9760"/>
                      <a:pt x="114268" y="9796"/>
                      <a:pt x="114250" y="9835"/>
                    </a:cubicBezTo>
                    <a:lnTo>
                      <a:pt x="118776" y="12662"/>
                    </a:lnTo>
                    <a:cubicBezTo>
                      <a:pt x="119381" y="13046"/>
                      <a:pt x="119477" y="13893"/>
                      <a:pt x="118967" y="14404"/>
                    </a:cubicBezTo>
                    <a:lnTo>
                      <a:pt x="117894" y="15476"/>
                    </a:lnTo>
                    <a:cubicBezTo>
                      <a:pt x="117674" y="15697"/>
                      <a:pt x="117389" y="15804"/>
                      <a:pt x="117105" y="15804"/>
                    </a:cubicBezTo>
                    <a:cubicBezTo>
                      <a:pt x="116736" y="15804"/>
                      <a:pt x="116370" y="15623"/>
                      <a:pt x="116153" y="15275"/>
                    </a:cubicBezTo>
                    <a:lnTo>
                      <a:pt x="113326" y="10755"/>
                    </a:lnTo>
                    <a:cubicBezTo>
                      <a:pt x="113268" y="10786"/>
                      <a:pt x="113203" y="10813"/>
                      <a:pt x="113133" y="10835"/>
                    </a:cubicBezTo>
                    <a:lnTo>
                      <a:pt x="114342" y="16088"/>
                    </a:lnTo>
                    <a:cubicBezTo>
                      <a:pt x="114503" y="16789"/>
                      <a:pt x="113971" y="17457"/>
                      <a:pt x="113251" y="17457"/>
                    </a:cubicBezTo>
                    <a:lnTo>
                      <a:pt x="111738" y="17457"/>
                    </a:lnTo>
                    <a:cubicBezTo>
                      <a:pt x="111018" y="17457"/>
                      <a:pt x="110486" y="16789"/>
                      <a:pt x="110647" y="16088"/>
                    </a:cubicBezTo>
                    <a:lnTo>
                      <a:pt x="111860" y="10813"/>
                    </a:lnTo>
                    <a:cubicBezTo>
                      <a:pt x="111811" y="10799"/>
                      <a:pt x="111760" y="10777"/>
                      <a:pt x="111711" y="10755"/>
                    </a:cubicBezTo>
                    <a:lnTo>
                      <a:pt x="108862" y="15307"/>
                    </a:lnTo>
                    <a:cubicBezTo>
                      <a:pt x="108645" y="15652"/>
                      <a:pt x="108280" y="15832"/>
                      <a:pt x="107911" y="15832"/>
                    </a:cubicBezTo>
                    <a:cubicBezTo>
                      <a:pt x="107628" y="15832"/>
                      <a:pt x="107344" y="15726"/>
                      <a:pt x="107122" y="15507"/>
                    </a:cubicBezTo>
                    <a:lnTo>
                      <a:pt x="106048" y="14434"/>
                    </a:lnTo>
                    <a:cubicBezTo>
                      <a:pt x="105542" y="13923"/>
                      <a:pt x="105634" y="13072"/>
                      <a:pt x="106245" y="12692"/>
                    </a:cubicBezTo>
                    <a:lnTo>
                      <a:pt x="110799" y="9839"/>
                    </a:lnTo>
                    <a:cubicBezTo>
                      <a:pt x="110778" y="9796"/>
                      <a:pt x="110760" y="9752"/>
                      <a:pt x="110743" y="9704"/>
                    </a:cubicBezTo>
                    <a:lnTo>
                      <a:pt x="105507" y="10908"/>
                    </a:lnTo>
                    <a:cubicBezTo>
                      <a:pt x="105422" y="10927"/>
                      <a:pt x="105337" y="10937"/>
                      <a:pt x="105254" y="10937"/>
                    </a:cubicBezTo>
                    <a:cubicBezTo>
                      <a:pt x="104652" y="10937"/>
                      <a:pt x="104137" y="10449"/>
                      <a:pt x="104137" y="9818"/>
                    </a:cubicBezTo>
                    <a:lnTo>
                      <a:pt x="104137" y="8299"/>
                    </a:lnTo>
                    <a:cubicBezTo>
                      <a:pt x="104137" y="7666"/>
                      <a:pt x="104652" y="7179"/>
                      <a:pt x="105254" y="7179"/>
                    </a:cubicBezTo>
                    <a:cubicBezTo>
                      <a:pt x="105337" y="7179"/>
                      <a:pt x="105422" y="7188"/>
                      <a:pt x="105507" y="7208"/>
                    </a:cubicBezTo>
                    <a:lnTo>
                      <a:pt x="110721" y="8413"/>
                    </a:lnTo>
                    <a:cubicBezTo>
                      <a:pt x="110743" y="8347"/>
                      <a:pt x="110769" y="8282"/>
                      <a:pt x="110795" y="8225"/>
                    </a:cubicBezTo>
                    <a:lnTo>
                      <a:pt x="106275" y="5393"/>
                    </a:lnTo>
                    <a:cubicBezTo>
                      <a:pt x="105664" y="5014"/>
                      <a:pt x="105569" y="4167"/>
                      <a:pt x="106080" y="3657"/>
                    </a:cubicBezTo>
                    <a:lnTo>
                      <a:pt x="107152" y="2583"/>
                    </a:lnTo>
                    <a:cubicBezTo>
                      <a:pt x="107372" y="2362"/>
                      <a:pt x="107656" y="2255"/>
                      <a:pt x="107940" y="2255"/>
                    </a:cubicBezTo>
                    <a:cubicBezTo>
                      <a:pt x="108309" y="2255"/>
                      <a:pt x="108676" y="2437"/>
                      <a:pt x="108894" y="2780"/>
                    </a:cubicBezTo>
                    <a:lnTo>
                      <a:pt x="111721" y="7304"/>
                    </a:lnTo>
                    <a:cubicBezTo>
                      <a:pt x="111751" y="7287"/>
                      <a:pt x="111790" y="7270"/>
                      <a:pt x="111830" y="7257"/>
                    </a:cubicBezTo>
                    <a:lnTo>
                      <a:pt x="110647" y="2113"/>
                    </a:lnTo>
                    <a:cubicBezTo>
                      <a:pt x="110486" y="1414"/>
                      <a:pt x="111018" y="743"/>
                      <a:pt x="111738" y="743"/>
                    </a:cubicBezTo>
                    <a:close/>
                    <a:moveTo>
                      <a:pt x="112313" y="1"/>
                    </a:moveTo>
                    <a:cubicBezTo>
                      <a:pt x="107318" y="1"/>
                      <a:pt x="103257" y="4063"/>
                      <a:pt x="103257" y="9059"/>
                    </a:cubicBezTo>
                    <a:cubicBezTo>
                      <a:pt x="103257" y="14054"/>
                      <a:pt x="107318" y="18121"/>
                      <a:pt x="112313" y="18121"/>
                    </a:cubicBezTo>
                    <a:cubicBezTo>
                      <a:pt x="117309" y="18121"/>
                      <a:pt x="121376" y="14054"/>
                      <a:pt x="121376" y="9059"/>
                    </a:cubicBezTo>
                    <a:cubicBezTo>
                      <a:pt x="121376" y="4063"/>
                      <a:pt x="117309" y="1"/>
                      <a:pt x="112313" y="1"/>
                    </a:cubicBezTo>
                    <a:close/>
                    <a:moveTo>
                      <a:pt x="10001" y="1519"/>
                    </a:moveTo>
                    <a:cubicBezTo>
                      <a:pt x="10717" y="1519"/>
                      <a:pt x="11253" y="2191"/>
                      <a:pt x="11092" y="2890"/>
                    </a:cubicBezTo>
                    <a:lnTo>
                      <a:pt x="9913" y="8012"/>
                    </a:lnTo>
                    <a:cubicBezTo>
                      <a:pt x="9966" y="8033"/>
                      <a:pt x="10018" y="8051"/>
                      <a:pt x="10067" y="8076"/>
                    </a:cubicBezTo>
                    <a:lnTo>
                      <a:pt x="12877" y="3587"/>
                    </a:lnTo>
                    <a:cubicBezTo>
                      <a:pt x="13092" y="3241"/>
                      <a:pt x="13456" y="3060"/>
                      <a:pt x="13825" y="3060"/>
                    </a:cubicBezTo>
                    <a:cubicBezTo>
                      <a:pt x="14108" y="3060"/>
                      <a:pt x="14394" y="3166"/>
                      <a:pt x="14617" y="3386"/>
                    </a:cubicBezTo>
                    <a:lnTo>
                      <a:pt x="15691" y="4460"/>
                    </a:lnTo>
                    <a:cubicBezTo>
                      <a:pt x="16196" y="4970"/>
                      <a:pt x="16101" y="5820"/>
                      <a:pt x="15490" y="6200"/>
                    </a:cubicBezTo>
                    <a:lnTo>
                      <a:pt x="11000" y="9010"/>
                    </a:lnTo>
                    <a:cubicBezTo>
                      <a:pt x="11026" y="9063"/>
                      <a:pt x="11048" y="9119"/>
                      <a:pt x="11069" y="9172"/>
                    </a:cubicBezTo>
                    <a:lnTo>
                      <a:pt x="16227" y="7984"/>
                    </a:lnTo>
                    <a:cubicBezTo>
                      <a:pt x="16313" y="7965"/>
                      <a:pt x="16397" y="7956"/>
                      <a:pt x="16481" y="7956"/>
                    </a:cubicBezTo>
                    <a:cubicBezTo>
                      <a:pt x="17082" y="7956"/>
                      <a:pt x="17596" y="8443"/>
                      <a:pt x="17596" y="9076"/>
                    </a:cubicBezTo>
                    <a:lnTo>
                      <a:pt x="17596" y="10594"/>
                    </a:lnTo>
                    <a:cubicBezTo>
                      <a:pt x="17596" y="11226"/>
                      <a:pt x="17082" y="11714"/>
                      <a:pt x="16482" y="11714"/>
                    </a:cubicBezTo>
                    <a:cubicBezTo>
                      <a:pt x="16398" y="11714"/>
                      <a:pt x="16313" y="11704"/>
                      <a:pt x="16227" y="11684"/>
                    </a:cubicBezTo>
                    <a:lnTo>
                      <a:pt x="11048" y="10494"/>
                    </a:lnTo>
                    <a:cubicBezTo>
                      <a:pt x="11030" y="10537"/>
                      <a:pt x="11013" y="10573"/>
                      <a:pt x="10996" y="10612"/>
                    </a:cubicBezTo>
                    <a:lnTo>
                      <a:pt x="15520" y="13439"/>
                    </a:lnTo>
                    <a:cubicBezTo>
                      <a:pt x="16131" y="13823"/>
                      <a:pt x="16223" y="14668"/>
                      <a:pt x="15717" y="15174"/>
                    </a:cubicBezTo>
                    <a:lnTo>
                      <a:pt x="14643" y="16249"/>
                    </a:lnTo>
                    <a:cubicBezTo>
                      <a:pt x="14421" y="16471"/>
                      <a:pt x="14135" y="16578"/>
                      <a:pt x="13852" y="16578"/>
                    </a:cubicBezTo>
                    <a:cubicBezTo>
                      <a:pt x="13484" y="16578"/>
                      <a:pt x="13120" y="16397"/>
                      <a:pt x="12903" y="16052"/>
                    </a:cubicBezTo>
                    <a:lnTo>
                      <a:pt x="10074" y="11532"/>
                    </a:lnTo>
                    <a:cubicBezTo>
                      <a:pt x="10014" y="11562"/>
                      <a:pt x="9952" y="11584"/>
                      <a:pt x="9883" y="11611"/>
                    </a:cubicBezTo>
                    <a:lnTo>
                      <a:pt x="11091" y="16864"/>
                    </a:lnTo>
                    <a:cubicBezTo>
                      <a:pt x="11253" y="17562"/>
                      <a:pt x="10717" y="18233"/>
                      <a:pt x="10001" y="18233"/>
                    </a:cubicBezTo>
                    <a:lnTo>
                      <a:pt x="8482" y="18233"/>
                    </a:lnTo>
                    <a:cubicBezTo>
                      <a:pt x="7762" y="18233"/>
                      <a:pt x="7230" y="17562"/>
                      <a:pt x="7392" y="16864"/>
                    </a:cubicBezTo>
                    <a:lnTo>
                      <a:pt x="8609" y="11588"/>
                    </a:lnTo>
                    <a:cubicBezTo>
                      <a:pt x="8557" y="11571"/>
                      <a:pt x="8508" y="11554"/>
                      <a:pt x="8461" y="11528"/>
                    </a:cubicBezTo>
                    <a:lnTo>
                      <a:pt x="5612" y="16083"/>
                    </a:lnTo>
                    <a:cubicBezTo>
                      <a:pt x="5395" y="16428"/>
                      <a:pt x="5029" y="16608"/>
                      <a:pt x="4661" y="16608"/>
                    </a:cubicBezTo>
                    <a:cubicBezTo>
                      <a:pt x="4377" y="16608"/>
                      <a:pt x="4091" y="16501"/>
                      <a:pt x="3871" y="16279"/>
                    </a:cubicBezTo>
                    <a:lnTo>
                      <a:pt x="2798" y="15206"/>
                    </a:lnTo>
                    <a:cubicBezTo>
                      <a:pt x="2287" y="14700"/>
                      <a:pt x="2382" y="13849"/>
                      <a:pt x="2993" y="13469"/>
                    </a:cubicBezTo>
                    <a:lnTo>
                      <a:pt x="7549" y="10616"/>
                    </a:lnTo>
                    <a:cubicBezTo>
                      <a:pt x="7523" y="10573"/>
                      <a:pt x="7509" y="10524"/>
                      <a:pt x="7492" y="10481"/>
                    </a:cubicBezTo>
                    <a:lnTo>
                      <a:pt x="2251" y="11684"/>
                    </a:lnTo>
                    <a:cubicBezTo>
                      <a:pt x="2167" y="11704"/>
                      <a:pt x="2082" y="11713"/>
                      <a:pt x="2000" y="11713"/>
                    </a:cubicBezTo>
                    <a:cubicBezTo>
                      <a:pt x="1402" y="11713"/>
                      <a:pt x="887" y="11226"/>
                      <a:pt x="887" y="10594"/>
                    </a:cubicBezTo>
                    <a:lnTo>
                      <a:pt x="887" y="9076"/>
                    </a:lnTo>
                    <a:cubicBezTo>
                      <a:pt x="887" y="8443"/>
                      <a:pt x="1402" y="7956"/>
                      <a:pt x="2000" y="7956"/>
                    </a:cubicBezTo>
                    <a:cubicBezTo>
                      <a:pt x="2082" y="7956"/>
                      <a:pt x="2167" y="7965"/>
                      <a:pt x="2251" y="7984"/>
                    </a:cubicBezTo>
                    <a:lnTo>
                      <a:pt x="7470" y="9185"/>
                    </a:lnTo>
                    <a:cubicBezTo>
                      <a:pt x="7492" y="9123"/>
                      <a:pt x="7519" y="9059"/>
                      <a:pt x="7545" y="9001"/>
                    </a:cubicBezTo>
                    <a:lnTo>
                      <a:pt x="3019" y="6170"/>
                    </a:lnTo>
                    <a:cubicBezTo>
                      <a:pt x="2414" y="5790"/>
                      <a:pt x="2318" y="4944"/>
                      <a:pt x="2828" y="4434"/>
                    </a:cubicBezTo>
                    <a:lnTo>
                      <a:pt x="3901" y="3360"/>
                    </a:lnTo>
                    <a:cubicBezTo>
                      <a:pt x="4121" y="3138"/>
                      <a:pt x="4406" y="3031"/>
                      <a:pt x="4690" y="3031"/>
                    </a:cubicBezTo>
                    <a:cubicBezTo>
                      <a:pt x="5058" y="3031"/>
                      <a:pt x="5423" y="3211"/>
                      <a:pt x="5638" y="3557"/>
                    </a:cubicBezTo>
                    <a:lnTo>
                      <a:pt x="8465" y="8081"/>
                    </a:lnTo>
                    <a:cubicBezTo>
                      <a:pt x="8500" y="8064"/>
                      <a:pt x="8540" y="8046"/>
                      <a:pt x="8579" y="8033"/>
                    </a:cubicBezTo>
                    <a:lnTo>
                      <a:pt x="7392" y="2890"/>
                    </a:lnTo>
                    <a:cubicBezTo>
                      <a:pt x="7230" y="2191"/>
                      <a:pt x="7763" y="1519"/>
                      <a:pt x="8482" y="1519"/>
                    </a:cubicBezTo>
                    <a:close/>
                    <a:moveTo>
                      <a:pt x="9063" y="773"/>
                    </a:moveTo>
                    <a:cubicBezTo>
                      <a:pt x="4068" y="773"/>
                      <a:pt x="1" y="4840"/>
                      <a:pt x="1" y="9835"/>
                    </a:cubicBezTo>
                    <a:cubicBezTo>
                      <a:pt x="1" y="14831"/>
                      <a:pt x="4068" y="18897"/>
                      <a:pt x="9063" y="18897"/>
                    </a:cubicBezTo>
                    <a:cubicBezTo>
                      <a:pt x="14059" y="18897"/>
                      <a:pt x="18126" y="14831"/>
                      <a:pt x="18126" y="9835"/>
                    </a:cubicBezTo>
                    <a:cubicBezTo>
                      <a:pt x="18126" y="4840"/>
                      <a:pt x="14059" y="773"/>
                      <a:pt x="9063" y="773"/>
                    </a:cubicBezTo>
                    <a:close/>
                  </a:path>
                </a:pathLst>
              </a:custGeom>
              <a:gradFill>
                <a:gsLst>
                  <a:gs pos="0">
                    <a:schemeClr val="accent2"/>
                  </a:gs>
                  <a:gs pos="100000">
                    <a:schemeClr val="accent6"/>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9" name="Google Shape;5422;p74">
                <a:extLst>
                  <a:ext uri="{FF2B5EF4-FFF2-40B4-BE49-F238E27FC236}">
                    <a16:creationId xmlns:a16="http://schemas.microsoft.com/office/drawing/2014/main" id="{5D0DA111-CB7F-4301-E464-17A742447178}"/>
                  </a:ext>
                </a:extLst>
              </p:cNvPr>
              <p:cNvSpPr/>
              <p:nvPr/>
            </p:nvSpPr>
            <p:spPr>
              <a:xfrm>
                <a:off x="2355941" y="3221585"/>
                <a:ext cx="2695298" cy="481005"/>
              </a:xfrm>
              <a:custGeom>
                <a:avLst/>
                <a:gdLst/>
                <a:ahLst/>
                <a:cxnLst/>
                <a:rect l="l" t="t" r="r" b="b"/>
                <a:pathLst>
                  <a:path w="124739" h="22261" extrusionOk="0">
                    <a:moveTo>
                      <a:pt x="114202" y="8810"/>
                    </a:moveTo>
                    <a:cubicBezTo>
                      <a:pt x="113958" y="8810"/>
                      <a:pt x="113722" y="8857"/>
                      <a:pt x="113508" y="8941"/>
                    </a:cubicBezTo>
                    <a:cubicBezTo>
                      <a:pt x="113469" y="8954"/>
                      <a:pt x="113430" y="8971"/>
                      <a:pt x="113400" y="8988"/>
                    </a:cubicBezTo>
                    <a:cubicBezTo>
                      <a:pt x="112989" y="9177"/>
                      <a:pt x="112667" y="9503"/>
                      <a:pt x="112474" y="9909"/>
                    </a:cubicBezTo>
                    <a:cubicBezTo>
                      <a:pt x="112448" y="9966"/>
                      <a:pt x="112422" y="10031"/>
                      <a:pt x="112400" y="10097"/>
                    </a:cubicBezTo>
                    <a:cubicBezTo>
                      <a:pt x="112334" y="10288"/>
                      <a:pt x="112300" y="10494"/>
                      <a:pt x="112300" y="10717"/>
                    </a:cubicBezTo>
                    <a:cubicBezTo>
                      <a:pt x="112300" y="10953"/>
                      <a:pt x="112343" y="11178"/>
                      <a:pt x="112422" y="11388"/>
                    </a:cubicBezTo>
                    <a:cubicBezTo>
                      <a:pt x="112439" y="11436"/>
                      <a:pt x="112457" y="11480"/>
                      <a:pt x="112480" y="11523"/>
                    </a:cubicBezTo>
                    <a:cubicBezTo>
                      <a:pt x="112667" y="11925"/>
                      <a:pt x="112990" y="12248"/>
                      <a:pt x="113391" y="12439"/>
                    </a:cubicBezTo>
                    <a:cubicBezTo>
                      <a:pt x="113439" y="12461"/>
                      <a:pt x="113490" y="12483"/>
                      <a:pt x="113539" y="12497"/>
                    </a:cubicBezTo>
                    <a:cubicBezTo>
                      <a:pt x="113744" y="12579"/>
                      <a:pt x="113971" y="12619"/>
                      <a:pt x="114202" y="12619"/>
                    </a:cubicBezTo>
                    <a:cubicBezTo>
                      <a:pt x="114415" y="12619"/>
                      <a:pt x="114625" y="12583"/>
                      <a:pt x="114813" y="12519"/>
                    </a:cubicBezTo>
                    <a:cubicBezTo>
                      <a:pt x="114882" y="12497"/>
                      <a:pt x="114949" y="12470"/>
                      <a:pt x="115005" y="12439"/>
                    </a:cubicBezTo>
                    <a:cubicBezTo>
                      <a:pt x="115415" y="12253"/>
                      <a:pt x="115742" y="11925"/>
                      <a:pt x="115929" y="11519"/>
                    </a:cubicBezTo>
                    <a:cubicBezTo>
                      <a:pt x="115947" y="11480"/>
                      <a:pt x="115965" y="11444"/>
                      <a:pt x="115978" y="11401"/>
                    </a:cubicBezTo>
                    <a:cubicBezTo>
                      <a:pt x="116065" y="11187"/>
                      <a:pt x="116109" y="10957"/>
                      <a:pt x="116109" y="10717"/>
                    </a:cubicBezTo>
                    <a:cubicBezTo>
                      <a:pt x="116109" y="10494"/>
                      <a:pt x="116069" y="10280"/>
                      <a:pt x="116000" y="10084"/>
                    </a:cubicBezTo>
                    <a:cubicBezTo>
                      <a:pt x="115978" y="10026"/>
                      <a:pt x="115961" y="9970"/>
                      <a:pt x="115935" y="9922"/>
                    </a:cubicBezTo>
                    <a:cubicBezTo>
                      <a:pt x="115742" y="9507"/>
                      <a:pt x="115410" y="9172"/>
                      <a:pt x="114996" y="8984"/>
                    </a:cubicBezTo>
                    <a:cubicBezTo>
                      <a:pt x="114949" y="8962"/>
                      <a:pt x="114895" y="8941"/>
                      <a:pt x="114844" y="8919"/>
                    </a:cubicBezTo>
                    <a:cubicBezTo>
                      <a:pt x="114647" y="8849"/>
                      <a:pt x="114430" y="8810"/>
                      <a:pt x="114202" y="8810"/>
                    </a:cubicBezTo>
                    <a:close/>
                    <a:moveTo>
                      <a:pt x="10951" y="9586"/>
                    </a:moveTo>
                    <a:cubicBezTo>
                      <a:pt x="10702" y="9586"/>
                      <a:pt x="10468" y="9630"/>
                      <a:pt x="10258" y="9717"/>
                    </a:cubicBezTo>
                    <a:cubicBezTo>
                      <a:pt x="10219" y="9730"/>
                      <a:pt x="10179" y="9748"/>
                      <a:pt x="10144" y="9765"/>
                    </a:cubicBezTo>
                    <a:cubicBezTo>
                      <a:pt x="9739" y="9953"/>
                      <a:pt x="9411" y="10280"/>
                      <a:pt x="9224" y="10685"/>
                    </a:cubicBezTo>
                    <a:cubicBezTo>
                      <a:pt x="9198" y="10743"/>
                      <a:pt x="9172" y="10807"/>
                      <a:pt x="9149" y="10869"/>
                    </a:cubicBezTo>
                    <a:cubicBezTo>
                      <a:pt x="9084" y="11060"/>
                      <a:pt x="9044" y="11270"/>
                      <a:pt x="9044" y="11489"/>
                    </a:cubicBezTo>
                    <a:cubicBezTo>
                      <a:pt x="9044" y="11729"/>
                      <a:pt x="9089" y="11955"/>
                      <a:pt x="9171" y="12165"/>
                    </a:cubicBezTo>
                    <a:cubicBezTo>
                      <a:pt x="9189" y="12208"/>
                      <a:pt x="9202" y="12257"/>
                      <a:pt x="9228" y="12300"/>
                    </a:cubicBezTo>
                    <a:cubicBezTo>
                      <a:pt x="9415" y="12701"/>
                      <a:pt x="9739" y="13025"/>
                      <a:pt x="10140" y="13212"/>
                    </a:cubicBezTo>
                    <a:cubicBezTo>
                      <a:pt x="10187" y="13238"/>
                      <a:pt x="10236" y="13255"/>
                      <a:pt x="10288" y="13273"/>
                    </a:cubicBezTo>
                    <a:cubicBezTo>
                      <a:pt x="10493" y="13355"/>
                      <a:pt x="10721" y="13396"/>
                      <a:pt x="10951" y="13396"/>
                    </a:cubicBezTo>
                    <a:cubicBezTo>
                      <a:pt x="11165" y="13396"/>
                      <a:pt x="11371" y="13355"/>
                      <a:pt x="11562" y="13295"/>
                    </a:cubicBezTo>
                    <a:cubicBezTo>
                      <a:pt x="11632" y="13269"/>
                      <a:pt x="11693" y="13246"/>
                      <a:pt x="11755" y="13216"/>
                    </a:cubicBezTo>
                    <a:cubicBezTo>
                      <a:pt x="12160" y="13029"/>
                      <a:pt x="12487" y="12701"/>
                      <a:pt x="12675" y="12296"/>
                    </a:cubicBezTo>
                    <a:cubicBezTo>
                      <a:pt x="12692" y="12257"/>
                      <a:pt x="12709" y="12221"/>
                      <a:pt x="12727" y="12178"/>
                    </a:cubicBezTo>
                    <a:cubicBezTo>
                      <a:pt x="12810" y="11963"/>
                      <a:pt x="12853" y="11732"/>
                      <a:pt x="12853" y="11489"/>
                    </a:cubicBezTo>
                    <a:cubicBezTo>
                      <a:pt x="12853" y="11266"/>
                      <a:pt x="12819" y="11056"/>
                      <a:pt x="12748" y="10856"/>
                    </a:cubicBezTo>
                    <a:cubicBezTo>
                      <a:pt x="12727" y="10803"/>
                      <a:pt x="12705" y="10747"/>
                      <a:pt x="12679" y="10694"/>
                    </a:cubicBezTo>
                    <a:cubicBezTo>
                      <a:pt x="12491" y="10280"/>
                      <a:pt x="12160" y="9949"/>
                      <a:pt x="11746" y="9760"/>
                    </a:cubicBezTo>
                    <a:cubicBezTo>
                      <a:pt x="11697" y="9735"/>
                      <a:pt x="11645" y="9717"/>
                      <a:pt x="11592" y="9696"/>
                    </a:cubicBezTo>
                    <a:cubicBezTo>
                      <a:pt x="11397" y="9625"/>
                      <a:pt x="11174" y="9586"/>
                      <a:pt x="10951" y="9586"/>
                    </a:cubicBezTo>
                    <a:close/>
                    <a:moveTo>
                      <a:pt x="113992" y="1685"/>
                    </a:moveTo>
                    <a:cubicBezTo>
                      <a:pt x="118988" y="1685"/>
                      <a:pt x="123055" y="5747"/>
                      <a:pt x="123055" y="10743"/>
                    </a:cubicBezTo>
                    <a:cubicBezTo>
                      <a:pt x="123055" y="15738"/>
                      <a:pt x="118988" y="19805"/>
                      <a:pt x="113992" y="19805"/>
                    </a:cubicBezTo>
                    <a:cubicBezTo>
                      <a:pt x="108997" y="19805"/>
                      <a:pt x="104936" y="15738"/>
                      <a:pt x="104936" y="10743"/>
                    </a:cubicBezTo>
                    <a:cubicBezTo>
                      <a:pt x="104936" y="5747"/>
                      <a:pt x="108997" y="1685"/>
                      <a:pt x="113992" y="1685"/>
                    </a:cubicBezTo>
                    <a:close/>
                    <a:moveTo>
                      <a:pt x="10742" y="2457"/>
                    </a:moveTo>
                    <a:cubicBezTo>
                      <a:pt x="15738" y="2457"/>
                      <a:pt x="19805" y="6524"/>
                      <a:pt x="19805" y="11519"/>
                    </a:cubicBezTo>
                    <a:cubicBezTo>
                      <a:pt x="19805" y="16515"/>
                      <a:pt x="15738" y="20580"/>
                      <a:pt x="10742" y="20580"/>
                    </a:cubicBezTo>
                    <a:cubicBezTo>
                      <a:pt x="5747" y="20580"/>
                      <a:pt x="1680" y="16515"/>
                      <a:pt x="1680" y="11519"/>
                    </a:cubicBezTo>
                    <a:cubicBezTo>
                      <a:pt x="1680" y="6524"/>
                      <a:pt x="5747" y="2457"/>
                      <a:pt x="10742" y="2457"/>
                    </a:cubicBezTo>
                    <a:close/>
                    <a:moveTo>
                      <a:pt x="113992" y="1"/>
                    </a:moveTo>
                    <a:cubicBezTo>
                      <a:pt x="108072" y="1"/>
                      <a:pt x="103250" y="4822"/>
                      <a:pt x="103252" y="10743"/>
                    </a:cubicBezTo>
                    <a:cubicBezTo>
                      <a:pt x="103252" y="16667"/>
                      <a:pt x="108072" y="21489"/>
                      <a:pt x="113992" y="21489"/>
                    </a:cubicBezTo>
                    <a:cubicBezTo>
                      <a:pt x="119918" y="21489"/>
                      <a:pt x="124739" y="16667"/>
                      <a:pt x="124739" y="10743"/>
                    </a:cubicBezTo>
                    <a:cubicBezTo>
                      <a:pt x="124739" y="4822"/>
                      <a:pt x="119918" y="1"/>
                      <a:pt x="113992" y="1"/>
                    </a:cubicBezTo>
                    <a:close/>
                    <a:moveTo>
                      <a:pt x="10742" y="777"/>
                    </a:moveTo>
                    <a:cubicBezTo>
                      <a:pt x="4816" y="777"/>
                      <a:pt x="0" y="5595"/>
                      <a:pt x="0" y="11519"/>
                    </a:cubicBezTo>
                    <a:cubicBezTo>
                      <a:pt x="0" y="17444"/>
                      <a:pt x="4818" y="22261"/>
                      <a:pt x="10742" y="22261"/>
                    </a:cubicBezTo>
                    <a:cubicBezTo>
                      <a:pt x="16667" y="22261"/>
                      <a:pt x="21484" y="17444"/>
                      <a:pt x="21484" y="11519"/>
                    </a:cubicBezTo>
                    <a:cubicBezTo>
                      <a:pt x="21484" y="5595"/>
                      <a:pt x="16667" y="777"/>
                      <a:pt x="10742" y="777"/>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 name="Google Shape;5423;p74">
                <a:extLst>
                  <a:ext uri="{FF2B5EF4-FFF2-40B4-BE49-F238E27FC236}">
                    <a16:creationId xmlns:a16="http://schemas.microsoft.com/office/drawing/2014/main" id="{20C7B53B-C382-795C-40C7-1A2B516F603B}"/>
                  </a:ext>
                </a:extLst>
              </p:cNvPr>
              <p:cNvSpPr/>
              <p:nvPr/>
            </p:nvSpPr>
            <p:spPr>
              <a:xfrm>
                <a:off x="1895075" y="3067145"/>
                <a:ext cx="3410744" cy="568061"/>
              </a:xfrm>
              <a:custGeom>
                <a:avLst/>
                <a:gdLst/>
                <a:ahLst/>
                <a:cxnLst/>
                <a:rect l="l" t="t" r="r" b="b"/>
                <a:pathLst>
                  <a:path w="157850" h="26290" extrusionOk="0">
                    <a:moveTo>
                      <a:pt x="155355" y="2881"/>
                    </a:moveTo>
                    <a:cubicBezTo>
                      <a:pt x="155355" y="2881"/>
                      <a:pt x="156659" y="9704"/>
                      <a:pt x="154879" y="15912"/>
                    </a:cubicBezTo>
                    <a:cubicBezTo>
                      <a:pt x="154154" y="18439"/>
                      <a:pt x="152916" y="20865"/>
                      <a:pt x="150870" y="22684"/>
                    </a:cubicBezTo>
                    <a:cubicBezTo>
                      <a:pt x="151070" y="22606"/>
                      <a:pt x="157492" y="19932"/>
                      <a:pt x="157672" y="17697"/>
                    </a:cubicBezTo>
                    <a:cubicBezTo>
                      <a:pt x="157850" y="15429"/>
                      <a:pt x="156170" y="17199"/>
                      <a:pt x="156899" y="11798"/>
                    </a:cubicBezTo>
                    <a:cubicBezTo>
                      <a:pt x="157344" y="8478"/>
                      <a:pt x="156385" y="5076"/>
                      <a:pt x="155359" y="2881"/>
                    </a:cubicBezTo>
                    <a:close/>
                    <a:moveTo>
                      <a:pt x="32335" y="1"/>
                    </a:moveTo>
                    <a:cubicBezTo>
                      <a:pt x="13185" y="1"/>
                      <a:pt x="14547" y="21035"/>
                      <a:pt x="14547" y="21035"/>
                    </a:cubicBezTo>
                    <a:cubicBezTo>
                      <a:pt x="14547" y="21035"/>
                      <a:pt x="12813" y="23877"/>
                      <a:pt x="6552" y="23877"/>
                    </a:cubicBezTo>
                    <a:cubicBezTo>
                      <a:pt x="6500" y="23877"/>
                      <a:pt x="6449" y="23876"/>
                      <a:pt x="6397" y="23876"/>
                    </a:cubicBezTo>
                    <a:lnTo>
                      <a:pt x="6379" y="23876"/>
                    </a:lnTo>
                    <a:cubicBezTo>
                      <a:pt x="5882" y="23831"/>
                      <a:pt x="5401" y="23780"/>
                      <a:pt x="4953" y="23732"/>
                    </a:cubicBezTo>
                    <a:lnTo>
                      <a:pt x="4953" y="23728"/>
                    </a:lnTo>
                    <a:lnTo>
                      <a:pt x="1418" y="13975"/>
                    </a:lnTo>
                    <a:cubicBezTo>
                      <a:pt x="1418" y="13975"/>
                      <a:pt x="0" y="19556"/>
                      <a:pt x="581" y="22810"/>
                    </a:cubicBezTo>
                    <a:cubicBezTo>
                      <a:pt x="581" y="22810"/>
                      <a:pt x="995" y="23235"/>
                      <a:pt x="2295" y="23265"/>
                    </a:cubicBezTo>
                    <a:cubicBezTo>
                      <a:pt x="2295" y="23265"/>
                      <a:pt x="2810" y="25970"/>
                      <a:pt x="3657" y="26135"/>
                    </a:cubicBezTo>
                    <a:cubicBezTo>
                      <a:pt x="4364" y="26278"/>
                      <a:pt x="12988" y="26289"/>
                      <a:pt x="15863" y="26289"/>
                    </a:cubicBezTo>
                    <a:cubicBezTo>
                      <a:pt x="16443" y="26289"/>
                      <a:pt x="16789" y="26289"/>
                      <a:pt x="16789" y="26289"/>
                    </a:cubicBezTo>
                    <a:lnTo>
                      <a:pt x="16937" y="24412"/>
                    </a:lnTo>
                    <a:cubicBezTo>
                      <a:pt x="16937" y="24412"/>
                      <a:pt x="16497" y="20721"/>
                      <a:pt x="17186" y="16375"/>
                    </a:cubicBezTo>
                    <a:cubicBezTo>
                      <a:pt x="18177" y="10136"/>
                      <a:pt x="21497" y="2540"/>
                      <a:pt x="31795" y="2540"/>
                    </a:cubicBezTo>
                    <a:cubicBezTo>
                      <a:pt x="41885" y="2540"/>
                      <a:pt x="45437" y="9748"/>
                      <a:pt x="46632" y="15839"/>
                    </a:cubicBezTo>
                    <a:cubicBezTo>
                      <a:pt x="47509" y="20290"/>
                      <a:pt x="47129" y="24142"/>
                      <a:pt x="47129" y="24142"/>
                    </a:cubicBezTo>
                    <a:lnTo>
                      <a:pt x="119552" y="24142"/>
                    </a:lnTo>
                    <a:cubicBezTo>
                      <a:pt x="119552" y="24142"/>
                      <a:pt x="119172" y="18565"/>
                      <a:pt x="120987" y="13046"/>
                    </a:cubicBezTo>
                    <a:cubicBezTo>
                      <a:pt x="122772" y="7630"/>
                      <a:pt x="126666" y="2270"/>
                      <a:pt x="135112" y="2270"/>
                    </a:cubicBezTo>
                    <a:cubicBezTo>
                      <a:pt x="135129" y="2270"/>
                      <a:pt x="135146" y="2270"/>
                      <a:pt x="135163" y="2270"/>
                    </a:cubicBezTo>
                    <a:cubicBezTo>
                      <a:pt x="144425" y="2296"/>
                      <a:pt x="148260" y="8278"/>
                      <a:pt x="149827" y="13758"/>
                    </a:cubicBezTo>
                    <a:cubicBezTo>
                      <a:pt x="151162" y="18404"/>
                      <a:pt x="150866" y="22688"/>
                      <a:pt x="150866" y="22688"/>
                    </a:cubicBezTo>
                    <a:cubicBezTo>
                      <a:pt x="150866" y="22688"/>
                      <a:pt x="154552" y="558"/>
                      <a:pt x="135594" y="558"/>
                    </a:cubicBezTo>
                    <a:cubicBezTo>
                      <a:pt x="135237" y="558"/>
                      <a:pt x="134873" y="566"/>
                      <a:pt x="134500" y="582"/>
                    </a:cubicBezTo>
                    <a:cubicBezTo>
                      <a:pt x="121750" y="1127"/>
                      <a:pt x="119142" y="10376"/>
                      <a:pt x="118953" y="17122"/>
                    </a:cubicBezTo>
                    <a:lnTo>
                      <a:pt x="118940" y="17122"/>
                    </a:lnTo>
                    <a:cubicBezTo>
                      <a:pt x="118940" y="17122"/>
                      <a:pt x="117559" y="20904"/>
                      <a:pt x="115197" y="20996"/>
                    </a:cubicBezTo>
                    <a:cubicBezTo>
                      <a:pt x="114411" y="21026"/>
                      <a:pt x="106817" y="21037"/>
                      <a:pt x="97042" y="21037"/>
                    </a:cubicBezTo>
                    <a:cubicBezTo>
                      <a:pt x="77492" y="21037"/>
                      <a:pt x="49216" y="20996"/>
                      <a:pt x="49216" y="20996"/>
                    </a:cubicBezTo>
                    <a:cubicBezTo>
                      <a:pt x="49216" y="20996"/>
                      <a:pt x="49351" y="19760"/>
                      <a:pt x="49276" y="17890"/>
                    </a:cubicBezTo>
                    <a:cubicBezTo>
                      <a:pt x="49054" y="12043"/>
                      <a:pt x="46838" y="1"/>
                      <a:pt x="3233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1" name="Google Shape;5424;p74">
                <a:extLst>
                  <a:ext uri="{FF2B5EF4-FFF2-40B4-BE49-F238E27FC236}">
                    <a16:creationId xmlns:a16="http://schemas.microsoft.com/office/drawing/2014/main" id="{8D4D39C6-685C-D072-8C1A-0A14C9D3067D}"/>
                  </a:ext>
                </a:extLst>
              </p:cNvPr>
              <p:cNvSpPr/>
              <p:nvPr/>
            </p:nvSpPr>
            <p:spPr>
              <a:xfrm>
                <a:off x="4242730" y="2819656"/>
                <a:ext cx="143258" cy="160198"/>
              </a:xfrm>
              <a:custGeom>
                <a:avLst/>
                <a:gdLst/>
                <a:ahLst/>
                <a:cxnLst/>
                <a:rect l="l" t="t" r="r" b="b"/>
                <a:pathLst>
                  <a:path w="6630" h="7414" extrusionOk="0">
                    <a:moveTo>
                      <a:pt x="3310" y="2916"/>
                    </a:moveTo>
                    <a:cubicBezTo>
                      <a:pt x="4081" y="2916"/>
                      <a:pt x="4704" y="3657"/>
                      <a:pt x="4704" y="4572"/>
                    </a:cubicBezTo>
                    <a:cubicBezTo>
                      <a:pt x="4705" y="5485"/>
                      <a:pt x="4081" y="6227"/>
                      <a:pt x="3310" y="6227"/>
                    </a:cubicBezTo>
                    <a:cubicBezTo>
                      <a:pt x="2541" y="6227"/>
                      <a:pt x="1917" y="5485"/>
                      <a:pt x="1917" y="4572"/>
                    </a:cubicBezTo>
                    <a:cubicBezTo>
                      <a:pt x="1917" y="3658"/>
                      <a:pt x="2541" y="2916"/>
                      <a:pt x="3310" y="2916"/>
                    </a:cubicBezTo>
                    <a:close/>
                    <a:moveTo>
                      <a:pt x="3310" y="1621"/>
                    </a:moveTo>
                    <a:cubicBezTo>
                      <a:pt x="1982" y="1621"/>
                      <a:pt x="905" y="2722"/>
                      <a:pt x="905" y="4081"/>
                    </a:cubicBezTo>
                    <a:cubicBezTo>
                      <a:pt x="905" y="5440"/>
                      <a:pt x="1982" y="6542"/>
                      <a:pt x="3310" y="6542"/>
                    </a:cubicBezTo>
                    <a:cubicBezTo>
                      <a:pt x="4641" y="6542"/>
                      <a:pt x="5718" y="5440"/>
                      <a:pt x="5718" y="4081"/>
                    </a:cubicBezTo>
                    <a:cubicBezTo>
                      <a:pt x="5718" y="2722"/>
                      <a:pt x="4641" y="1621"/>
                      <a:pt x="3310" y="1621"/>
                    </a:cubicBezTo>
                    <a:close/>
                    <a:moveTo>
                      <a:pt x="3315" y="434"/>
                    </a:moveTo>
                    <a:cubicBezTo>
                      <a:pt x="4928" y="434"/>
                      <a:pt x="6241" y="1903"/>
                      <a:pt x="6241" y="3707"/>
                    </a:cubicBezTo>
                    <a:cubicBezTo>
                      <a:pt x="6241" y="5511"/>
                      <a:pt x="4928" y="6979"/>
                      <a:pt x="3315" y="6979"/>
                    </a:cubicBezTo>
                    <a:cubicBezTo>
                      <a:pt x="1701" y="6979"/>
                      <a:pt x="388" y="5511"/>
                      <a:pt x="388" y="3707"/>
                    </a:cubicBezTo>
                    <a:cubicBezTo>
                      <a:pt x="388" y="1903"/>
                      <a:pt x="1701" y="434"/>
                      <a:pt x="3315" y="434"/>
                    </a:cubicBezTo>
                    <a:close/>
                    <a:moveTo>
                      <a:pt x="3315" y="0"/>
                    </a:moveTo>
                    <a:cubicBezTo>
                      <a:pt x="1487" y="0"/>
                      <a:pt x="0" y="1662"/>
                      <a:pt x="0" y="3707"/>
                    </a:cubicBezTo>
                    <a:cubicBezTo>
                      <a:pt x="0" y="5751"/>
                      <a:pt x="1487" y="7413"/>
                      <a:pt x="3315" y="7413"/>
                    </a:cubicBezTo>
                    <a:cubicBezTo>
                      <a:pt x="5142" y="7413"/>
                      <a:pt x="6629" y="5751"/>
                      <a:pt x="6629" y="3707"/>
                    </a:cubicBezTo>
                    <a:cubicBezTo>
                      <a:pt x="6629" y="1662"/>
                      <a:pt x="5142" y="0"/>
                      <a:pt x="331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 name="Google Shape;5425;p74">
                <a:extLst>
                  <a:ext uri="{FF2B5EF4-FFF2-40B4-BE49-F238E27FC236}">
                    <a16:creationId xmlns:a16="http://schemas.microsoft.com/office/drawing/2014/main" id="{B67D6755-6F2E-5B66-8B56-29C1A4C78EE6}"/>
                  </a:ext>
                </a:extLst>
              </p:cNvPr>
              <p:cNvSpPr/>
              <p:nvPr/>
            </p:nvSpPr>
            <p:spPr>
              <a:xfrm>
                <a:off x="2282577" y="3148222"/>
                <a:ext cx="2841926" cy="627698"/>
              </a:xfrm>
              <a:custGeom>
                <a:avLst/>
                <a:gdLst/>
                <a:ahLst/>
                <a:cxnLst/>
                <a:rect l="l" t="t" r="r" b="b"/>
                <a:pathLst>
                  <a:path w="131525" h="29050" extrusionOk="0">
                    <a:moveTo>
                      <a:pt x="117387" y="3396"/>
                    </a:moveTo>
                    <a:cubicBezTo>
                      <a:pt x="123313" y="3396"/>
                      <a:pt x="128134" y="8217"/>
                      <a:pt x="128134" y="14138"/>
                    </a:cubicBezTo>
                    <a:cubicBezTo>
                      <a:pt x="128134" y="20062"/>
                      <a:pt x="123313" y="24884"/>
                      <a:pt x="117387" y="24884"/>
                    </a:cubicBezTo>
                    <a:cubicBezTo>
                      <a:pt x="111467" y="24884"/>
                      <a:pt x="106645" y="20062"/>
                      <a:pt x="106645" y="14138"/>
                    </a:cubicBezTo>
                    <a:cubicBezTo>
                      <a:pt x="106645" y="8217"/>
                      <a:pt x="111467" y="3396"/>
                      <a:pt x="117387" y="3396"/>
                    </a:cubicBezTo>
                    <a:close/>
                    <a:moveTo>
                      <a:pt x="14137" y="4172"/>
                    </a:moveTo>
                    <a:cubicBezTo>
                      <a:pt x="20062" y="4172"/>
                      <a:pt x="24879" y="8990"/>
                      <a:pt x="24879" y="14914"/>
                    </a:cubicBezTo>
                    <a:cubicBezTo>
                      <a:pt x="24879" y="20839"/>
                      <a:pt x="20062" y="25656"/>
                      <a:pt x="14137" y="25656"/>
                    </a:cubicBezTo>
                    <a:cubicBezTo>
                      <a:pt x="8213" y="25656"/>
                      <a:pt x="3395" y="20839"/>
                      <a:pt x="3395" y="14914"/>
                    </a:cubicBezTo>
                    <a:cubicBezTo>
                      <a:pt x="3395" y="8990"/>
                      <a:pt x="8213" y="4172"/>
                      <a:pt x="14137" y="4172"/>
                    </a:cubicBezTo>
                    <a:close/>
                    <a:moveTo>
                      <a:pt x="117387" y="1"/>
                    </a:moveTo>
                    <a:cubicBezTo>
                      <a:pt x="111167" y="1"/>
                      <a:pt x="105888" y="4020"/>
                      <a:pt x="103998" y="9604"/>
                    </a:cubicBezTo>
                    <a:cubicBezTo>
                      <a:pt x="103518" y="11026"/>
                      <a:pt x="103256" y="12549"/>
                      <a:pt x="103256" y="14138"/>
                    </a:cubicBezTo>
                    <a:cubicBezTo>
                      <a:pt x="103256" y="21943"/>
                      <a:pt x="109582" y="28273"/>
                      <a:pt x="117387" y="28273"/>
                    </a:cubicBezTo>
                    <a:cubicBezTo>
                      <a:pt x="125197" y="28273"/>
                      <a:pt x="131524" y="21943"/>
                      <a:pt x="131524" y="14138"/>
                    </a:cubicBezTo>
                    <a:cubicBezTo>
                      <a:pt x="131524" y="12793"/>
                      <a:pt x="131336" y="11497"/>
                      <a:pt x="130988" y="10268"/>
                    </a:cubicBezTo>
                    <a:cubicBezTo>
                      <a:pt x="129307" y="4342"/>
                      <a:pt x="123854" y="1"/>
                      <a:pt x="117387" y="1"/>
                    </a:cubicBezTo>
                    <a:close/>
                    <a:moveTo>
                      <a:pt x="14137" y="777"/>
                    </a:moveTo>
                    <a:cubicBezTo>
                      <a:pt x="7065" y="777"/>
                      <a:pt x="1201" y="5978"/>
                      <a:pt x="163" y="12759"/>
                    </a:cubicBezTo>
                    <a:cubicBezTo>
                      <a:pt x="58" y="13462"/>
                      <a:pt x="0" y="14181"/>
                      <a:pt x="0" y="14914"/>
                    </a:cubicBezTo>
                    <a:cubicBezTo>
                      <a:pt x="0" y="22720"/>
                      <a:pt x="6332" y="29050"/>
                      <a:pt x="14137" y="29050"/>
                    </a:cubicBezTo>
                    <a:cubicBezTo>
                      <a:pt x="21943" y="29050"/>
                      <a:pt x="28273" y="22720"/>
                      <a:pt x="28273" y="14914"/>
                    </a:cubicBezTo>
                    <a:cubicBezTo>
                      <a:pt x="28273" y="13994"/>
                      <a:pt x="28187" y="13091"/>
                      <a:pt x="28015" y="12218"/>
                    </a:cubicBezTo>
                    <a:cubicBezTo>
                      <a:pt x="26759" y="5704"/>
                      <a:pt x="21022" y="777"/>
                      <a:pt x="14137" y="777"/>
                    </a:cubicBezTo>
                    <a:close/>
                  </a:path>
                </a:pathLst>
              </a:custGeom>
              <a:gradFill>
                <a:gsLst>
                  <a:gs pos="0">
                    <a:schemeClr val="lt1"/>
                  </a:gs>
                  <a:gs pos="100000">
                    <a:schemeClr val="dk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17" name="Google Shape;5426;p74">
              <a:extLst>
                <a:ext uri="{FF2B5EF4-FFF2-40B4-BE49-F238E27FC236}">
                  <a16:creationId xmlns:a16="http://schemas.microsoft.com/office/drawing/2014/main" id="{4C64D0AC-68A5-04FB-9864-9B2071A4672D}"/>
                </a:ext>
              </a:extLst>
            </p:cNvPr>
            <p:cNvSpPr/>
            <p:nvPr/>
          </p:nvSpPr>
          <p:spPr>
            <a:xfrm>
              <a:off x="6168158" y="3390200"/>
              <a:ext cx="2478729" cy="17292"/>
            </a:xfrm>
            <a:custGeom>
              <a:avLst/>
              <a:gdLst/>
              <a:ahLst/>
              <a:cxnLst/>
              <a:rect l="l" t="t" r="r" b="b"/>
              <a:pathLst>
                <a:path w="74971" h="523" extrusionOk="0">
                  <a:moveTo>
                    <a:pt x="262" y="1"/>
                  </a:moveTo>
                  <a:cubicBezTo>
                    <a:pt x="118" y="1"/>
                    <a:pt x="0" y="118"/>
                    <a:pt x="0" y="262"/>
                  </a:cubicBezTo>
                  <a:cubicBezTo>
                    <a:pt x="0" y="407"/>
                    <a:pt x="118" y="522"/>
                    <a:pt x="262" y="522"/>
                  </a:cubicBezTo>
                  <a:lnTo>
                    <a:pt x="74709" y="522"/>
                  </a:lnTo>
                  <a:cubicBezTo>
                    <a:pt x="74854" y="522"/>
                    <a:pt x="74971" y="407"/>
                    <a:pt x="74971" y="262"/>
                  </a:cubicBezTo>
                  <a:cubicBezTo>
                    <a:pt x="74971" y="118"/>
                    <a:pt x="74854" y="1"/>
                    <a:pt x="7470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48" name="Google Shape;5427;p74">
            <a:extLst>
              <a:ext uri="{FF2B5EF4-FFF2-40B4-BE49-F238E27FC236}">
                <a16:creationId xmlns:a16="http://schemas.microsoft.com/office/drawing/2014/main" id="{D69966CC-6732-91E2-C0CD-526799DB28C6}"/>
              </a:ext>
            </a:extLst>
          </p:cNvPr>
          <p:cNvGrpSpPr/>
          <p:nvPr/>
        </p:nvGrpSpPr>
        <p:grpSpPr>
          <a:xfrm>
            <a:off x="-208963" y="1725967"/>
            <a:ext cx="3001889" cy="1681500"/>
            <a:chOff x="-208963" y="1725967"/>
            <a:chExt cx="3001889" cy="1681500"/>
          </a:xfrm>
        </p:grpSpPr>
        <p:grpSp>
          <p:nvGrpSpPr>
            <p:cNvPr id="49" name="Google Shape;5428;p74">
              <a:extLst>
                <a:ext uri="{FF2B5EF4-FFF2-40B4-BE49-F238E27FC236}">
                  <a16:creationId xmlns:a16="http://schemas.microsoft.com/office/drawing/2014/main" id="{F02C0E48-BB7A-E266-8387-C3B36CC2B8EF}"/>
                </a:ext>
              </a:extLst>
            </p:cNvPr>
            <p:cNvGrpSpPr/>
            <p:nvPr/>
          </p:nvGrpSpPr>
          <p:grpSpPr>
            <a:xfrm flipH="1">
              <a:off x="-208963" y="1725967"/>
              <a:ext cx="3001889" cy="1681281"/>
              <a:chOff x="4076158" y="2230153"/>
              <a:chExt cx="4895448" cy="2913327"/>
            </a:xfrm>
          </p:grpSpPr>
          <p:sp>
            <p:nvSpPr>
              <p:cNvPr id="101" name="Google Shape;5429;p74">
                <a:extLst>
                  <a:ext uri="{FF2B5EF4-FFF2-40B4-BE49-F238E27FC236}">
                    <a16:creationId xmlns:a16="http://schemas.microsoft.com/office/drawing/2014/main" id="{90F512AB-E449-E4C3-802B-6B0595BDAB44}"/>
                  </a:ext>
                </a:extLst>
              </p:cNvPr>
              <p:cNvSpPr/>
              <p:nvPr/>
            </p:nvSpPr>
            <p:spPr>
              <a:xfrm>
                <a:off x="4352672" y="2230153"/>
                <a:ext cx="4618934" cy="2913327"/>
              </a:xfrm>
              <a:custGeom>
                <a:avLst/>
                <a:gdLst/>
                <a:ahLst/>
                <a:cxnLst/>
                <a:rect l="l" t="t" r="r" b="b"/>
                <a:pathLst>
                  <a:path w="74532" h="47010" extrusionOk="0">
                    <a:moveTo>
                      <a:pt x="54653" y="0"/>
                    </a:moveTo>
                    <a:cubicBezTo>
                      <a:pt x="53200" y="0"/>
                      <a:pt x="51847" y="308"/>
                      <a:pt x="50723" y="888"/>
                    </a:cubicBezTo>
                    <a:cubicBezTo>
                      <a:pt x="43140" y="4799"/>
                      <a:pt x="42201" y="11965"/>
                      <a:pt x="35079" y="12941"/>
                    </a:cubicBezTo>
                    <a:cubicBezTo>
                      <a:pt x="34640" y="13001"/>
                      <a:pt x="34220" y="13029"/>
                      <a:pt x="33817" y="13029"/>
                    </a:cubicBezTo>
                    <a:cubicBezTo>
                      <a:pt x="28008" y="13029"/>
                      <a:pt x="25638" y="7193"/>
                      <a:pt x="17704" y="7193"/>
                    </a:cubicBezTo>
                    <a:cubicBezTo>
                      <a:pt x="17261" y="7193"/>
                      <a:pt x="16800" y="7212"/>
                      <a:pt x="16321" y="7250"/>
                    </a:cubicBezTo>
                    <a:cubicBezTo>
                      <a:pt x="7445" y="7962"/>
                      <a:pt x="5255" y="19804"/>
                      <a:pt x="6743" y="26511"/>
                    </a:cubicBezTo>
                    <a:cubicBezTo>
                      <a:pt x="8230" y="33220"/>
                      <a:pt x="2193" y="31857"/>
                      <a:pt x="962" y="37812"/>
                    </a:cubicBezTo>
                    <a:cubicBezTo>
                      <a:pt x="1" y="42459"/>
                      <a:pt x="6264" y="47009"/>
                      <a:pt x="6264" y="47009"/>
                    </a:cubicBezTo>
                    <a:lnTo>
                      <a:pt x="65131" y="47009"/>
                    </a:lnTo>
                    <a:cubicBezTo>
                      <a:pt x="65131" y="47009"/>
                      <a:pt x="74486" y="44516"/>
                      <a:pt x="74509" y="34367"/>
                    </a:cubicBezTo>
                    <a:cubicBezTo>
                      <a:pt x="74532" y="24219"/>
                      <a:pt x="70861" y="24838"/>
                      <a:pt x="68203" y="13020"/>
                    </a:cubicBezTo>
                    <a:cubicBezTo>
                      <a:pt x="66134" y="3817"/>
                      <a:pt x="59769" y="0"/>
                      <a:pt x="5465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2" name="Google Shape;5430;p74">
                <a:extLst>
                  <a:ext uri="{FF2B5EF4-FFF2-40B4-BE49-F238E27FC236}">
                    <a16:creationId xmlns:a16="http://schemas.microsoft.com/office/drawing/2014/main" id="{89AAE83B-A00C-6689-D84B-627CE877F240}"/>
                  </a:ext>
                </a:extLst>
              </p:cNvPr>
              <p:cNvSpPr/>
              <p:nvPr/>
            </p:nvSpPr>
            <p:spPr>
              <a:xfrm>
                <a:off x="4076158" y="2957760"/>
                <a:ext cx="4841117" cy="2185661"/>
              </a:xfrm>
              <a:custGeom>
                <a:avLst/>
                <a:gdLst/>
                <a:ahLst/>
                <a:cxnLst/>
                <a:rect l="l" t="t" r="r" b="b"/>
                <a:pathLst>
                  <a:path w="72019" h="37217" extrusionOk="0">
                    <a:moveTo>
                      <a:pt x="53179" y="0"/>
                    </a:moveTo>
                    <a:cubicBezTo>
                      <a:pt x="52371" y="0"/>
                      <a:pt x="51548" y="99"/>
                      <a:pt x="50717" y="290"/>
                    </a:cubicBezTo>
                    <a:cubicBezTo>
                      <a:pt x="45513" y="1483"/>
                      <a:pt x="42522" y="9504"/>
                      <a:pt x="35118" y="10338"/>
                    </a:cubicBezTo>
                    <a:cubicBezTo>
                      <a:pt x="34572" y="10399"/>
                      <a:pt x="34055" y="10427"/>
                      <a:pt x="33564" y="10427"/>
                    </a:cubicBezTo>
                    <a:cubicBezTo>
                      <a:pt x="29031" y="10427"/>
                      <a:pt x="26654" y="8070"/>
                      <a:pt x="23116" y="8070"/>
                    </a:cubicBezTo>
                    <a:cubicBezTo>
                      <a:pt x="21839" y="8070"/>
                      <a:pt x="20411" y="8377"/>
                      <a:pt x="18675" y="9213"/>
                    </a:cubicBezTo>
                    <a:cubicBezTo>
                      <a:pt x="13322" y="11794"/>
                      <a:pt x="12285" y="15179"/>
                      <a:pt x="12210" y="21131"/>
                    </a:cubicBezTo>
                    <a:cubicBezTo>
                      <a:pt x="12134" y="27068"/>
                      <a:pt x="3842" y="23291"/>
                      <a:pt x="1786" y="27647"/>
                    </a:cubicBezTo>
                    <a:cubicBezTo>
                      <a:pt x="0" y="31427"/>
                      <a:pt x="4754" y="37216"/>
                      <a:pt x="4754" y="37216"/>
                    </a:cubicBezTo>
                    <a:lnTo>
                      <a:pt x="65942" y="37216"/>
                    </a:lnTo>
                    <a:cubicBezTo>
                      <a:pt x="65942" y="37216"/>
                      <a:pt x="71970" y="35247"/>
                      <a:pt x="71994" y="26577"/>
                    </a:cubicBezTo>
                    <a:cubicBezTo>
                      <a:pt x="72018" y="17906"/>
                      <a:pt x="67337" y="22180"/>
                      <a:pt x="64575" y="12084"/>
                    </a:cubicBezTo>
                    <a:cubicBezTo>
                      <a:pt x="62214" y="3452"/>
                      <a:pt x="57946" y="0"/>
                      <a:pt x="5317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50" name="Google Shape;5431;p74">
              <a:extLst>
                <a:ext uri="{FF2B5EF4-FFF2-40B4-BE49-F238E27FC236}">
                  <a16:creationId xmlns:a16="http://schemas.microsoft.com/office/drawing/2014/main" id="{51B128B1-2328-0443-0A88-E0E3A09498C9}"/>
                </a:ext>
              </a:extLst>
            </p:cNvPr>
            <p:cNvGrpSpPr/>
            <p:nvPr/>
          </p:nvGrpSpPr>
          <p:grpSpPr>
            <a:xfrm>
              <a:off x="314183" y="2246258"/>
              <a:ext cx="2478742" cy="1161209"/>
              <a:chOff x="713225" y="2253700"/>
              <a:chExt cx="5046298" cy="2364025"/>
            </a:xfrm>
          </p:grpSpPr>
          <p:sp>
            <p:nvSpPr>
              <p:cNvPr id="54" name="Google Shape;5432;p74">
                <a:extLst>
                  <a:ext uri="{FF2B5EF4-FFF2-40B4-BE49-F238E27FC236}">
                    <a16:creationId xmlns:a16="http://schemas.microsoft.com/office/drawing/2014/main" id="{860760C6-DCD2-6B36-DF90-606A597213FA}"/>
                  </a:ext>
                </a:extLst>
              </p:cNvPr>
              <p:cNvSpPr/>
              <p:nvPr/>
            </p:nvSpPr>
            <p:spPr>
              <a:xfrm>
                <a:off x="847107" y="2253700"/>
                <a:ext cx="259413" cy="2346494"/>
              </a:xfrm>
              <a:custGeom>
                <a:avLst/>
                <a:gdLst/>
                <a:ahLst/>
                <a:cxnLst/>
                <a:rect l="l" t="t" r="r" b="b"/>
                <a:pathLst>
                  <a:path w="3854" h="34861" extrusionOk="0">
                    <a:moveTo>
                      <a:pt x="0" y="0"/>
                    </a:moveTo>
                    <a:lnTo>
                      <a:pt x="0" y="34860"/>
                    </a:lnTo>
                    <a:lnTo>
                      <a:pt x="3853" y="34860"/>
                    </a:lnTo>
                    <a:lnTo>
                      <a:pt x="385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5" name="Google Shape;5433;p74">
                <a:extLst>
                  <a:ext uri="{FF2B5EF4-FFF2-40B4-BE49-F238E27FC236}">
                    <a16:creationId xmlns:a16="http://schemas.microsoft.com/office/drawing/2014/main" id="{922AE810-542B-383C-338F-A4490F696AFD}"/>
                  </a:ext>
                </a:extLst>
              </p:cNvPr>
              <p:cNvSpPr/>
              <p:nvPr/>
            </p:nvSpPr>
            <p:spPr>
              <a:xfrm>
                <a:off x="1106456" y="2253700"/>
                <a:ext cx="658628" cy="2346494"/>
              </a:xfrm>
              <a:custGeom>
                <a:avLst/>
                <a:gdLst/>
                <a:ahLst/>
                <a:cxnLst/>
                <a:rect l="l" t="t" r="r" b="b"/>
                <a:pathLst>
                  <a:path w="9785" h="34861" extrusionOk="0">
                    <a:moveTo>
                      <a:pt x="0" y="0"/>
                    </a:moveTo>
                    <a:lnTo>
                      <a:pt x="0" y="34860"/>
                    </a:lnTo>
                    <a:lnTo>
                      <a:pt x="9784" y="34860"/>
                    </a:lnTo>
                    <a:lnTo>
                      <a:pt x="9784" y="0"/>
                    </a:lnTo>
                    <a:close/>
                  </a:path>
                </a:pathLst>
              </a:custGeom>
              <a:gradFill>
                <a:gsLst>
                  <a:gs pos="0">
                    <a:schemeClr val="lt2"/>
                  </a:gs>
                  <a:gs pos="100000">
                    <a:schemeClr val="dk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6" name="Google Shape;5434;p74">
                <a:extLst>
                  <a:ext uri="{FF2B5EF4-FFF2-40B4-BE49-F238E27FC236}">
                    <a16:creationId xmlns:a16="http://schemas.microsoft.com/office/drawing/2014/main" id="{36245B8B-A191-0052-1291-CDD2409B39B8}"/>
                  </a:ext>
                </a:extLst>
              </p:cNvPr>
              <p:cNvSpPr/>
              <p:nvPr/>
            </p:nvSpPr>
            <p:spPr>
              <a:xfrm>
                <a:off x="1164074" y="2999235"/>
                <a:ext cx="543326" cy="571462"/>
              </a:xfrm>
              <a:custGeom>
                <a:avLst/>
                <a:gdLst/>
                <a:ahLst/>
                <a:cxnLst/>
                <a:rect l="l" t="t" r="r" b="b"/>
                <a:pathLst>
                  <a:path w="8072" h="8490" extrusionOk="0">
                    <a:moveTo>
                      <a:pt x="3734" y="1730"/>
                    </a:moveTo>
                    <a:lnTo>
                      <a:pt x="3734" y="2014"/>
                    </a:lnTo>
                    <a:lnTo>
                      <a:pt x="4339" y="2014"/>
                    </a:lnTo>
                    <a:lnTo>
                      <a:pt x="4339" y="1730"/>
                    </a:lnTo>
                    <a:close/>
                    <a:moveTo>
                      <a:pt x="3549" y="2742"/>
                    </a:moveTo>
                    <a:lnTo>
                      <a:pt x="3549" y="3088"/>
                    </a:lnTo>
                    <a:lnTo>
                      <a:pt x="4524" y="3088"/>
                    </a:lnTo>
                    <a:lnTo>
                      <a:pt x="4524" y="2742"/>
                    </a:lnTo>
                    <a:close/>
                    <a:moveTo>
                      <a:pt x="3549" y="3237"/>
                    </a:moveTo>
                    <a:lnTo>
                      <a:pt x="3549" y="3583"/>
                    </a:lnTo>
                    <a:lnTo>
                      <a:pt x="4524" y="3583"/>
                    </a:lnTo>
                    <a:lnTo>
                      <a:pt x="4524" y="3237"/>
                    </a:lnTo>
                    <a:close/>
                    <a:moveTo>
                      <a:pt x="3549" y="3730"/>
                    </a:moveTo>
                    <a:lnTo>
                      <a:pt x="3549" y="4076"/>
                    </a:lnTo>
                    <a:lnTo>
                      <a:pt x="4524" y="4076"/>
                    </a:lnTo>
                    <a:lnTo>
                      <a:pt x="4524" y="3730"/>
                    </a:lnTo>
                    <a:close/>
                    <a:moveTo>
                      <a:pt x="3549" y="4225"/>
                    </a:moveTo>
                    <a:lnTo>
                      <a:pt x="3549" y="4571"/>
                    </a:lnTo>
                    <a:lnTo>
                      <a:pt x="4524" y="4571"/>
                    </a:lnTo>
                    <a:lnTo>
                      <a:pt x="4524" y="4225"/>
                    </a:lnTo>
                    <a:close/>
                    <a:moveTo>
                      <a:pt x="4716" y="2335"/>
                    </a:moveTo>
                    <a:lnTo>
                      <a:pt x="4716" y="4681"/>
                    </a:lnTo>
                    <a:lnTo>
                      <a:pt x="3358" y="4681"/>
                    </a:lnTo>
                    <a:lnTo>
                      <a:pt x="3358" y="2335"/>
                    </a:lnTo>
                    <a:close/>
                    <a:moveTo>
                      <a:pt x="3184" y="2161"/>
                    </a:moveTo>
                    <a:lnTo>
                      <a:pt x="3184" y="4855"/>
                    </a:lnTo>
                    <a:lnTo>
                      <a:pt x="4890" y="4855"/>
                    </a:lnTo>
                    <a:lnTo>
                      <a:pt x="4890" y="2161"/>
                    </a:lnTo>
                    <a:close/>
                    <a:moveTo>
                      <a:pt x="7006" y="964"/>
                    </a:moveTo>
                    <a:cubicBezTo>
                      <a:pt x="7022" y="964"/>
                      <a:pt x="7034" y="977"/>
                      <a:pt x="7034" y="992"/>
                    </a:cubicBezTo>
                    <a:lnTo>
                      <a:pt x="7034" y="5505"/>
                    </a:lnTo>
                    <a:cubicBezTo>
                      <a:pt x="7034" y="5522"/>
                      <a:pt x="7022" y="5535"/>
                      <a:pt x="7006" y="5535"/>
                    </a:cubicBezTo>
                    <a:lnTo>
                      <a:pt x="1068" y="5535"/>
                    </a:lnTo>
                    <a:cubicBezTo>
                      <a:pt x="1053" y="5535"/>
                      <a:pt x="1038" y="5521"/>
                      <a:pt x="1038" y="5505"/>
                    </a:cubicBezTo>
                    <a:lnTo>
                      <a:pt x="1038" y="992"/>
                    </a:lnTo>
                    <a:cubicBezTo>
                      <a:pt x="1038" y="977"/>
                      <a:pt x="1053" y="964"/>
                      <a:pt x="1068" y="964"/>
                    </a:cubicBezTo>
                    <a:close/>
                    <a:moveTo>
                      <a:pt x="1683" y="6020"/>
                    </a:moveTo>
                    <a:lnTo>
                      <a:pt x="1683" y="6691"/>
                    </a:lnTo>
                    <a:lnTo>
                      <a:pt x="1038" y="6691"/>
                    </a:lnTo>
                    <a:lnTo>
                      <a:pt x="1038" y="6020"/>
                    </a:lnTo>
                    <a:close/>
                    <a:moveTo>
                      <a:pt x="2753" y="6020"/>
                    </a:moveTo>
                    <a:lnTo>
                      <a:pt x="2753" y="6691"/>
                    </a:lnTo>
                    <a:lnTo>
                      <a:pt x="2110" y="6691"/>
                    </a:lnTo>
                    <a:lnTo>
                      <a:pt x="2110" y="6020"/>
                    </a:lnTo>
                    <a:close/>
                    <a:moveTo>
                      <a:pt x="3823" y="6020"/>
                    </a:moveTo>
                    <a:lnTo>
                      <a:pt x="3823" y="6691"/>
                    </a:lnTo>
                    <a:lnTo>
                      <a:pt x="3180" y="6691"/>
                    </a:lnTo>
                    <a:lnTo>
                      <a:pt x="3180" y="6020"/>
                    </a:lnTo>
                    <a:close/>
                    <a:moveTo>
                      <a:pt x="4894" y="6020"/>
                    </a:moveTo>
                    <a:lnTo>
                      <a:pt x="4894" y="6691"/>
                    </a:lnTo>
                    <a:lnTo>
                      <a:pt x="4250" y="6691"/>
                    </a:lnTo>
                    <a:lnTo>
                      <a:pt x="4250" y="6020"/>
                    </a:lnTo>
                    <a:close/>
                    <a:moveTo>
                      <a:pt x="5964" y="6020"/>
                    </a:moveTo>
                    <a:lnTo>
                      <a:pt x="5964" y="6691"/>
                    </a:lnTo>
                    <a:lnTo>
                      <a:pt x="5320" y="6691"/>
                    </a:lnTo>
                    <a:lnTo>
                      <a:pt x="5320" y="6020"/>
                    </a:lnTo>
                    <a:close/>
                    <a:moveTo>
                      <a:pt x="7034" y="6020"/>
                    </a:moveTo>
                    <a:lnTo>
                      <a:pt x="7034" y="6691"/>
                    </a:lnTo>
                    <a:lnTo>
                      <a:pt x="6390" y="6691"/>
                    </a:lnTo>
                    <a:lnTo>
                      <a:pt x="6390" y="6020"/>
                    </a:lnTo>
                    <a:close/>
                    <a:moveTo>
                      <a:pt x="1683" y="7178"/>
                    </a:moveTo>
                    <a:lnTo>
                      <a:pt x="1683" y="7848"/>
                    </a:lnTo>
                    <a:lnTo>
                      <a:pt x="1038" y="7848"/>
                    </a:lnTo>
                    <a:lnTo>
                      <a:pt x="1038" y="7178"/>
                    </a:lnTo>
                    <a:close/>
                    <a:moveTo>
                      <a:pt x="2753" y="7178"/>
                    </a:moveTo>
                    <a:lnTo>
                      <a:pt x="2753" y="7848"/>
                    </a:lnTo>
                    <a:lnTo>
                      <a:pt x="2110" y="7848"/>
                    </a:lnTo>
                    <a:lnTo>
                      <a:pt x="2110" y="7178"/>
                    </a:lnTo>
                    <a:close/>
                    <a:moveTo>
                      <a:pt x="3823" y="7178"/>
                    </a:moveTo>
                    <a:lnTo>
                      <a:pt x="3823" y="7848"/>
                    </a:lnTo>
                    <a:lnTo>
                      <a:pt x="3180" y="7848"/>
                    </a:lnTo>
                    <a:lnTo>
                      <a:pt x="3180" y="7178"/>
                    </a:lnTo>
                    <a:close/>
                    <a:moveTo>
                      <a:pt x="4894" y="7178"/>
                    </a:moveTo>
                    <a:lnTo>
                      <a:pt x="4894" y="7848"/>
                    </a:lnTo>
                    <a:lnTo>
                      <a:pt x="4250" y="7848"/>
                    </a:lnTo>
                    <a:lnTo>
                      <a:pt x="4250" y="7178"/>
                    </a:lnTo>
                    <a:close/>
                    <a:moveTo>
                      <a:pt x="5964" y="7178"/>
                    </a:moveTo>
                    <a:lnTo>
                      <a:pt x="5964" y="7848"/>
                    </a:lnTo>
                    <a:lnTo>
                      <a:pt x="5320" y="7848"/>
                    </a:lnTo>
                    <a:lnTo>
                      <a:pt x="5320" y="7178"/>
                    </a:lnTo>
                    <a:close/>
                    <a:moveTo>
                      <a:pt x="7034" y="7178"/>
                    </a:moveTo>
                    <a:lnTo>
                      <a:pt x="7034" y="7848"/>
                    </a:lnTo>
                    <a:lnTo>
                      <a:pt x="6390" y="7848"/>
                    </a:lnTo>
                    <a:lnTo>
                      <a:pt x="6390" y="7178"/>
                    </a:lnTo>
                    <a:close/>
                    <a:moveTo>
                      <a:pt x="1" y="0"/>
                    </a:moveTo>
                    <a:lnTo>
                      <a:pt x="1" y="8489"/>
                    </a:lnTo>
                    <a:lnTo>
                      <a:pt x="8072" y="8489"/>
                    </a:lnTo>
                    <a:lnTo>
                      <a:pt x="8072"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7" name="Google Shape;5435;p74">
                <a:extLst>
                  <a:ext uri="{FF2B5EF4-FFF2-40B4-BE49-F238E27FC236}">
                    <a16:creationId xmlns:a16="http://schemas.microsoft.com/office/drawing/2014/main" id="{C1C60E53-5472-1C01-FEA7-B4D7330E6D14}"/>
                  </a:ext>
                </a:extLst>
              </p:cNvPr>
              <p:cNvSpPr/>
              <p:nvPr/>
            </p:nvSpPr>
            <p:spPr>
              <a:xfrm>
                <a:off x="1094811" y="2253700"/>
                <a:ext cx="434015" cy="2346494"/>
              </a:xfrm>
              <a:custGeom>
                <a:avLst/>
                <a:gdLst/>
                <a:ahLst/>
                <a:cxnLst/>
                <a:rect l="l" t="t" r="r" b="b"/>
                <a:pathLst>
                  <a:path w="6448" h="34861" extrusionOk="0">
                    <a:moveTo>
                      <a:pt x="4575" y="2618"/>
                    </a:moveTo>
                    <a:lnTo>
                      <a:pt x="3683" y="5900"/>
                    </a:lnTo>
                    <a:lnTo>
                      <a:pt x="4900" y="5900"/>
                    </a:lnTo>
                    <a:lnTo>
                      <a:pt x="4369" y="8844"/>
                    </a:lnTo>
                    <a:lnTo>
                      <a:pt x="6448" y="4840"/>
                    </a:lnTo>
                    <a:lnTo>
                      <a:pt x="5000" y="4840"/>
                    </a:lnTo>
                    <a:lnTo>
                      <a:pt x="6110" y="2618"/>
                    </a:lnTo>
                    <a:close/>
                    <a:moveTo>
                      <a:pt x="173" y="0"/>
                    </a:moveTo>
                    <a:cubicBezTo>
                      <a:pt x="135" y="1452"/>
                      <a:pt x="118" y="2905"/>
                      <a:pt x="89" y="4358"/>
                    </a:cubicBezTo>
                    <a:lnTo>
                      <a:pt x="41" y="8714"/>
                    </a:lnTo>
                    <a:cubicBezTo>
                      <a:pt x="12" y="11620"/>
                      <a:pt x="15" y="14525"/>
                      <a:pt x="1" y="17430"/>
                    </a:cubicBezTo>
                    <a:cubicBezTo>
                      <a:pt x="14" y="20334"/>
                      <a:pt x="12" y="23240"/>
                      <a:pt x="41" y="26145"/>
                    </a:cubicBezTo>
                    <a:lnTo>
                      <a:pt x="89" y="30503"/>
                    </a:lnTo>
                    <a:cubicBezTo>
                      <a:pt x="117" y="31954"/>
                      <a:pt x="134" y="33407"/>
                      <a:pt x="173" y="34860"/>
                    </a:cubicBezTo>
                    <a:cubicBezTo>
                      <a:pt x="213" y="33407"/>
                      <a:pt x="230" y="31954"/>
                      <a:pt x="260" y="30503"/>
                    </a:cubicBezTo>
                    <a:lnTo>
                      <a:pt x="308" y="26145"/>
                    </a:lnTo>
                    <a:cubicBezTo>
                      <a:pt x="335" y="23240"/>
                      <a:pt x="333" y="20334"/>
                      <a:pt x="347" y="17430"/>
                    </a:cubicBezTo>
                    <a:cubicBezTo>
                      <a:pt x="333" y="14525"/>
                      <a:pt x="336" y="11620"/>
                      <a:pt x="306" y="8714"/>
                    </a:cubicBezTo>
                    <a:lnTo>
                      <a:pt x="258" y="4358"/>
                    </a:lnTo>
                    <a:cubicBezTo>
                      <a:pt x="230" y="2905"/>
                      <a:pt x="213" y="1452"/>
                      <a:pt x="173"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8" name="Google Shape;5436;p74">
                <a:extLst>
                  <a:ext uri="{FF2B5EF4-FFF2-40B4-BE49-F238E27FC236}">
                    <a16:creationId xmlns:a16="http://schemas.microsoft.com/office/drawing/2014/main" id="{13772AA2-EFC8-3A16-259F-890DCCC2D7E0}"/>
                  </a:ext>
                </a:extLst>
              </p:cNvPr>
              <p:cNvSpPr/>
              <p:nvPr/>
            </p:nvSpPr>
            <p:spPr>
              <a:xfrm>
                <a:off x="1327640" y="3682104"/>
                <a:ext cx="1099509" cy="898319"/>
              </a:xfrm>
              <a:custGeom>
                <a:avLst/>
                <a:gdLst/>
                <a:ahLst/>
                <a:cxnLst/>
                <a:rect l="l" t="t" r="r" b="b"/>
                <a:pathLst>
                  <a:path w="16335" h="13346" extrusionOk="0">
                    <a:moveTo>
                      <a:pt x="1" y="1"/>
                    </a:moveTo>
                    <a:lnTo>
                      <a:pt x="1" y="2323"/>
                    </a:lnTo>
                    <a:lnTo>
                      <a:pt x="1171" y="2323"/>
                    </a:lnTo>
                    <a:lnTo>
                      <a:pt x="1171" y="9354"/>
                    </a:lnTo>
                    <a:cubicBezTo>
                      <a:pt x="1171" y="11555"/>
                      <a:pt x="2962" y="13345"/>
                      <a:pt x="5163" y="13345"/>
                    </a:cubicBezTo>
                    <a:cubicBezTo>
                      <a:pt x="7363" y="13345"/>
                      <a:pt x="9153" y="11555"/>
                      <a:pt x="9153" y="9354"/>
                    </a:cubicBezTo>
                    <a:lnTo>
                      <a:pt x="9153" y="2828"/>
                    </a:lnTo>
                    <a:cubicBezTo>
                      <a:pt x="9153" y="2149"/>
                      <a:pt x="9706" y="1597"/>
                      <a:pt x="10384" y="1597"/>
                    </a:cubicBezTo>
                    <a:lnTo>
                      <a:pt x="16335" y="1597"/>
                    </a:lnTo>
                    <a:lnTo>
                      <a:pt x="16335" y="727"/>
                    </a:lnTo>
                    <a:lnTo>
                      <a:pt x="10385" y="727"/>
                    </a:lnTo>
                    <a:cubicBezTo>
                      <a:pt x="9226" y="727"/>
                      <a:pt x="8285" y="1670"/>
                      <a:pt x="8285" y="2828"/>
                    </a:cubicBezTo>
                    <a:lnTo>
                      <a:pt x="8285" y="9354"/>
                    </a:lnTo>
                    <a:cubicBezTo>
                      <a:pt x="8285" y="11075"/>
                      <a:pt x="6884" y="12476"/>
                      <a:pt x="5163" y="12476"/>
                    </a:cubicBezTo>
                    <a:cubicBezTo>
                      <a:pt x="3441" y="12476"/>
                      <a:pt x="2040" y="11075"/>
                      <a:pt x="2040" y="9354"/>
                    </a:cubicBezTo>
                    <a:lnTo>
                      <a:pt x="2040" y="2323"/>
                    </a:lnTo>
                    <a:lnTo>
                      <a:pt x="3212" y="2323"/>
                    </a:lnTo>
                    <a:lnTo>
                      <a:pt x="321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9" name="Google Shape;5437;p74">
                <a:extLst>
                  <a:ext uri="{FF2B5EF4-FFF2-40B4-BE49-F238E27FC236}">
                    <a16:creationId xmlns:a16="http://schemas.microsoft.com/office/drawing/2014/main" id="{142D1807-A471-E4D1-B622-9F960E829185}"/>
                  </a:ext>
                </a:extLst>
              </p:cNvPr>
              <p:cNvSpPr/>
              <p:nvPr/>
            </p:nvSpPr>
            <p:spPr>
              <a:xfrm>
                <a:off x="2121170" y="3810197"/>
                <a:ext cx="3504562" cy="587616"/>
              </a:xfrm>
              <a:custGeom>
                <a:avLst/>
                <a:gdLst/>
                <a:ahLst/>
                <a:cxnLst/>
                <a:rect l="l" t="t" r="r" b="b"/>
                <a:pathLst>
                  <a:path w="52066" h="8730" extrusionOk="0">
                    <a:moveTo>
                      <a:pt x="6209" y="0"/>
                    </a:moveTo>
                    <a:lnTo>
                      <a:pt x="346" y="1647"/>
                    </a:lnTo>
                    <a:lnTo>
                      <a:pt x="0" y="7363"/>
                    </a:lnTo>
                    <a:lnTo>
                      <a:pt x="52065" y="8730"/>
                    </a:lnTo>
                    <a:lnTo>
                      <a:pt x="52065" y="8730"/>
                    </a:lnTo>
                    <a:lnTo>
                      <a:pt x="51603" y="5008"/>
                    </a:lnTo>
                    <a:lnTo>
                      <a:pt x="50455" y="2768"/>
                    </a:lnTo>
                    <a:lnTo>
                      <a:pt x="4541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0" name="Google Shape;5438;p74">
                <a:extLst>
                  <a:ext uri="{FF2B5EF4-FFF2-40B4-BE49-F238E27FC236}">
                    <a16:creationId xmlns:a16="http://schemas.microsoft.com/office/drawing/2014/main" id="{A177B12F-958C-E447-E5AE-D3799401CBD0}"/>
                  </a:ext>
                </a:extLst>
              </p:cNvPr>
              <p:cNvSpPr/>
              <p:nvPr/>
            </p:nvSpPr>
            <p:spPr>
              <a:xfrm>
                <a:off x="2006943" y="2909510"/>
                <a:ext cx="3620941" cy="1488291"/>
              </a:xfrm>
              <a:custGeom>
                <a:avLst/>
                <a:gdLst/>
                <a:ahLst/>
                <a:cxnLst/>
                <a:rect l="l" t="t" r="r" b="b"/>
                <a:pathLst>
                  <a:path w="53795" h="22111" extrusionOk="0">
                    <a:moveTo>
                      <a:pt x="21710" y="2597"/>
                    </a:moveTo>
                    <a:cubicBezTo>
                      <a:pt x="24367" y="2597"/>
                      <a:pt x="26988" y="2799"/>
                      <a:pt x="29121" y="3203"/>
                    </a:cubicBezTo>
                    <a:cubicBezTo>
                      <a:pt x="32778" y="3894"/>
                      <a:pt x="37670" y="5969"/>
                      <a:pt x="37670" y="5969"/>
                    </a:cubicBezTo>
                    <a:lnTo>
                      <a:pt x="37670" y="9822"/>
                    </a:lnTo>
                    <a:cubicBezTo>
                      <a:pt x="29775" y="8655"/>
                      <a:pt x="18850" y="7225"/>
                      <a:pt x="12725" y="7225"/>
                    </a:cubicBezTo>
                    <a:cubicBezTo>
                      <a:pt x="12303" y="7225"/>
                      <a:pt x="11904" y="7231"/>
                      <a:pt x="11531" y="7246"/>
                    </a:cubicBezTo>
                    <a:cubicBezTo>
                      <a:pt x="11531" y="7246"/>
                      <a:pt x="11877" y="3400"/>
                      <a:pt x="16126" y="2906"/>
                    </a:cubicBezTo>
                    <a:cubicBezTo>
                      <a:pt x="17896" y="2700"/>
                      <a:pt x="19812" y="2597"/>
                      <a:pt x="21710" y="2597"/>
                    </a:cubicBezTo>
                    <a:close/>
                    <a:moveTo>
                      <a:pt x="40822" y="6211"/>
                    </a:moveTo>
                    <a:cubicBezTo>
                      <a:pt x="45140" y="8502"/>
                      <a:pt x="47108" y="10680"/>
                      <a:pt x="47108" y="10680"/>
                    </a:cubicBezTo>
                    <a:lnTo>
                      <a:pt x="47108" y="11306"/>
                    </a:lnTo>
                    <a:cubicBezTo>
                      <a:pt x="47108" y="11306"/>
                      <a:pt x="44585" y="10878"/>
                      <a:pt x="40822" y="10299"/>
                    </a:cubicBezTo>
                    <a:lnTo>
                      <a:pt x="40822" y="6211"/>
                    </a:lnTo>
                    <a:close/>
                    <a:moveTo>
                      <a:pt x="19761" y="1"/>
                    </a:moveTo>
                    <a:cubicBezTo>
                      <a:pt x="12345" y="1"/>
                      <a:pt x="7248" y="1720"/>
                      <a:pt x="7248" y="1720"/>
                    </a:cubicBezTo>
                    <a:cubicBezTo>
                      <a:pt x="1516" y="6464"/>
                      <a:pt x="2768" y="13052"/>
                      <a:pt x="2768" y="13052"/>
                    </a:cubicBezTo>
                    <a:cubicBezTo>
                      <a:pt x="1" y="16280"/>
                      <a:pt x="1697" y="20744"/>
                      <a:pt x="1697" y="20744"/>
                    </a:cubicBezTo>
                    <a:lnTo>
                      <a:pt x="2065" y="20754"/>
                    </a:lnTo>
                    <a:cubicBezTo>
                      <a:pt x="2046" y="20579"/>
                      <a:pt x="2038" y="20402"/>
                      <a:pt x="2038" y="20224"/>
                    </a:cubicBezTo>
                    <a:cubicBezTo>
                      <a:pt x="2038" y="17331"/>
                      <a:pt x="4383" y="14986"/>
                      <a:pt x="7276" y="14986"/>
                    </a:cubicBezTo>
                    <a:cubicBezTo>
                      <a:pt x="10168" y="14986"/>
                      <a:pt x="12513" y="17331"/>
                      <a:pt x="12513" y="20224"/>
                    </a:cubicBezTo>
                    <a:cubicBezTo>
                      <a:pt x="12513" y="20497"/>
                      <a:pt x="12492" y="20765"/>
                      <a:pt x="12452" y="21027"/>
                    </a:cubicBezTo>
                    <a:lnTo>
                      <a:pt x="42944" y="21827"/>
                    </a:lnTo>
                    <a:cubicBezTo>
                      <a:pt x="42782" y="21322"/>
                      <a:pt x="42693" y="20784"/>
                      <a:pt x="42693" y="20224"/>
                    </a:cubicBezTo>
                    <a:cubicBezTo>
                      <a:pt x="42693" y="17331"/>
                      <a:pt x="45038" y="14986"/>
                      <a:pt x="47932" y="14986"/>
                    </a:cubicBezTo>
                    <a:cubicBezTo>
                      <a:pt x="50824" y="14986"/>
                      <a:pt x="53169" y="17331"/>
                      <a:pt x="53169" y="20224"/>
                    </a:cubicBezTo>
                    <a:cubicBezTo>
                      <a:pt x="53169" y="20880"/>
                      <a:pt x="53047" y="21507"/>
                      <a:pt x="52827" y="22087"/>
                    </a:cubicBezTo>
                    <a:lnTo>
                      <a:pt x="53762" y="22111"/>
                    </a:lnTo>
                    <a:cubicBezTo>
                      <a:pt x="53762" y="22111"/>
                      <a:pt x="53728" y="20859"/>
                      <a:pt x="53762" y="18652"/>
                    </a:cubicBezTo>
                    <a:cubicBezTo>
                      <a:pt x="53795" y="16446"/>
                      <a:pt x="53136" y="16478"/>
                      <a:pt x="51159" y="13777"/>
                    </a:cubicBezTo>
                    <a:cubicBezTo>
                      <a:pt x="49183" y="11076"/>
                      <a:pt x="48162" y="10153"/>
                      <a:pt x="48162" y="10153"/>
                    </a:cubicBezTo>
                    <a:cubicBezTo>
                      <a:pt x="38313" y="1975"/>
                      <a:pt x="27707" y="1"/>
                      <a:pt x="19761" y="1"/>
                    </a:cubicBezTo>
                    <a:close/>
                  </a:path>
                </a:pathLst>
              </a:custGeom>
              <a:gradFill>
                <a:gsLst>
                  <a:gs pos="0">
                    <a:schemeClr val="lt2"/>
                  </a:gs>
                  <a:gs pos="100000">
                    <a:schemeClr val="accent4"/>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1" name="Google Shape;5439;p74">
                <a:extLst>
                  <a:ext uri="{FF2B5EF4-FFF2-40B4-BE49-F238E27FC236}">
                    <a16:creationId xmlns:a16="http://schemas.microsoft.com/office/drawing/2014/main" id="{F4735F0E-C015-A703-FB45-46A3712EFC82}"/>
                  </a:ext>
                </a:extLst>
              </p:cNvPr>
              <p:cNvSpPr/>
              <p:nvPr/>
            </p:nvSpPr>
            <p:spPr>
              <a:xfrm>
                <a:off x="4769859" y="3604966"/>
                <a:ext cx="23626" cy="3769"/>
              </a:xfrm>
              <a:custGeom>
                <a:avLst/>
                <a:gdLst/>
                <a:ahLst/>
                <a:cxnLst/>
                <a:rect l="l" t="t" r="r" b="b"/>
                <a:pathLst>
                  <a:path w="351" h="56" extrusionOk="0">
                    <a:moveTo>
                      <a:pt x="1" y="1"/>
                    </a:moveTo>
                    <a:lnTo>
                      <a:pt x="1" y="1"/>
                    </a:lnTo>
                    <a:cubicBezTo>
                      <a:pt x="119" y="19"/>
                      <a:pt x="235" y="37"/>
                      <a:pt x="350" y="56"/>
                    </a:cubicBezTo>
                    <a:cubicBezTo>
                      <a:pt x="236" y="37"/>
                      <a:pt x="119" y="19"/>
                      <a:pt x="1" y="1"/>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2" name="Google Shape;5440;p74">
                <a:extLst>
                  <a:ext uri="{FF2B5EF4-FFF2-40B4-BE49-F238E27FC236}">
                    <a16:creationId xmlns:a16="http://schemas.microsoft.com/office/drawing/2014/main" id="{14344595-BC97-A270-228F-18D1C2251605}"/>
                  </a:ext>
                </a:extLst>
              </p:cNvPr>
              <p:cNvSpPr/>
              <p:nvPr/>
            </p:nvSpPr>
            <p:spPr>
              <a:xfrm>
                <a:off x="5175273" y="3670055"/>
                <a:ext cx="2558" cy="538"/>
              </a:xfrm>
              <a:custGeom>
                <a:avLst/>
                <a:gdLst/>
                <a:ahLst/>
                <a:cxnLst/>
                <a:rect l="l" t="t" r="r" b="b"/>
                <a:pathLst>
                  <a:path w="38" h="8" extrusionOk="0">
                    <a:moveTo>
                      <a:pt x="38" y="7"/>
                    </a:moveTo>
                    <a:cubicBezTo>
                      <a:pt x="38" y="7"/>
                      <a:pt x="23" y="5"/>
                      <a:pt x="1" y="0"/>
                    </a:cubicBezTo>
                    <a:cubicBezTo>
                      <a:pt x="23" y="5"/>
                      <a:pt x="38" y="7"/>
                      <a:pt x="38" y="7"/>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3" name="Google Shape;5441;p74">
                <a:extLst>
                  <a:ext uri="{FF2B5EF4-FFF2-40B4-BE49-F238E27FC236}">
                    <a16:creationId xmlns:a16="http://schemas.microsoft.com/office/drawing/2014/main" id="{E6E2AC5E-E508-54FB-586D-143B6EEF288F}"/>
                  </a:ext>
                </a:extLst>
              </p:cNvPr>
              <p:cNvSpPr/>
              <p:nvPr/>
            </p:nvSpPr>
            <p:spPr>
              <a:xfrm>
                <a:off x="5176283" y="3626774"/>
                <a:ext cx="875" cy="875"/>
              </a:xfrm>
              <a:custGeom>
                <a:avLst/>
                <a:gdLst/>
                <a:ahLst/>
                <a:cxnLst/>
                <a:rect l="l" t="t" r="r" b="b"/>
                <a:pathLst>
                  <a:path w="13" h="13" extrusionOk="0">
                    <a:moveTo>
                      <a:pt x="0" y="0"/>
                    </a:moveTo>
                    <a:lnTo>
                      <a:pt x="0" y="0"/>
                    </a:lnTo>
                    <a:cubicBezTo>
                      <a:pt x="6" y="6"/>
                      <a:pt x="8" y="10"/>
                      <a:pt x="13" y="13"/>
                    </a:cubicBezTo>
                    <a:cubicBezTo>
                      <a:pt x="8" y="9"/>
                      <a:pt x="6" y="6"/>
                      <a:pt x="0" y="0"/>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4" name="Google Shape;5442;p74">
                <a:extLst>
                  <a:ext uri="{FF2B5EF4-FFF2-40B4-BE49-F238E27FC236}">
                    <a16:creationId xmlns:a16="http://schemas.microsoft.com/office/drawing/2014/main" id="{4CB1BAFE-DDEA-A658-BCAE-00FFC1766D1E}"/>
                  </a:ext>
                </a:extLst>
              </p:cNvPr>
              <p:cNvSpPr/>
              <p:nvPr/>
            </p:nvSpPr>
            <p:spPr>
              <a:xfrm>
                <a:off x="4905490" y="3626169"/>
                <a:ext cx="45973" cy="7404"/>
              </a:xfrm>
              <a:custGeom>
                <a:avLst/>
                <a:gdLst/>
                <a:ahLst/>
                <a:cxnLst/>
                <a:rect l="l" t="t" r="r" b="b"/>
                <a:pathLst>
                  <a:path w="683" h="110" extrusionOk="0">
                    <a:moveTo>
                      <a:pt x="683" y="110"/>
                    </a:moveTo>
                    <a:cubicBezTo>
                      <a:pt x="464" y="74"/>
                      <a:pt x="236" y="39"/>
                      <a:pt x="0" y="1"/>
                    </a:cubicBezTo>
                    <a:cubicBezTo>
                      <a:pt x="236" y="39"/>
                      <a:pt x="464" y="74"/>
                      <a:pt x="683" y="110"/>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5" name="Google Shape;5443;p74">
                <a:extLst>
                  <a:ext uri="{FF2B5EF4-FFF2-40B4-BE49-F238E27FC236}">
                    <a16:creationId xmlns:a16="http://schemas.microsoft.com/office/drawing/2014/main" id="{7B1583EB-99AD-DF24-3F08-489BEDEE0479}"/>
                  </a:ext>
                </a:extLst>
              </p:cNvPr>
              <p:cNvSpPr/>
              <p:nvPr/>
            </p:nvSpPr>
            <p:spPr>
              <a:xfrm>
                <a:off x="4855344" y="3618293"/>
                <a:ext cx="21001" cy="3365"/>
              </a:xfrm>
              <a:custGeom>
                <a:avLst/>
                <a:gdLst/>
                <a:ahLst/>
                <a:cxnLst/>
                <a:rect l="l" t="t" r="r" b="b"/>
                <a:pathLst>
                  <a:path w="312" h="50" extrusionOk="0">
                    <a:moveTo>
                      <a:pt x="311" y="50"/>
                    </a:moveTo>
                    <a:cubicBezTo>
                      <a:pt x="210" y="34"/>
                      <a:pt x="106" y="17"/>
                      <a:pt x="0" y="0"/>
                    </a:cubicBezTo>
                    <a:cubicBezTo>
                      <a:pt x="106" y="17"/>
                      <a:pt x="210" y="34"/>
                      <a:pt x="311" y="50"/>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6" name="Google Shape;5444;p74">
                <a:extLst>
                  <a:ext uri="{FF2B5EF4-FFF2-40B4-BE49-F238E27FC236}">
                    <a16:creationId xmlns:a16="http://schemas.microsoft.com/office/drawing/2014/main" id="{FFE49C18-4F71-DB4D-EF70-436370DE9591}"/>
                  </a:ext>
                </a:extLst>
              </p:cNvPr>
              <p:cNvSpPr/>
              <p:nvPr/>
            </p:nvSpPr>
            <p:spPr>
              <a:xfrm>
                <a:off x="4880383" y="3622265"/>
                <a:ext cx="20799" cy="3298"/>
              </a:xfrm>
              <a:custGeom>
                <a:avLst/>
                <a:gdLst/>
                <a:ahLst/>
                <a:cxnLst/>
                <a:rect l="l" t="t" r="r" b="b"/>
                <a:pathLst>
                  <a:path w="309" h="49" extrusionOk="0">
                    <a:moveTo>
                      <a:pt x="308" y="49"/>
                    </a:moveTo>
                    <a:cubicBezTo>
                      <a:pt x="206" y="33"/>
                      <a:pt x="105" y="16"/>
                      <a:pt x="0" y="1"/>
                    </a:cubicBezTo>
                    <a:cubicBezTo>
                      <a:pt x="105" y="16"/>
                      <a:pt x="206" y="33"/>
                      <a:pt x="308" y="49"/>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7" name="Google Shape;5445;p74">
                <a:extLst>
                  <a:ext uri="{FF2B5EF4-FFF2-40B4-BE49-F238E27FC236}">
                    <a16:creationId xmlns:a16="http://schemas.microsoft.com/office/drawing/2014/main" id="{B54F8632-153B-C067-AC0A-1F47E50F507F}"/>
                  </a:ext>
                </a:extLst>
              </p:cNvPr>
              <p:cNvSpPr/>
              <p:nvPr/>
            </p:nvSpPr>
            <p:spPr>
              <a:xfrm>
                <a:off x="5168138" y="3618361"/>
                <a:ext cx="3231" cy="3231"/>
              </a:xfrm>
              <a:custGeom>
                <a:avLst/>
                <a:gdLst/>
                <a:ahLst/>
                <a:cxnLst/>
                <a:rect l="l" t="t" r="r" b="b"/>
                <a:pathLst>
                  <a:path w="48" h="48" extrusionOk="0">
                    <a:moveTo>
                      <a:pt x="1" y="1"/>
                    </a:moveTo>
                    <a:cubicBezTo>
                      <a:pt x="18" y="18"/>
                      <a:pt x="33" y="33"/>
                      <a:pt x="47" y="48"/>
                    </a:cubicBezTo>
                    <a:cubicBezTo>
                      <a:pt x="33" y="33"/>
                      <a:pt x="18" y="18"/>
                      <a:pt x="1" y="1"/>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8" name="Google Shape;5446;p74">
                <a:extLst>
                  <a:ext uri="{FF2B5EF4-FFF2-40B4-BE49-F238E27FC236}">
                    <a16:creationId xmlns:a16="http://schemas.microsoft.com/office/drawing/2014/main" id="{C0864193-E2AD-3B0D-7106-EE4858B49FA0}"/>
                  </a:ext>
                </a:extLst>
              </p:cNvPr>
              <p:cNvSpPr/>
              <p:nvPr/>
            </p:nvSpPr>
            <p:spPr>
              <a:xfrm>
                <a:off x="4955031" y="3634111"/>
                <a:ext cx="18174" cy="2962"/>
              </a:xfrm>
              <a:custGeom>
                <a:avLst/>
                <a:gdLst/>
                <a:ahLst/>
                <a:cxnLst/>
                <a:rect l="l" t="t" r="r" b="b"/>
                <a:pathLst>
                  <a:path w="270" h="44" extrusionOk="0">
                    <a:moveTo>
                      <a:pt x="269" y="44"/>
                    </a:moveTo>
                    <a:cubicBezTo>
                      <a:pt x="182" y="30"/>
                      <a:pt x="91" y="14"/>
                      <a:pt x="1" y="0"/>
                    </a:cubicBezTo>
                    <a:cubicBezTo>
                      <a:pt x="91" y="14"/>
                      <a:pt x="182" y="30"/>
                      <a:pt x="269" y="44"/>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9" name="Google Shape;5447;p74">
                <a:extLst>
                  <a:ext uri="{FF2B5EF4-FFF2-40B4-BE49-F238E27FC236}">
                    <a16:creationId xmlns:a16="http://schemas.microsoft.com/office/drawing/2014/main" id="{4466400B-1426-A306-B469-5F86A9623364}"/>
                  </a:ext>
                </a:extLst>
              </p:cNvPr>
              <p:cNvSpPr/>
              <p:nvPr/>
            </p:nvSpPr>
            <p:spPr>
              <a:xfrm>
                <a:off x="4754781" y="3327510"/>
                <a:ext cx="26587" cy="14472"/>
              </a:xfrm>
              <a:custGeom>
                <a:avLst/>
                <a:gdLst/>
                <a:ahLst/>
                <a:cxnLst/>
                <a:rect l="l" t="t" r="r" b="b"/>
                <a:pathLst>
                  <a:path w="395" h="215" extrusionOk="0">
                    <a:moveTo>
                      <a:pt x="0" y="1"/>
                    </a:moveTo>
                    <a:cubicBezTo>
                      <a:pt x="135" y="72"/>
                      <a:pt x="266" y="144"/>
                      <a:pt x="395" y="214"/>
                    </a:cubicBezTo>
                    <a:cubicBezTo>
                      <a:pt x="266" y="144"/>
                      <a:pt x="135" y="72"/>
                      <a:pt x="0" y="1"/>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0" name="Google Shape;5448;p74">
                <a:extLst>
                  <a:ext uri="{FF2B5EF4-FFF2-40B4-BE49-F238E27FC236}">
                    <a16:creationId xmlns:a16="http://schemas.microsoft.com/office/drawing/2014/main" id="{D370C4A9-D712-8687-A86E-77A83E0CEB15}"/>
                  </a:ext>
                </a:extLst>
              </p:cNvPr>
              <p:cNvSpPr/>
              <p:nvPr/>
            </p:nvSpPr>
            <p:spPr>
              <a:xfrm>
                <a:off x="5174331" y="3624755"/>
                <a:ext cx="1683" cy="1750"/>
              </a:xfrm>
              <a:custGeom>
                <a:avLst/>
                <a:gdLst/>
                <a:ahLst/>
                <a:cxnLst/>
                <a:rect l="l" t="t" r="r" b="b"/>
                <a:pathLst>
                  <a:path w="25" h="26" extrusionOk="0">
                    <a:moveTo>
                      <a:pt x="1" y="1"/>
                    </a:moveTo>
                    <a:cubicBezTo>
                      <a:pt x="11" y="10"/>
                      <a:pt x="18" y="19"/>
                      <a:pt x="25" y="26"/>
                    </a:cubicBezTo>
                    <a:cubicBezTo>
                      <a:pt x="18" y="19"/>
                      <a:pt x="11" y="10"/>
                      <a:pt x="1" y="1"/>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1" name="Google Shape;5449;p74">
                <a:extLst>
                  <a:ext uri="{FF2B5EF4-FFF2-40B4-BE49-F238E27FC236}">
                    <a16:creationId xmlns:a16="http://schemas.microsoft.com/office/drawing/2014/main" id="{73CD1F86-0996-04C4-8C98-39C26C942BF0}"/>
                  </a:ext>
                </a:extLst>
              </p:cNvPr>
              <p:cNvSpPr/>
              <p:nvPr/>
            </p:nvSpPr>
            <p:spPr>
              <a:xfrm>
                <a:off x="4781571" y="3341982"/>
                <a:ext cx="376869" cy="266750"/>
              </a:xfrm>
              <a:custGeom>
                <a:avLst/>
                <a:gdLst/>
                <a:ahLst/>
                <a:cxnLst/>
                <a:rect l="l" t="t" r="r" b="b"/>
                <a:pathLst>
                  <a:path w="5599" h="3963" extrusionOk="0">
                    <a:moveTo>
                      <a:pt x="1" y="1"/>
                    </a:moveTo>
                    <a:cubicBezTo>
                      <a:pt x="3128" y="1712"/>
                      <a:pt x="4940" y="3322"/>
                      <a:pt x="5598" y="3963"/>
                    </a:cubicBezTo>
                    <a:cubicBezTo>
                      <a:pt x="4940" y="3322"/>
                      <a:pt x="3126" y="1711"/>
                      <a:pt x="1" y="1"/>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2" name="Google Shape;5450;p74">
                <a:extLst>
                  <a:ext uri="{FF2B5EF4-FFF2-40B4-BE49-F238E27FC236}">
                    <a16:creationId xmlns:a16="http://schemas.microsoft.com/office/drawing/2014/main" id="{5BE453D4-798D-191A-A805-A915E61F2217}"/>
                  </a:ext>
                </a:extLst>
              </p:cNvPr>
              <p:cNvSpPr/>
              <p:nvPr/>
            </p:nvSpPr>
            <p:spPr>
              <a:xfrm>
                <a:off x="5163763" y="3613985"/>
                <a:ext cx="3971" cy="3971"/>
              </a:xfrm>
              <a:custGeom>
                <a:avLst/>
                <a:gdLst/>
                <a:ahLst/>
                <a:cxnLst/>
                <a:rect l="l" t="t" r="r" b="b"/>
                <a:pathLst>
                  <a:path w="59" h="59" extrusionOk="0">
                    <a:moveTo>
                      <a:pt x="59" y="59"/>
                    </a:moveTo>
                    <a:cubicBezTo>
                      <a:pt x="42" y="40"/>
                      <a:pt x="22" y="22"/>
                      <a:pt x="1" y="1"/>
                    </a:cubicBezTo>
                    <a:cubicBezTo>
                      <a:pt x="22" y="22"/>
                      <a:pt x="42" y="40"/>
                      <a:pt x="59" y="59"/>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3" name="Google Shape;5451;p74">
                <a:extLst>
                  <a:ext uri="{FF2B5EF4-FFF2-40B4-BE49-F238E27FC236}">
                    <a16:creationId xmlns:a16="http://schemas.microsoft.com/office/drawing/2014/main" id="{C719DC78-BE63-E3AD-8280-0EA7F97FB6DC}"/>
                  </a:ext>
                </a:extLst>
              </p:cNvPr>
              <p:cNvSpPr/>
              <p:nvPr/>
            </p:nvSpPr>
            <p:spPr>
              <a:xfrm>
                <a:off x="5158580" y="3608870"/>
                <a:ext cx="4981" cy="4914"/>
              </a:xfrm>
              <a:custGeom>
                <a:avLst/>
                <a:gdLst/>
                <a:ahLst/>
                <a:cxnLst/>
                <a:rect l="l" t="t" r="r" b="b"/>
                <a:pathLst>
                  <a:path w="74" h="73" extrusionOk="0">
                    <a:moveTo>
                      <a:pt x="0" y="1"/>
                    </a:moveTo>
                    <a:cubicBezTo>
                      <a:pt x="27" y="26"/>
                      <a:pt x="51" y="50"/>
                      <a:pt x="74" y="73"/>
                    </a:cubicBezTo>
                    <a:cubicBezTo>
                      <a:pt x="51" y="50"/>
                      <a:pt x="27" y="26"/>
                      <a:pt x="0" y="1"/>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4" name="Google Shape;5452;p74">
                <a:extLst>
                  <a:ext uri="{FF2B5EF4-FFF2-40B4-BE49-F238E27FC236}">
                    <a16:creationId xmlns:a16="http://schemas.microsoft.com/office/drawing/2014/main" id="{A1900ACF-CE2C-DB6A-1960-E1FE908AE168}"/>
                  </a:ext>
                </a:extLst>
              </p:cNvPr>
              <p:cNvSpPr/>
              <p:nvPr/>
            </p:nvSpPr>
            <p:spPr>
              <a:xfrm>
                <a:off x="5171705" y="3621928"/>
                <a:ext cx="2356" cy="2423"/>
              </a:xfrm>
              <a:custGeom>
                <a:avLst/>
                <a:gdLst/>
                <a:ahLst/>
                <a:cxnLst/>
                <a:rect l="l" t="t" r="r" b="b"/>
                <a:pathLst>
                  <a:path w="35" h="36" extrusionOk="0">
                    <a:moveTo>
                      <a:pt x="0" y="0"/>
                    </a:moveTo>
                    <a:cubicBezTo>
                      <a:pt x="13" y="14"/>
                      <a:pt x="24" y="26"/>
                      <a:pt x="34" y="35"/>
                    </a:cubicBezTo>
                    <a:cubicBezTo>
                      <a:pt x="24" y="26"/>
                      <a:pt x="13" y="14"/>
                      <a:pt x="0" y="0"/>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5" name="Google Shape;5453;p74">
                <a:extLst>
                  <a:ext uri="{FF2B5EF4-FFF2-40B4-BE49-F238E27FC236}">
                    <a16:creationId xmlns:a16="http://schemas.microsoft.com/office/drawing/2014/main" id="{43442821-92F6-17FA-9023-ED7B854BEBB2}"/>
                  </a:ext>
                </a:extLst>
              </p:cNvPr>
              <p:cNvSpPr/>
              <p:nvPr/>
            </p:nvSpPr>
            <p:spPr>
              <a:xfrm>
                <a:off x="5141550" y="3664401"/>
                <a:ext cx="7943" cy="1414"/>
              </a:xfrm>
              <a:custGeom>
                <a:avLst/>
                <a:gdLst/>
                <a:ahLst/>
                <a:cxnLst/>
                <a:rect l="l" t="t" r="r" b="b"/>
                <a:pathLst>
                  <a:path w="118" h="21" extrusionOk="0">
                    <a:moveTo>
                      <a:pt x="117" y="21"/>
                    </a:moveTo>
                    <a:cubicBezTo>
                      <a:pt x="81" y="15"/>
                      <a:pt x="42" y="8"/>
                      <a:pt x="0" y="1"/>
                    </a:cubicBezTo>
                    <a:cubicBezTo>
                      <a:pt x="42" y="8"/>
                      <a:pt x="81" y="15"/>
                      <a:pt x="117" y="21"/>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6" name="Google Shape;5454;p74">
                <a:extLst>
                  <a:ext uri="{FF2B5EF4-FFF2-40B4-BE49-F238E27FC236}">
                    <a16:creationId xmlns:a16="http://schemas.microsoft.com/office/drawing/2014/main" id="{CE348EDA-A6A5-51EA-C624-29E3A07C91E7}"/>
                  </a:ext>
                </a:extLst>
              </p:cNvPr>
              <p:cNvSpPr/>
              <p:nvPr/>
            </p:nvSpPr>
            <p:spPr>
              <a:xfrm>
                <a:off x="5152387" y="3666219"/>
                <a:ext cx="3567" cy="673"/>
              </a:xfrm>
              <a:custGeom>
                <a:avLst/>
                <a:gdLst/>
                <a:ahLst/>
                <a:cxnLst/>
                <a:rect l="l" t="t" r="r" b="b"/>
                <a:pathLst>
                  <a:path w="53" h="10" extrusionOk="0">
                    <a:moveTo>
                      <a:pt x="53" y="9"/>
                    </a:moveTo>
                    <a:cubicBezTo>
                      <a:pt x="36" y="6"/>
                      <a:pt x="19" y="4"/>
                      <a:pt x="0" y="1"/>
                    </a:cubicBezTo>
                    <a:cubicBezTo>
                      <a:pt x="19" y="4"/>
                      <a:pt x="36" y="6"/>
                      <a:pt x="53" y="9"/>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7" name="Google Shape;5455;p74">
                <a:extLst>
                  <a:ext uri="{FF2B5EF4-FFF2-40B4-BE49-F238E27FC236}">
                    <a16:creationId xmlns:a16="http://schemas.microsoft.com/office/drawing/2014/main" id="{052532E4-67FC-DEC9-20F5-4AB443B27FC7}"/>
                  </a:ext>
                </a:extLst>
              </p:cNvPr>
              <p:cNvSpPr/>
              <p:nvPr/>
            </p:nvSpPr>
            <p:spPr>
              <a:xfrm>
                <a:off x="4977513" y="3637679"/>
                <a:ext cx="18981" cy="3164"/>
              </a:xfrm>
              <a:custGeom>
                <a:avLst/>
                <a:gdLst/>
                <a:ahLst/>
                <a:cxnLst/>
                <a:rect l="l" t="t" r="r" b="b"/>
                <a:pathLst>
                  <a:path w="282" h="47" extrusionOk="0">
                    <a:moveTo>
                      <a:pt x="282" y="46"/>
                    </a:moveTo>
                    <a:cubicBezTo>
                      <a:pt x="190" y="30"/>
                      <a:pt x="96" y="16"/>
                      <a:pt x="0" y="1"/>
                    </a:cubicBezTo>
                    <a:cubicBezTo>
                      <a:pt x="96" y="16"/>
                      <a:pt x="190" y="30"/>
                      <a:pt x="282" y="46"/>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8" name="Google Shape;5456;p74">
                <a:extLst>
                  <a:ext uri="{FF2B5EF4-FFF2-40B4-BE49-F238E27FC236}">
                    <a16:creationId xmlns:a16="http://schemas.microsoft.com/office/drawing/2014/main" id="{994A92C8-A877-3E25-75FF-8FDD02EF146F}"/>
                  </a:ext>
                </a:extLst>
              </p:cNvPr>
              <p:cNvSpPr/>
              <p:nvPr/>
            </p:nvSpPr>
            <p:spPr>
              <a:xfrm>
                <a:off x="5167869" y="3668776"/>
                <a:ext cx="2625" cy="606"/>
              </a:xfrm>
              <a:custGeom>
                <a:avLst/>
                <a:gdLst/>
                <a:ahLst/>
                <a:cxnLst/>
                <a:rect l="l" t="t" r="r" b="b"/>
                <a:pathLst>
                  <a:path w="39" h="9" extrusionOk="0">
                    <a:moveTo>
                      <a:pt x="39" y="8"/>
                    </a:moveTo>
                    <a:cubicBezTo>
                      <a:pt x="27" y="7"/>
                      <a:pt x="13" y="4"/>
                      <a:pt x="1" y="1"/>
                    </a:cubicBezTo>
                    <a:cubicBezTo>
                      <a:pt x="13" y="4"/>
                      <a:pt x="27" y="7"/>
                      <a:pt x="39" y="8"/>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9" name="Google Shape;5457;p74">
                <a:extLst>
                  <a:ext uri="{FF2B5EF4-FFF2-40B4-BE49-F238E27FC236}">
                    <a16:creationId xmlns:a16="http://schemas.microsoft.com/office/drawing/2014/main" id="{6B0086F7-4730-5EB1-AC13-F1117F1567C6}"/>
                  </a:ext>
                </a:extLst>
              </p:cNvPr>
              <p:cNvSpPr/>
              <p:nvPr/>
            </p:nvSpPr>
            <p:spPr>
              <a:xfrm>
                <a:off x="5172984" y="3669651"/>
                <a:ext cx="538" cy="202"/>
              </a:xfrm>
              <a:custGeom>
                <a:avLst/>
                <a:gdLst/>
                <a:ahLst/>
                <a:cxnLst/>
                <a:rect l="l" t="t" r="r" b="b"/>
                <a:pathLst>
                  <a:path w="8" h="3" extrusionOk="0">
                    <a:moveTo>
                      <a:pt x="8" y="2"/>
                    </a:moveTo>
                    <a:cubicBezTo>
                      <a:pt x="5" y="2"/>
                      <a:pt x="2" y="2"/>
                      <a:pt x="1" y="1"/>
                    </a:cubicBezTo>
                    <a:cubicBezTo>
                      <a:pt x="2" y="2"/>
                      <a:pt x="5" y="2"/>
                      <a:pt x="8" y="2"/>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0" name="Google Shape;5458;p74">
                <a:extLst>
                  <a:ext uri="{FF2B5EF4-FFF2-40B4-BE49-F238E27FC236}">
                    <a16:creationId xmlns:a16="http://schemas.microsoft.com/office/drawing/2014/main" id="{3A46A9BC-C0AA-EBE2-C7FD-2FDDAE1AB604}"/>
                  </a:ext>
                </a:extLst>
              </p:cNvPr>
              <p:cNvSpPr/>
              <p:nvPr/>
            </p:nvSpPr>
            <p:spPr>
              <a:xfrm>
                <a:off x="5119472" y="3660834"/>
                <a:ext cx="9558" cy="1548"/>
              </a:xfrm>
              <a:custGeom>
                <a:avLst/>
                <a:gdLst/>
                <a:ahLst/>
                <a:cxnLst/>
                <a:rect l="l" t="t" r="r" b="b"/>
                <a:pathLst>
                  <a:path w="142" h="23" extrusionOk="0">
                    <a:moveTo>
                      <a:pt x="141" y="23"/>
                    </a:moveTo>
                    <a:cubicBezTo>
                      <a:pt x="96" y="16"/>
                      <a:pt x="50" y="7"/>
                      <a:pt x="0" y="0"/>
                    </a:cubicBezTo>
                    <a:cubicBezTo>
                      <a:pt x="50" y="7"/>
                      <a:pt x="96" y="16"/>
                      <a:pt x="141" y="23"/>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1" name="Google Shape;5459;p74">
                <a:extLst>
                  <a:ext uri="{FF2B5EF4-FFF2-40B4-BE49-F238E27FC236}">
                    <a16:creationId xmlns:a16="http://schemas.microsoft.com/office/drawing/2014/main" id="{BB4498A0-26F6-D0B9-6629-BE3C1FF1D948}"/>
                  </a:ext>
                </a:extLst>
              </p:cNvPr>
              <p:cNvSpPr/>
              <p:nvPr/>
            </p:nvSpPr>
            <p:spPr>
              <a:xfrm>
                <a:off x="5160465" y="3667565"/>
                <a:ext cx="67" cy="67"/>
              </a:xfrm>
              <a:custGeom>
                <a:avLst/>
                <a:gdLst/>
                <a:ahLst/>
                <a:cxnLst/>
                <a:rect l="l" t="t" r="r" b="b"/>
                <a:pathLst>
                  <a:path w="1" h="1" extrusionOk="0">
                    <a:moveTo>
                      <a:pt x="0" y="1"/>
                    </a:moveTo>
                    <a:cubicBezTo>
                      <a:pt x="0" y="1"/>
                      <a:pt x="0" y="1"/>
                      <a:pt x="0" y="1"/>
                    </a:cubicBezTo>
                    <a:cubicBezTo>
                      <a:pt x="0" y="1"/>
                      <a:pt x="0" y="1"/>
                      <a:pt x="0" y="1"/>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2" name="Google Shape;5460;p74">
                <a:extLst>
                  <a:ext uri="{FF2B5EF4-FFF2-40B4-BE49-F238E27FC236}">
                    <a16:creationId xmlns:a16="http://schemas.microsoft.com/office/drawing/2014/main" id="{8D12F53E-2366-2DAE-268C-A315153FC125}"/>
                  </a:ext>
                </a:extLst>
              </p:cNvPr>
              <p:cNvSpPr/>
              <p:nvPr/>
            </p:nvSpPr>
            <p:spPr>
              <a:xfrm>
                <a:off x="5130107" y="3662516"/>
                <a:ext cx="10635" cy="1885"/>
              </a:xfrm>
              <a:custGeom>
                <a:avLst/>
                <a:gdLst/>
                <a:ahLst/>
                <a:cxnLst/>
                <a:rect l="l" t="t" r="r" b="b"/>
                <a:pathLst>
                  <a:path w="158" h="28" extrusionOk="0">
                    <a:moveTo>
                      <a:pt x="157" y="28"/>
                    </a:moveTo>
                    <a:cubicBezTo>
                      <a:pt x="108" y="19"/>
                      <a:pt x="56" y="11"/>
                      <a:pt x="0" y="1"/>
                    </a:cubicBezTo>
                    <a:cubicBezTo>
                      <a:pt x="56" y="11"/>
                      <a:pt x="108" y="19"/>
                      <a:pt x="157" y="28"/>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3" name="Google Shape;5461;p74">
                <a:extLst>
                  <a:ext uri="{FF2B5EF4-FFF2-40B4-BE49-F238E27FC236}">
                    <a16:creationId xmlns:a16="http://schemas.microsoft.com/office/drawing/2014/main" id="{8B90FF62-875C-A545-1A0C-6481162AAE61}"/>
                  </a:ext>
                </a:extLst>
              </p:cNvPr>
              <p:cNvSpPr/>
              <p:nvPr/>
            </p:nvSpPr>
            <p:spPr>
              <a:xfrm>
                <a:off x="5019717" y="3644477"/>
                <a:ext cx="16828" cy="2827"/>
              </a:xfrm>
              <a:custGeom>
                <a:avLst/>
                <a:gdLst/>
                <a:ahLst/>
                <a:cxnLst/>
                <a:rect l="l" t="t" r="r" b="b"/>
                <a:pathLst>
                  <a:path w="250" h="42" extrusionOk="0">
                    <a:moveTo>
                      <a:pt x="250" y="41"/>
                    </a:moveTo>
                    <a:cubicBezTo>
                      <a:pt x="169" y="28"/>
                      <a:pt x="86" y="14"/>
                      <a:pt x="1" y="0"/>
                    </a:cubicBezTo>
                    <a:cubicBezTo>
                      <a:pt x="86" y="14"/>
                      <a:pt x="169" y="28"/>
                      <a:pt x="250" y="41"/>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4" name="Google Shape;5462;p74">
                <a:extLst>
                  <a:ext uri="{FF2B5EF4-FFF2-40B4-BE49-F238E27FC236}">
                    <a16:creationId xmlns:a16="http://schemas.microsoft.com/office/drawing/2014/main" id="{D6692F26-6293-820D-7C5C-EA1F1E77D866}"/>
                  </a:ext>
                </a:extLst>
              </p:cNvPr>
              <p:cNvSpPr/>
              <p:nvPr/>
            </p:nvSpPr>
            <p:spPr>
              <a:xfrm>
                <a:off x="4997572" y="3640910"/>
                <a:ext cx="19856" cy="3231"/>
              </a:xfrm>
              <a:custGeom>
                <a:avLst/>
                <a:gdLst/>
                <a:ahLst/>
                <a:cxnLst/>
                <a:rect l="l" t="t" r="r" b="b"/>
                <a:pathLst>
                  <a:path w="295" h="48" extrusionOk="0">
                    <a:moveTo>
                      <a:pt x="294" y="47"/>
                    </a:moveTo>
                    <a:cubicBezTo>
                      <a:pt x="200" y="32"/>
                      <a:pt x="101" y="16"/>
                      <a:pt x="0" y="1"/>
                    </a:cubicBezTo>
                    <a:cubicBezTo>
                      <a:pt x="101" y="16"/>
                      <a:pt x="200" y="32"/>
                      <a:pt x="294" y="47"/>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5" name="Google Shape;5463;p74">
                <a:extLst>
                  <a:ext uri="{FF2B5EF4-FFF2-40B4-BE49-F238E27FC236}">
                    <a16:creationId xmlns:a16="http://schemas.microsoft.com/office/drawing/2014/main" id="{D41CC2DF-FB50-8E89-5C8A-F2C45050DCEF}"/>
                  </a:ext>
                </a:extLst>
              </p:cNvPr>
              <p:cNvSpPr/>
              <p:nvPr/>
            </p:nvSpPr>
            <p:spPr>
              <a:xfrm>
                <a:off x="5039507" y="3647708"/>
                <a:ext cx="14741" cy="2423"/>
              </a:xfrm>
              <a:custGeom>
                <a:avLst/>
                <a:gdLst/>
                <a:ahLst/>
                <a:cxnLst/>
                <a:rect l="l" t="t" r="r" b="b"/>
                <a:pathLst>
                  <a:path w="219" h="36" extrusionOk="0">
                    <a:moveTo>
                      <a:pt x="219" y="36"/>
                    </a:moveTo>
                    <a:cubicBezTo>
                      <a:pt x="148" y="24"/>
                      <a:pt x="74" y="13"/>
                      <a:pt x="1" y="0"/>
                    </a:cubicBezTo>
                    <a:cubicBezTo>
                      <a:pt x="74" y="13"/>
                      <a:pt x="148" y="24"/>
                      <a:pt x="219" y="36"/>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6" name="Google Shape;5464;p74">
                <a:extLst>
                  <a:ext uri="{FF2B5EF4-FFF2-40B4-BE49-F238E27FC236}">
                    <a16:creationId xmlns:a16="http://schemas.microsoft.com/office/drawing/2014/main" id="{8AD77A92-F36E-886B-6EED-18EE03E3C914}"/>
                  </a:ext>
                </a:extLst>
              </p:cNvPr>
              <p:cNvSpPr/>
              <p:nvPr/>
            </p:nvSpPr>
            <p:spPr>
              <a:xfrm>
                <a:off x="5105673" y="3658545"/>
                <a:ext cx="9154" cy="1548"/>
              </a:xfrm>
              <a:custGeom>
                <a:avLst/>
                <a:gdLst/>
                <a:ahLst/>
                <a:cxnLst/>
                <a:rect l="l" t="t" r="r" b="b"/>
                <a:pathLst>
                  <a:path w="136" h="23" extrusionOk="0">
                    <a:moveTo>
                      <a:pt x="136" y="23"/>
                    </a:moveTo>
                    <a:cubicBezTo>
                      <a:pt x="92" y="14"/>
                      <a:pt x="47" y="7"/>
                      <a:pt x="0" y="0"/>
                    </a:cubicBezTo>
                    <a:cubicBezTo>
                      <a:pt x="47" y="7"/>
                      <a:pt x="92" y="14"/>
                      <a:pt x="136" y="23"/>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7" name="Google Shape;5465;p74">
                <a:extLst>
                  <a:ext uri="{FF2B5EF4-FFF2-40B4-BE49-F238E27FC236}">
                    <a16:creationId xmlns:a16="http://schemas.microsoft.com/office/drawing/2014/main" id="{08594C44-D34B-14DE-7630-6AC0E6F6778C}"/>
                  </a:ext>
                </a:extLst>
              </p:cNvPr>
              <p:cNvSpPr/>
              <p:nvPr/>
            </p:nvSpPr>
            <p:spPr>
              <a:xfrm>
                <a:off x="5091538" y="3656189"/>
                <a:ext cx="11779" cy="1952"/>
              </a:xfrm>
              <a:custGeom>
                <a:avLst/>
                <a:gdLst/>
                <a:ahLst/>
                <a:cxnLst/>
                <a:rect l="l" t="t" r="r" b="b"/>
                <a:pathLst>
                  <a:path w="175" h="29" extrusionOk="0">
                    <a:moveTo>
                      <a:pt x="175" y="28"/>
                    </a:moveTo>
                    <a:cubicBezTo>
                      <a:pt x="118" y="20"/>
                      <a:pt x="60" y="10"/>
                      <a:pt x="1" y="0"/>
                    </a:cubicBezTo>
                    <a:cubicBezTo>
                      <a:pt x="60" y="10"/>
                      <a:pt x="118" y="20"/>
                      <a:pt x="175" y="28"/>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8" name="Google Shape;5466;p74">
                <a:extLst>
                  <a:ext uri="{FF2B5EF4-FFF2-40B4-BE49-F238E27FC236}">
                    <a16:creationId xmlns:a16="http://schemas.microsoft.com/office/drawing/2014/main" id="{A0E70238-DD67-A9FB-11D6-F2C1399AB24F}"/>
                  </a:ext>
                </a:extLst>
              </p:cNvPr>
              <p:cNvSpPr/>
              <p:nvPr/>
            </p:nvSpPr>
            <p:spPr>
              <a:xfrm>
                <a:off x="5057209" y="3650535"/>
                <a:ext cx="13664" cy="2356"/>
              </a:xfrm>
              <a:custGeom>
                <a:avLst/>
                <a:gdLst/>
                <a:ahLst/>
                <a:cxnLst/>
                <a:rect l="l" t="t" r="r" b="b"/>
                <a:pathLst>
                  <a:path w="203" h="35" extrusionOk="0">
                    <a:moveTo>
                      <a:pt x="203" y="35"/>
                    </a:moveTo>
                    <a:cubicBezTo>
                      <a:pt x="138" y="23"/>
                      <a:pt x="70" y="12"/>
                      <a:pt x="1" y="1"/>
                    </a:cubicBezTo>
                    <a:cubicBezTo>
                      <a:pt x="70" y="12"/>
                      <a:pt x="138" y="23"/>
                      <a:pt x="203" y="35"/>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9" name="Google Shape;5467;p74">
                <a:extLst>
                  <a:ext uri="{FF2B5EF4-FFF2-40B4-BE49-F238E27FC236}">
                    <a16:creationId xmlns:a16="http://schemas.microsoft.com/office/drawing/2014/main" id="{758B535E-036D-E6BB-F65E-7734D247447A}"/>
                  </a:ext>
                </a:extLst>
              </p:cNvPr>
              <p:cNvSpPr/>
              <p:nvPr/>
            </p:nvSpPr>
            <p:spPr>
              <a:xfrm>
                <a:off x="5073903" y="3653295"/>
                <a:ext cx="14674" cy="2423"/>
              </a:xfrm>
              <a:custGeom>
                <a:avLst/>
                <a:gdLst/>
                <a:ahLst/>
                <a:cxnLst/>
                <a:rect l="l" t="t" r="r" b="b"/>
                <a:pathLst>
                  <a:path w="218" h="36" extrusionOk="0">
                    <a:moveTo>
                      <a:pt x="218" y="36"/>
                    </a:moveTo>
                    <a:cubicBezTo>
                      <a:pt x="149" y="25"/>
                      <a:pt x="75" y="13"/>
                      <a:pt x="0" y="1"/>
                    </a:cubicBezTo>
                    <a:cubicBezTo>
                      <a:pt x="75" y="13"/>
                      <a:pt x="149" y="25"/>
                      <a:pt x="218" y="36"/>
                    </a:cubicBezTo>
                    <a:close/>
                  </a:path>
                </a:pathLst>
              </a:custGeom>
              <a:solidFill>
                <a:srgbClr val="3B69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0" name="Google Shape;5468;p74">
                <a:extLst>
                  <a:ext uri="{FF2B5EF4-FFF2-40B4-BE49-F238E27FC236}">
                    <a16:creationId xmlns:a16="http://schemas.microsoft.com/office/drawing/2014/main" id="{C89C5BFA-D0C4-89D5-61A0-FC1CFDDE1FBD}"/>
                  </a:ext>
                </a:extLst>
              </p:cNvPr>
              <p:cNvSpPr/>
              <p:nvPr/>
            </p:nvSpPr>
            <p:spPr>
              <a:xfrm>
                <a:off x="5270787" y="3615130"/>
                <a:ext cx="341935" cy="444179"/>
              </a:xfrm>
              <a:custGeom>
                <a:avLst/>
                <a:gdLst/>
                <a:ahLst/>
                <a:cxnLst/>
                <a:rect l="l" t="t" r="r" b="b"/>
                <a:pathLst>
                  <a:path w="5080" h="6599" extrusionOk="0">
                    <a:moveTo>
                      <a:pt x="1" y="1"/>
                    </a:moveTo>
                    <a:lnTo>
                      <a:pt x="1" y="1"/>
                    </a:lnTo>
                    <a:cubicBezTo>
                      <a:pt x="446" y="469"/>
                      <a:pt x="1341" y="1478"/>
                      <a:pt x="2670" y="3294"/>
                    </a:cubicBezTo>
                    <a:cubicBezTo>
                      <a:pt x="4027" y="5147"/>
                      <a:pt x="4762" y="5714"/>
                      <a:pt x="5080" y="6599"/>
                    </a:cubicBezTo>
                    <a:cubicBezTo>
                      <a:pt x="4524" y="1899"/>
                      <a:pt x="1" y="1"/>
                      <a:pt x="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1" name="Google Shape;5469;p74">
                <a:extLst>
                  <a:ext uri="{FF2B5EF4-FFF2-40B4-BE49-F238E27FC236}">
                    <a16:creationId xmlns:a16="http://schemas.microsoft.com/office/drawing/2014/main" id="{21552455-0DF9-A32E-9FCB-C568DD1FE521}"/>
                  </a:ext>
                </a:extLst>
              </p:cNvPr>
              <p:cNvSpPr/>
              <p:nvPr/>
            </p:nvSpPr>
            <p:spPr>
              <a:xfrm>
                <a:off x="4915452" y="4026466"/>
                <a:ext cx="629820" cy="573818"/>
              </a:xfrm>
              <a:custGeom>
                <a:avLst/>
                <a:gdLst/>
                <a:ahLst/>
                <a:cxnLst/>
                <a:rect l="l" t="t" r="r" b="b"/>
                <a:pathLst>
                  <a:path w="9357" h="8525" extrusionOk="0">
                    <a:moveTo>
                      <a:pt x="4678" y="1"/>
                    </a:moveTo>
                    <a:cubicBezTo>
                      <a:pt x="3588" y="1"/>
                      <a:pt x="2497" y="416"/>
                      <a:pt x="1664" y="1248"/>
                    </a:cubicBezTo>
                    <a:cubicBezTo>
                      <a:pt x="1" y="2913"/>
                      <a:pt x="1" y="5612"/>
                      <a:pt x="1664" y="7275"/>
                    </a:cubicBezTo>
                    <a:cubicBezTo>
                      <a:pt x="2497" y="8108"/>
                      <a:pt x="3588" y="8524"/>
                      <a:pt x="4678" y="8524"/>
                    </a:cubicBezTo>
                    <a:cubicBezTo>
                      <a:pt x="5769" y="8524"/>
                      <a:pt x="6860" y="8108"/>
                      <a:pt x="7691" y="7275"/>
                    </a:cubicBezTo>
                    <a:cubicBezTo>
                      <a:pt x="9356" y="5612"/>
                      <a:pt x="9356" y="2913"/>
                      <a:pt x="7691" y="1248"/>
                    </a:cubicBezTo>
                    <a:cubicBezTo>
                      <a:pt x="6860" y="416"/>
                      <a:pt x="5769" y="1"/>
                      <a:pt x="4678" y="1"/>
                    </a:cubicBezTo>
                    <a:close/>
                  </a:path>
                </a:pathLst>
              </a:custGeom>
              <a:gradFill>
                <a:gsLst>
                  <a:gs pos="0">
                    <a:schemeClr val="lt1"/>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2" name="Google Shape;5470;p74">
                <a:extLst>
                  <a:ext uri="{FF2B5EF4-FFF2-40B4-BE49-F238E27FC236}">
                    <a16:creationId xmlns:a16="http://schemas.microsoft.com/office/drawing/2014/main" id="{5630EAC3-D52C-40D7-1945-91683B5F8141}"/>
                  </a:ext>
                </a:extLst>
              </p:cNvPr>
              <p:cNvSpPr/>
              <p:nvPr/>
            </p:nvSpPr>
            <p:spPr>
              <a:xfrm>
                <a:off x="5015342" y="4098152"/>
                <a:ext cx="430313" cy="430246"/>
              </a:xfrm>
              <a:custGeom>
                <a:avLst/>
                <a:gdLst/>
                <a:ahLst/>
                <a:cxnLst/>
                <a:rect l="l" t="t" r="r" b="b"/>
                <a:pathLst>
                  <a:path w="6393" h="6392" extrusionOk="0">
                    <a:moveTo>
                      <a:pt x="2703" y="214"/>
                    </a:moveTo>
                    <a:lnTo>
                      <a:pt x="2703" y="1977"/>
                    </a:lnTo>
                    <a:lnTo>
                      <a:pt x="1455" y="729"/>
                    </a:lnTo>
                    <a:cubicBezTo>
                      <a:pt x="1820" y="470"/>
                      <a:pt x="2244" y="291"/>
                      <a:pt x="2703" y="214"/>
                    </a:cubicBezTo>
                    <a:close/>
                    <a:moveTo>
                      <a:pt x="3691" y="214"/>
                    </a:moveTo>
                    <a:cubicBezTo>
                      <a:pt x="4151" y="291"/>
                      <a:pt x="4575" y="470"/>
                      <a:pt x="4939" y="729"/>
                    </a:cubicBezTo>
                    <a:lnTo>
                      <a:pt x="3691" y="1977"/>
                    </a:lnTo>
                    <a:lnTo>
                      <a:pt x="3691" y="214"/>
                    </a:lnTo>
                    <a:close/>
                    <a:moveTo>
                      <a:pt x="751" y="1423"/>
                    </a:moveTo>
                    <a:lnTo>
                      <a:pt x="2005" y="2675"/>
                    </a:lnTo>
                    <a:lnTo>
                      <a:pt x="220" y="2675"/>
                    </a:lnTo>
                    <a:cubicBezTo>
                      <a:pt x="300" y="2213"/>
                      <a:pt x="487" y="1788"/>
                      <a:pt x="751" y="1423"/>
                    </a:cubicBezTo>
                    <a:close/>
                    <a:moveTo>
                      <a:pt x="5642" y="1423"/>
                    </a:moveTo>
                    <a:cubicBezTo>
                      <a:pt x="5908" y="1788"/>
                      <a:pt x="6093" y="2213"/>
                      <a:pt x="6173" y="2675"/>
                    </a:cubicBezTo>
                    <a:lnTo>
                      <a:pt x="4390" y="2675"/>
                    </a:lnTo>
                    <a:lnTo>
                      <a:pt x="5642" y="1423"/>
                    </a:lnTo>
                    <a:close/>
                    <a:moveTo>
                      <a:pt x="3197" y="2812"/>
                    </a:moveTo>
                    <a:cubicBezTo>
                      <a:pt x="2985" y="2812"/>
                      <a:pt x="2814" y="2985"/>
                      <a:pt x="2814" y="3197"/>
                    </a:cubicBezTo>
                    <a:cubicBezTo>
                      <a:pt x="2814" y="3407"/>
                      <a:pt x="2985" y="3580"/>
                      <a:pt x="3197" y="3580"/>
                    </a:cubicBezTo>
                    <a:cubicBezTo>
                      <a:pt x="3409" y="3580"/>
                      <a:pt x="3581" y="3407"/>
                      <a:pt x="3581" y="3197"/>
                    </a:cubicBezTo>
                    <a:cubicBezTo>
                      <a:pt x="3581" y="2985"/>
                      <a:pt x="3409" y="2812"/>
                      <a:pt x="3197" y="2812"/>
                    </a:cubicBezTo>
                    <a:close/>
                    <a:moveTo>
                      <a:pt x="3197" y="2258"/>
                    </a:moveTo>
                    <a:cubicBezTo>
                      <a:pt x="3714" y="2258"/>
                      <a:pt x="4135" y="2678"/>
                      <a:pt x="4135" y="3197"/>
                    </a:cubicBezTo>
                    <a:cubicBezTo>
                      <a:pt x="4135" y="3714"/>
                      <a:pt x="3714" y="4134"/>
                      <a:pt x="3197" y="4134"/>
                    </a:cubicBezTo>
                    <a:cubicBezTo>
                      <a:pt x="2679" y="4134"/>
                      <a:pt x="2258" y="3714"/>
                      <a:pt x="2258" y="3197"/>
                    </a:cubicBezTo>
                    <a:cubicBezTo>
                      <a:pt x="2258" y="2678"/>
                      <a:pt x="2679" y="2258"/>
                      <a:pt x="3197" y="2258"/>
                    </a:cubicBezTo>
                    <a:close/>
                    <a:moveTo>
                      <a:pt x="2004" y="3663"/>
                    </a:moveTo>
                    <a:lnTo>
                      <a:pt x="729" y="4938"/>
                    </a:lnTo>
                    <a:cubicBezTo>
                      <a:pt x="466" y="4566"/>
                      <a:pt x="285" y="4132"/>
                      <a:pt x="211" y="3663"/>
                    </a:cubicBezTo>
                    <a:close/>
                    <a:moveTo>
                      <a:pt x="6183" y="3663"/>
                    </a:moveTo>
                    <a:cubicBezTo>
                      <a:pt x="6110" y="4132"/>
                      <a:pt x="5929" y="4566"/>
                      <a:pt x="5665" y="4938"/>
                    </a:cubicBezTo>
                    <a:lnTo>
                      <a:pt x="4390" y="3663"/>
                    </a:lnTo>
                    <a:close/>
                    <a:moveTo>
                      <a:pt x="2703" y="4363"/>
                    </a:moveTo>
                    <a:lnTo>
                      <a:pt x="2703" y="6178"/>
                    </a:lnTo>
                    <a:cubicBezTo>
                      <a:pt x="2231" y="6100"/>
                      <a:pt x="1796" y="5912"/>
                      <a:pt x="1424" y="5642"/>
                    </a:cubicBezTo>
                    <a:lnTo>
                      <a:pt x="2703" y="4363"/>
                    </a:lnTo>
                    <a:close/>
                    <a:moveTo>
                      <a:pt x="3691" y="4363"/>
                    </a:moveTo>
                    <a:lnTo>
                      <a:pt x="4971" y="5642"/>
                    </a:lnTo>
                    <a:cubicBezTo>
                      <a:pt x="4599" y="5912"/>
                      <a:pt x="4163" y="6100"/>
                      <a:pt x="3691" y="6178"/>
                    </a:cubicBezTo>
                    <a:lnTo>
                      <a:pt x="3691" y="4363"/>
                    </a:lnTo>
                    <a:close/>
                    <a:moveTo>
                      <a:pt x="3197" y="1"/>
                    </a:moveTo>
                    <a:cubicBezTo>
                      <a:pt x="1435" y="1"/>
                      <a:pt x="1" y="1434"/>
                      <a:pt x="1" y="3197"/>
                    </a:cubicBezTo>
                    <a:cubicBezTo>
                      <a:pt x="1" y="4958"/>
                      <a:pt x="1435" y="6391"/>
                      <a:pt x="3197" y="6391"/>
                    </a:cubicBezTo>
                    <a:cubicBezTo>
                      <a:pt x="4959" y="6391"/>
                      <a:pt x="6393" y="4958"/>
                      <a:pt x="6393" y="3197"/>
                    </a:cubicBezTo>
                    <a:cubicBezTo>
                      <a:pt x="6393" y="1434"/>
                      <a:pt x="4959" y="1"/>
                      <a:pt x="3197" y="1"/>
                    </a:cubicBezTo>
                    <a:close/>
                  </a:path>
                </a:pathLst>
              </a:custGeom>
              <a:gradFill>
                <a:gsLst>
                  <a:gs pos="0">
                    <a:schemeClr val="accent2"/>
                  </a:gs>
                  <a:gs pos="100000">
                    <a:schemeClr val="accent6"/>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3" name="Google Shape;5471;p74">
                <a:extLst>
                  <a:ext uri="{FF2B5EF4-FFF2-40B4-BE49-F238E27FC236}">
                    <a16:creationId xmlns:a16="http://schemas.microsoft.com/office/drawing/2014/main" id="{914FDF46-A932-98EF-304A-934596E23FC2}"/>
                  </a:ext>
                </a:extLst>
              </p:cNvPr>
              <p:cNvSpPr/>
              <p:nvPr/>
            </p:nvSpPr>
            <p:spPr>
              <a:xfrm>
                <a:off x="2177442" y="4026399"/>
                <a:ext cx="629820" cy="573818"/>
              </a:xfrm>
              <a:custGeom>
                <a:avLst/>
                <a:gdLst/>
                <a:ahLst/>
                <a:cxnLst/>
                <a:rect l="l" t="t" r="r" b="b"/>
                <a:pathLst>
                  <a:path w="9357" h="8525" extrusionOk="0">
                    <a:moveTo>
                      <a:pt x="4679" y="0"/>
                    </a:moveTo>
                    <a:cubicBezTo>
                      <a:pt x="3588" y="0"/>
                      <a:pt x="2498" y="417"/>
                      <a:pt x="1666" y="1249"/>
                    </a:cubicBezTo>
                    <a:cubicBezTo>
                      <a:pt x="1" y="2913"/>
                      <a:pt x="1" y="5611"/>
                      <a:pt x="1666" y="7276"/>
                    </a:cubicBezTo>
                    <a:cubicBezTo>
                      <a:pt x="2498" y="8108"/>
                      <a:pt x="3588" y="8524"/>
                      <a:pt x="4679" y="8524"/>
                    </a:cubicBezTo>
                    <a:cubicBezTo>
                      <a:pt x="5770" y="8524"/>
                      <a:pt x="6860" y="8108"/>
                      <a:pt x="7693" y="7276"/>
                    </a:cubicBezTo>
                    <a:cubicBezTo>
                      <a:pt x="9357" y="5611"/>
                      <a:pt x="9357" y="2913"/>
                      <a:pt x="7693" y="1249"/>
                    </a:cubicBezTo>
                    <a:cubicBezTo>
                      <a:pt x="6860" y="417"/>
                      <a:pt x="5770" y="0"/>
                      <a:pt x="4679" y="0"/>
                    </a:cubicBezTo>
                    <a:close/>
                  </a:path>
                </a:pathLst>
              </a:custGeom>
              <a:gradFill>
                <a:gsLst>
                  <a:gs pos="0">
                    <a:schemeClr val="lt1"/>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4" name="Google Shape;5472;p74">
                <a:extLst>
                  <a:ext uri="{FF2B5EF4-FFF2-40B4-BE49-F238E27FC236}">
                    <a16:creationId xmlns:a16="http://schemas.microsoft.com/office/drawing/2014/main" id="{77C61CBB-7FC7-832A-0D93-5A3849D18B2C}"/>
                  </a:ext>
                </a:extLst>
              </p:cNvPr>
              <p:cNvSpPr/>
              <p:nvPr/>
            </p:nvSpPr>
            <p:spPr>
              <a:xfrm>
                <a:off x="2277331" y="4098152"/>
                <a:ext cx="430313" cy="430246"/>
              </a:xfrm>
              <a:custGeom>
                <a:avLst/>
                <a:gdLst/>
                <a:ahLst/>
                <a:cxnLst/>
                <a:rect l="l" t="t" r="r" b="b"/>
                <a:pathLst>
                  <a:path w="6393" h="6392" extrusionOk="0">
                    <a:moveTo>
                      <a:pt x="2704" y="214"/>
                    </a:moveTo>
                    <a:lnTo>
                      <a:pt x="2704" y="1977"/>
                    </a:lnTo>
                    <a:lnTo>
                      <a:pt x="1455" y="729"/>
                    </a:lnTo>
                    <a:cubicBezTo>
                      <a:pt x="1820" y="470"/>
                      <a:pt x="2244" y="291"/>
                      <a:pt x="2704" y="214"/>
                    </a:cubicBezTo>
                    <a:close/>
                    <a:moveTo>
                      <a:pt x="3692" y="214"/>
                    </a:moveTo>
                    <a:cubicBezTo>
                      <a:pt x="4151" y="291"/>
                      <a:pt x="4575" y="470"/>
                      <a:pt x="4940" y="729"/>
                    </a:cubicBezTo>
                    <a:lnTo>
                      <a:pt x="3692" y="1977"/>
                    </a:lnTo>
                    <a:lnTo>
                      <a:pt x="3692" y="214"/>
                    </a:lnTo>
                    <a:close/>
                    <a:moveTo>
                      <a:pt x="752" y="1423"/>
                    </a:moveTo>
                    <a:lnTo>
                      <a:pt x="2005" y="2675"/>
                    </a:lnTo>
                    <a:lnTo>
                      <a:pt x="220" y="2675"/>
                    </a:lnTo>
                    <a:cubicBezTo>
                      <a:pt x="301" y="2213"/>
                      <a:pt x="487" y="1788"/>
                      <a:pt x="752" y="1423"/>
                    </a:cubicBezTo>
                    <a:close/>
                    <a:moveTo>
                      <a:pt x="5642" y="1423"/>
                    </a:moveTo>
                    <a:cubicBezTo>
                      <a:pt x="5908" y="1788"/>
                      <a:pt x="6094" y="2213"/>
                      <a:pt x="6175" y="2675"/>
                    </a:cubicBezTo>
                    <a:lnTo>
                      <a:pt x="4390" y="2675"/>
                    </a:lnTo>
                    <a:lnTo>
                      <a:pt x="5642" y="1423"/>
                    </a:lnTo>
                    <a:close/>
                    <a:moveTo>
                      <a:pt x="3197" y="2812"/>
                    </a:moveTo>
                    <a:cubicBezTo>
                      <a:pt x="2986" y="2812"/>
                      <a:pt x="2814" y="2985"/>
                      <a:pt x="2814" y="3197"/>
                    </a:cubicBezTo>
                    <a:cubicBezTo>
                      <a:pt x="2814" y="3407"/>
                      <a:pt x="2986" y="3580"/>
                      <a:pt x="3197" y="3580"/>
                    </a:cubicBezTo>
                    <a:cubicBezTo>
                      <a:pt x="3409" y="3580"/>
                      <a:pt x="3581" y="3407"/>
                      <a:pt x="3581" y="3197"/>
                    </a:cubicBezTo>
                    <a:cubicBezTo>
                      <a:pt x="3581" y="2985"/>
                      <a:pt x="3409" y="2812"/>
                      <a:pt x="3197" y="2812"/>
                    </a:cubicBezTo>
                    <a:close/>
                    <a:moveTo>
                      <a:pt x="3197" y="2258"/>
                    </a:moveTo>
                    <a:cubicBezTo>
                      <a:pt x="3716" y="2258"/>
                      <a:pt x="4135" y="2678"/>
                      <a:pt x="4135" y="3197"/>
                    </a:cubicBezTo>
                    <a:cubicBezTo>
                      <a:pt x="4135" y="3714"/>
                      <a:pt x="3716" y="4134"/>
                      <a:pt x="3197" y="4134"/>
                    </a:cubicBezTo>
                    <a:cubicBezTo>
                      <a:pt x="2679" y="4134"/>
                      <a:pt x="2258" y="3714"/>
                      <a:pt x="2258" y="3197"/>
                    </a:cubicBezTo>
                    <a:cubicBezTo>
                      <a:pt x="2258" y="2678"/>
                      <a:pt x="2679" y="2258"/>
                      <a:pt x="3197" y="2258"/>
                    </a:cubicBezTo>
                    <a:close/>
                    <a:moveTo>
                      <a:pt x="2005" y="3663"/>
                    </a:moveTo>
                    <a:lnTo>
                      <a:pt x="730" y="4938"/>
                    </a:lnTo>
                    <a:cubicBezTo>
                      <a:pt x="466" y="4566"/>
                      <a:pt x="285" y="4132"/>
                      <a:pt x="212" y="3663"/>
                    </a:cubicBezTo>
                    <a:close/>
                    <a:moveTo>
                      <a:pt x="6183" y="3663"/>
                    </a:moveTo>
                    <a:cubicBezTo>
                      <a:pt x="6110" y="4132"/>
                      <a:pt x="5929" y="4566"/>
                      <a:pt x="5665" y="4938"/>
                    </a:cubicBezTo>
                    <a:lnTo>
                      <a:pt x="4390" y="3663"/>
                    </a:lnTo>
                    <a:close/>
                    <a:moveTo>
                      <a:pt x="2704" y="4363"/>
                    </a:moveTo>
                    <a:lnTo>
                      <a:pt x="2704" y="6178"/>
                    </a:lnTo>
                    <a:cubicBezTo>
                      <a:pt x="2231" y="6100"/>
                      <a:pt x="1796" y="5912"/>
                      <a:pt x="1424" y="5642"/>
                    </a:cubicBezTo>
                    <a:lnTo>
                      <a:pt x="2704" y="4363"/>
                    </a:lnTo>
                    <a:close/>
                    <a:moveTo>
                      <a:pt x="3692" y="4363"/>
                    </a:moveTo>
                    <a:lnTo>
                      <a:pt x="4971" y="5642"/>
                    </a:lnTo>
                    <a:cubicBezTo>
                      <a:pt x="4599" y="5912"/>
                      <a:pt x="4164" y="6100"/>
                      <a:pt x="3692" y="6178"/>
                    </a:cubicBezTo>
                    <a:lnTo>
                      <a:pt x="3692" y="4363"/>
                    </a:lnTo>
                    <a:close/>
                    <a:moveTo>
                      <a:pt x="3197" y="1"/>
                    </a:moveTo>
                    <a:cubicBezTo>
                      <a:pt x="1436" y="1"/>
                      <a:pt x="1" y="1434"/>
                      <a:pt x="1" y="3197"/>
                    </a:cubicBezTo>
                    <a:cubicBezTo>
                      <a:pt x="1" y="4958"/>
                      <a:pt x="1436" y="6391"/>
                      <a:pt x="3197" y="6391"/>
                    </a:cubicBezTo>
                    <a:cubicBezTo>
                      <a:pt x="4959" y="6391"/>
                      <a:pt x="6393" y="4958"/>
                      <a:pt x="6393" y="3197"/>
                    </a:cubicBezTo>
                    <a:cubicBezTo>
                      <a:pt x="6393" y="1434"/>
                      <a:pt x="4959" y="1"/>
                      <a:pt x="3197" y="1"/>
                    </a:cubicBezTo>
                    <a:close/>
                  </a:path>
                </a:pathLst>
              </a:custGeom>
              <a:gradFill>
                <a:gsLst>
                  <a:gs pos="0">
                    <a:schemeClr val="accent2"/>
                  </a:gs>
                  <a:gs pos="100000">
                    <a:schemeClr val="accent6"/>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5" name="Google Shape;5473;p74">
                <a:extLst>
                  <a:ext uri="{FF2B5EF4-FFF2-40B4-BE49-F238E27FC236}">
                    <a16:creationId xmlns:a16="http://schemas.microsoft.com/office/drawing/2014/main" id="{BE5F5587-984D-155A-EC66-D86034F4B1A8}"/>
                  </a:ext>
                </a:extLst>
              </p:cNvPr>
              <p:cNvSpPr/>
              <p:nvPr/>
            </p:nvSpPr>
            <p:spPr>
              <a:xfrm>
                <a:off x="2220925" y="3040295"/>
                <a:ext cx="268567" cy="395110"/>
              </a:xfrm>
              <a:custGeom>
                <a:avLst/>
                <a:gdLst/>
                <a:ahLst/>
                <a:cxnLst/>
                <a:rect l="l" t="t" r="r" b="b"/>
                <a:pathLst>
                  <a:path w="3990" h="5870" extrusionOk="0">
                    <a:moveTo>
                      <a:pt x="3811" y="1"/>
                    </a:moveTo>
                    <a:cubicBezTo>
                      <a:pt x="1670" y="1864"/>
                      <a:pt x="558" y="3984"/>
                      <a:pt x="1" y="5869"/>
                    </a:cubicBezTo>
                    <a:lnTo>
                      <a:pt x="624" y="5573"/>
                    </a:lnTo>
                    <a:cubicBezTo>
                      <a:pt x="1188" y="5304"/>
                      <a:pt x="1674" y="4898"/>
                      <a:pt x="2040" y="4392"/>
                    </a:cubicBezTo>
                    <a:lnTo>
                      <a:pt x="3164" y="2836"/>
                    </a:lnTo>
                    <a:cubicBezTo>
                      <a:pt x="3755" y="2018"/>
                      <a:pt x="3990" y="994"/>
                      <a:pt x="381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6" name="Google Shape;5474;p74">
                <a:extLst>
                  <a:ext uri="{FF2B5EF4-FFF2-40B4-BE49-F238E27FC236}">
                    <a16:creationId xmlns:a16="http://schemas.microsoft.com/office/drawing/2014/main" id="{1870ECBA-F33D-0CE5-B5FA-0CCA6A20DCAB}"/>
                  </a:ext>
                </a:extLst>
              </p:cNvPr>
              <p:cNvSpPr/>
              <p:nvPr/>
            </p:nvSpPr>
            <p:spPr>
              <a:xfrm>
                <a:off x="713225" y="4582521"/>
                <a:ext cx="5046298" cy="35203"/>
              </a:xfrm>
              <a:custGeom>
                <a:avLst/>
                <a:gdLst/>
                <a:ahLst/>
                <a:cxnLst/>
                <a:rect l="l" t="t" r="r" b="b"/>
                <a:pathLst>
                  <a:path w="74971" h="523" extrusionOk="0">
                    <a:moveTo>
                      <a:pt x="262" y="1"/>
                    </a:moveTo>
                    <a:cubicBezTo>
                      <a:pt x="118" y="1"/>
                      <a:pt x="0" y="118"/>
                      <a:pt x="0" y="262"/>
                    </a:cubicBezTo>
                    <a:cubicBezTo>
                      <a:pt x="0" y="407"/>
                      <a:pt x="118" y="522"/>
                      <a:pt x="262" y="522"/>
                    </a:cubicBezTo>
                    <a:lnTo>
                      <a:pt x="74709" y="522"/>
                    </a:lnTo>
                    <a:cubicBezTo>
                      <a:pt x="74854" y="522"/>
                      <a:pt x="74971" y="407"/>
                      <a:pt x="74971" y="262"/>
                    </a:cubicBezTo>
                    <a:cubicBezTo>
                      <a:pt x="74971" y="118"/>
                      <a:pt x="74854" y="1"/>
                      <a:pt x="7470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7" name="Google Shape;5475;p74">
                <a:extLst>
                  <a:ext uri="{FF2B5EF4-FFF2-40B4-BE49-F238E27FC236}">
                    <a16:creationId xmlns:a16="http://schemas.microsoft.com/office/drawing/2014/main" id="{E75EA0B5-1F07-D9CD-5684-22B563AB430C}"/>
                  </a:ext>
                </a:extLst>
              </p:cNvPr>
              <p:cNvSpPr/>
              <p:nvPr/>
            </p:nvSpPr>
            <p:spPr>
              <a:xfrm>
                <a:off x="2605136" y="3533885"/>
                <a:ext cx="2346965" cy="844808"/>
              </a:xfrm>
              <a:custGeom>
                <a:avLst/>
                <a:gdLst/>
                <a:ahLst/>
                <a:cxnLst/>
                <a:rect l="l" t="t" r="r" b="b"/>
                <a:pathLst>
                  <a:path w="34868" h="12551" extrusionOk="0">
                    <a:moveTo>
                      <a:pt x="0" y="1"/>
                    </a:moveTo>
                    <a:cubicBezTo>
                      <a:pt x="6310" y="6464"/>
                      <a:pt x="5441" y="8785"/>
                      <a:pt x="5441" y="8785"/>
                    </a:cubicBezTo>
                    <a:lnTo>
                      <a:pt x="33794" y="10942"/>
                    </a:lnTo>
                    <a:cubicBezTo>
                      <a:pt x="33249" y="8390"/>
                      <a:pt x="34868" y="3915"/>
                      <a:pt x="34868" y="3915"/>
                    </a:cubicBezTo>
                    <a:cubicBezTo>
                      <a:pt x="17659" y="1253"/>
                      <a:pt x="1" y="1"/>
                      <a:pt x="0" y="1"/>
                    </a:cubicBezTo>
                    <a:close/>
                    <a:moveTo>
                      <a:pt x="3405" y="9441"/>
                    </a:moveTo>
                    <a:lnTo>
                      <a:pt x="3405" y="9441"/>
                    </a:lnTo>
                    <a:cubicBezTo>
                      <a:pt x="3548" y="9919"/>
                      <a:pt x="3626" y="10424"/>
                      <a:pt x="3626" y="10948"/>
                    </a:cubicBezTo>
                    <a:cubicBezTo>
                      <a:pt x="3626" y="11221"/>
                      <a:pt x="3605" y="11488"/>
                      <a:pt x="3565" y="11751"/>
                    </a:cubicBezTo>
                    <a:lnTo>
                      <a:pt x="34058" y="12551"/>
                    </a:lnTo>
                    <a:cubicBezTo>
                      <a:pt x="33975" y="12295"/>
                      <a:pt x="33912" y="12031"/>
                      <a:pt x="33870" y="11758"/>
                    </a:cubicBezTo>
                    <a:cubicBezTo>
                      <a:pt x="25641" y="11618"/>
                      <a:pt x="17409" y="11441"/>
                      <a:pt x="9199" y="10866"/>
                    </a:cubicBezTo>
                    <a:cubicBezTo>
                      <a:pt x="8037" y="10785"/>
                      <a:pt x="6864" y="10685"/>
                      <a:pt x="5736" y="10384"/>
                    </a:cubicBezTo>
                    <a:cubicBezTo>
                      <a:pt x="4914" y="10163"/>
                      <a:pt x="4173" y="9795"/>
                      <a:pt x="3405" y="944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8" name="Google Shape;5476;p74">
                <a:extLst>
                  <a:ext uri="{FF2B5EF4-FFF2-40B4-BE49-F238E27FC236}">
                    <a16:creationId xmlns:a16="http://schemas.microsoft.com/office/drawing/2014/main" id="{41EE9D57-E90B-46DD-DE97-51489AF14C35}"/>
                  </a:ext>
                </a:extLst>
              </p:cNvPr>
              <p:cNvSpPr/>
              <p:nvPr/>
            </p:nvSpPr>
            <p:spPr>
              <a:xfrm>
                <a:off x="2603992" y="2972513"/>
                <a:ext cx="2585512" cy="1303727"/>
              </a:xfrm>
              <a:custGeom>
                <a:avLst/>
                <a:gdLst/>
                <a:ahLst/>
                <a:cxnLst/>
                <a:rect l="l" t="t" r="r" b="b"/>
                <a:pathLst>
                  <a:path w="38412" h="19369" extrusionOk="0">
                    <a:moveTo>
                      <a:pt x="12844" y="1662"/>
                    </a:moveTo>
                    <a:cubicBezTo>
                      <a:pt x="13608" y="1662"/>
                      <a:pt x="14368" y="1678"/>
                      <a:pt x="15115" y="1712"/>
                    </a:cubicBezTo>
                    <a:lnTo>
                      <a:pt x="15115" y="6912"/>
                    </a:lnTo>
                    <a:cubicBezTo>
                      <a:pt x="10286" y="6379"/>
                      <a:pt x="6533" y="6112"/>
                      <a:pt x="3880" y="6112"/>
                    </a:cubicBezTo>
                    <a:cubicBezTo>
                      <a:pt x="3454" y="6112"/>
                      <a:pt x="3055" y="6119"/>
                      <a:pt x="2685" y="6133"/>
                    </a:cubicBezTo>
                    <a:cubicBezTo>
                      <a:pt x="2815" y="5374"/>
                      <a:pt x="3554" y="2400"/>
                      <a:pt x="7256" y="1970"/>
                    </a:cubicBezTo>
                    <a:cubicBezTo>
                      <a:pt x="9027" y="1765"/>
                      <a:pt x="10945" y="1662"/>
                      <a:pt x="12844" y="1662"/>
                    </a:cubicBezTo>
                    <a:close/>
                    <a:moveTo>
                      <a:pt x="3633" y="7354"/>
                    </a:moveTo>
                    <a:cubicBezTo>
                      <a:pt x="3612" y="7354"/>
                      <a:pt x="3595" y="7371"/>
                      <a:pt x="3593" y="7392"/>
                    </a:cubicBezTo>
                    <a:lnTo>
                      <a:pt x="3571" y="8171"/>
                    </a:lnTo>
                    <a:cubicBezTo>
                      <a:pt x="3569" y="8192"/>
                      <a:pt x="3586" y="8209"/>
                      <a:pt x="3608" y="8211"/>
                    </a:cubicBezTo>
                    <a:lnTo>
                      <a:pt x="6231" y="8290"/>
                    </a:lnTo>
                    <a:cubicBezTo>
                      <a:pt x="6232" y="8290"/>
                      <a:pt x="6233" y="8290"/>
                      <a:pt x="6233" y="8290"/>
                    </a:cubicBezTo>
                    <a:cubicBezTo>
                      <a:pt x="6253" y="8290"/>
                      <a:pt x="6269" y="8273"/>
                      <a:pt x="6271" y="8253"/>
                    </a:cubicBezTo>
                    <a:lnTo>
                      <a:pt x="6293" y="7473"/>
                    </a:lnTo>
                    <a:cubicBezTo>
                      <a:pt x="6295" y="7453"/>
                      <a:pt x="6278" y="7435"/>
                      <a:pt x="6256" y="7435"/>
                    </a:cubicBezTo>
                    <a:lnTo>
                      <a:pt x="3633" y="7354"/>
                    </a:lnTo>
                    <a:close/>
                    <a:moveTo>
                      <a:pt x="16627" y="1803"/>
                    </a:moveTo>
                    <a:cubicBezTo>
                      <a:pt x="17923" y="1904"/>
                      <a:pt x="19152" y="2059"/>
                      <a:pt x="20251" y="2267"/>
                    </a:cubicBezTo>
                    <a:cubicBezTo>
                      <a:pt x="23908" y="2958"/>
                      <a:pt x="28800" y="5033"/>
                      <a:pt x="28800" y="5033"/>
                    </a:cubicBezTo>
                    <a:lnTo>
                      <a:pt x="28800" y="8711"/>
                    </a:lnTo>
                    <a:cubicBezTo>
                      <a:pt x="26588" y="8385"/>
                      <a:pt x="24144" y="8037"/>
                      <a:pt x="21643" y="7707"/>
                    </a:cubicBezTo>
                    <a:cubicBezTo>
                      <a:pt x="20131" y="7510"/>
                      <a:pt x="18694" y="7329"/>
                      <a:pt x="17331" y="7166"/>
                    </a:cubicBezTo>
                    <a:lnTo>
                      <a:pt x="16627" y="1803"/>
                    </a:lnTo>
                    <a:close/>
                    <a:moveTo>
                      <a:pt x="17378" y="8636"/>
                    </a:moveTo>
                    <a:cubicBezTo>
                      <a:pt x="17343" y="8636"/>
                      <a:pt x="17312" y="8661"/>
                      <a:pt x="17307" y="8698"/>
                    </a:cubicBezTo>
                    <a:lnTo>
                      <a:pt x="17218" y="9406"/>
                    </a:lnTo>
                    <a:cubicBezTo>
                      <a:pt x="17214" y="9446"/>
                      <a:pt x="17240" y="9481"/>
                      <a:pt x="17280" y="9486"/>
                    </a:cubicBezTo>
                    <a:lnTo>
                      <a:pt x="19819" y="9804"/>
                    </a:lnTo>
                    <a:cubicBezTo>
                      <a:pt x="19822" y="9804"/>
                      <a:pt x="19825" y="9804"/>
                      <a:pt x="19829" y="9804"/>
                    </a:cubicBezTo>
                    <a:cubicBezTo>
                      <a:pt x="19864" y="9804"/>
                      <a:pt x="19894" y="9778"/>
                      <a:pt x="19899" y="9741"/>
                    </a:cubicBezTo>
                    <a:lnTo>
                      <a:pt x="19987" y="9033"/>
                    </a:lnTo>
                    <a:cubicBezTo>
                      <a:pt x="19993" y="8994"/>
                      <a:pt x="19964" y="8958"/>
                      <a:pt x="19926" y="8954"/>
                    </a:cubicBezTo>
                    <a:lnTo>
                      <a:pt x="17386" y="8636"/>
                    </a:lnTo>
                    <a:cubicBezTo>
                      <a:pt x="17383" y="8636"/>
                      <a:pt x="17381" y="8636"/>
                      <a:pt x="17378" y="8636"/>
                    </a:cubicBezTo>
                    <a:close/>
                    <a:moveTo>
                      <a:pt x="31952" y="5488"/>
                    </a:moveTo>
                    <a:cubicBezTo>
                      <a:pt x="35794" y="7542"/>
                      <a:pt x="37750" y="9487"/>
                      <a:pt x="38064" y="9814"/>
                    </a:cubicBezTo>
                    <a:lnTo>
                      <a:pt x="38064" y="10164"/>
                    </a:lnTo>
                    <a:cubicBezTo>
                      <a:pt x="37391" y="10052"/>
                      <a:pt x="35098" y="9672"/>
                      <a:pt x="31952" y="9187"/>
                    </a:cubicBezTo>
                    <a:lnTo>
                      <a:pt x="31952" y="5488"/>
                    </a:lnTo>
                    <a:close/>
                    <a:moveTo>
                      <a:pt x="3840" y="6462"/>
                    </a:moveTo>
                    <a:cubicBezTo>
                      <a:pt x="7006" y="6462"/>
                      <a:pt x="11482" y="6849"/>
                      <a:pt x="16161" y="7385"/>
                    </a:cubicBezTo>
                    <a:lnTo>
                      <a:pt x="16148" y="18518"/>
                    </a:lnTo>
                    <a:cubicBezTo>
                      <a:pt x="11869" y="18160"/>
                      <a:pt x="6830" y="16744"/>
                      <a:pt x="3366" y="12595"/>
                    </a:cubicBezTo>
                    <a:cubicBezTo>
                      <a:pt x="1210" y="10013"/>
                      <a:pt x="547" y="7402"/>
                      <a:pt x="406" y="6732"/>
                    </a:cubicBezTo>
                    <a:cubicBezTo>
                      <a:pt x="1200" y="6544"/>
                      <a:pt x="2381" y="6462"/>
                      <a:pt x="3840" y="6462"/>
                    </a:cubicBezTo>
                    <a:close/>
                    <a:moveTo>
                      <a:pt x="16334" y="7405"/>
                    </a:moveTo>
                    <a:cubicBezTo>
                      <a:pt x="22586" y="8124"/>
                      <a:pt x="29176" y="9104"/>
                      <a:pt x="33469" y="9775"/>
                    </a:cubicBezTo>
                    <a:cubicBezTo>
                      <a:pt x="33686" y="15856"/>
                      <a:pt x="32253" y="18211"/>
                      <a:pt x="31623" y="18944"/>
                    </a:cubicBezTo>
                    <a:cubicBezTo>
                      <a:pt x="31482" y="19108"/>
                      <a:pt x="31277" y="19195"/>
                      <a:pt x="31060" y="19195"/>
                    </a:cubicBezTo>
                    <a:cubicBezTo>
                      <a:pt x="31051" y="19195"/>
                      <a:pt x="31043" y="19195"/>
                      <a:pt x="31035" y="19195"/>
                    </a:cubicBezTo>
                    <a:lnTo>
                      <a:pt x="18603" y="18618"/>
                    </a:lnTo>
                    <a:cubicBezTo>
                      <a:pt x="17879" y="18618"/>
                      <a:pt x="17115" y="18593"/>
                      <a:pt x="16322" y="18532"/>
                    </a:cubicBezTo>
                    <a:lnTo>
                      <a:pt x="16334" y="7405"/>
                    </a:lnTo>
                    <a:close/>
                    <a:moveTo>
                      <a:pt x="11164" y="1"/>
                    </a:moveTo>
                    <a:cubicBezTo>
                      <a:pt x="6889" y="1"/>
                      <a:pt x="3779" y="904"/>
                      <a:pt x="1889" y="2701"/>
                    </a:cubicBezTo>
                    <a:cubicBezTo>
                      <a:pt x="0" y="4499"/>
                      <a:pt x="109" y="6509"/>
                      <a:pt x="115" y="6594"/>
                    </a:cubicBezTo>
                    <a:lnTo>
                      <a:pt x="129" y="6801"/>
                    </a:lnTo>
                    <a:lnTo>
                      <a:pt x="238" y="6775"/>
                    </a:lnTo>
                    <a:cubicBezTo>
                      <a:pt x="386" y="7471"/>
                      <a:pt x="1060" y="10102"/>
                      <a:pt x="3226" y="12698"/>
                    </a:cubicBezTo>
                    <a:cubicBezTo>
                      <a:pt x="7427" y="17735"/>
                      <a:pt x="13906" y="18792"/>
                      <a:pt x="18599" y="18792"/>
                    </a:cubicBezTo>
                    <a:lnTo>
                      <a:pt x="31027" y="19367"/>
                    </a:lnTo>
                    <a:cubicBezTo>
                      <a:pt x="31042" y="19369"/>
                      <a:pt x="31057" y="19369"/>
                      <a:pt x="31071" y="19369"/>
                    </a:cubicBezTo>
                    <a:cubicBezTo>
                      <a:pt x="31337" y="19369"/>
                      <a:pt x="31584" y="19257"/>
                      <a:pt x="31754" y="19058"/>
                    </a:cubicBezTo>
                    <a:cubicBezTo>
                      <a:pt x="32397" y="18310"/>
                      <a:pt x="33856" y="15920"/>
                      <a:pt x="33644" y="9804"/>
                    </a:cubicBezTo>
                    <a:lnTo>
                      <a:pt x="33644" y="9804"/>
                    </a:lnTo>
                    <a:cubicBezTo>
                      <a:pt x="36376" y="10232"/>
                      <a:pt x="38134" y="10529"/>
                      <a:pt x="38208" y="10541"/>
                    </a:cubicBezTo>
                    <a:lnTo>
                      <a:pt x="38411" y="10575"/>
                    </a:lnTo>
                    <a:lnTo>
                      <a:pt x="38411" y="9678"/>
                    </a:lnTo>
                    <a:lnTo>
                      <a:pt x="38366" y="9628"/>
                    </a:lnTo>
                    <a:cubicBezTo>
                      <a:pt x="38297" y="9551"/>
                      <a:pt x="36626" y="7722"/>
                      <a:pt x="32979" y="5641"/>
                    </a:cubicBezTo>
                    <a:cubicBezTo>
                      <a:pt x="29621" y="3724"/>
                      <a:pt x="23891" y="1238"/>
                      <a:pt x="15659" y="283"/>
                    </a:cubicBezTo>
                    <a:cubicBezTo>
                      <a:pt x="14041" y="94"/>
                      <a:pt x="12542" y="1"/>
                      <a:pt x="111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9" name="Google Shape;5477;p74">
                <a:extLst>
                  <a:ext uri="{FF2B5EF4-FFF2-40B4-BE49-F238E27FC236}">
                    <a16:creationId xmlns:a16="http://schemas.microsoft.com/office/drawing/2014/main" id="{88BCB2F7-EABC-D297-A419-85B46FBDD2AB}"/>
                  </a:ext>
                </a:extLst>
              </p:cNvPr>
              <p:cNvSpPr/>
              <p:nvPr/>
            </p:nvSpPr>
            <p:spPr>
              <a:xfrm>
                <a:off x="4512327" y="3458161"/>
                <a:ext cx="144245" cy="200920"/>
              </a:xfrm>
              <a:custGeom>
                <a:avLst/>
                <a:gdLst/>
                <a:ahLst/>
                <a:cxnLst/>
                <a:rect l="l" t="t" r="r" b="b"/>
                <a:pathLst>
                  <a:path w="2143" h="2985" extrusionOk="0">
                    <a:moveTo>
                      <a:pt x="1" y="1"/>
                    </a:moveTo>
                    <a:lnTo>
                      <a:pt x="1" y="2658"/>
                    </a:lnTo>
                    <a:lnTo>
                      <a:pt x="145" y="2658"/>
                    </a:lnTo>
                    <a:cubicBezTo>
                      <a:pt x="318" y="2791"/>
                      <a:pt x="626" y="2984"/>
                      <a:pt x="962" y="2984"/>
                    </a:cubicBezTo>
                    <a:cubicBezTo>
                      <a:pt x="1152" y="2984"/>
                      <a:pt x="1350" y="2922"/>
                      <a:pt x="1539" y="2753"/>
                    </a:cubicBezTo>
                    <a:cubicBezTo>
                      <a:pt x="1574" y="2720"/>
                      <a:pt x="1605" y="2685"/>
                      <a:pt x="1633" y="2647"/>
                    </a:cubicBezTo>
                    <a:cubicBezTo>
                      <a:pt x="1669" y="2630"/>
                      <a:pt x="1693" y="2594"/>
                      <a:pt x="1694" y="2553"/>
                    </a:cubicBezTo>
                    <a:cubicBezTo>
                      <a:pt x="2142" y="1765"/>
                      <a:pt x="1694" y="1"/>
                      <a:pt x="1694" y="1"/>
                    </a:cubicBezTo>
                    <a:lnTo>
                      <a:pt x="1656" y="26"/>
                    </a:lnTo>
                    <a:cubicBezTo>
                      <a:pt x="1636" y="10"/>
                      <a:pt x="1612" y="1"/>
                      <a:pt x="158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0" name="Google Shape;5478;p74">
                <a:extLst>
                  <a:ext uri="{FF2B5EF4-FFF2-40B4-BE49-F238E27FC236}">
                    <a16:creationId xmlns:a16="http://schemas.microsoft.com/office/drawing/2014/main" id="{93C87BD9-56CF-B30E-CA3C-3ADB5FB1F4A7}"/>
                  </a:ext>
                </a:extLst>
              </p:cNvPr>
              <p:cNvSpPr/>
              <p:nvPr/>
            </p:nvSpPr>
            <p:spPr>
              <a:xfrm>
                <a:off x="2634214" y="3190600"/>
                <a:ext cx="1275525" cy="281356"/>
              </a:xfrm>
              <a:custGeom>
                <a:avLst/>
                <a:gdLst/>
                <a:ahLst/>
                <a:cxnLst/>
                <a:rect l="l" t="t" r="r" b="b"/>
                <a:pathLst>
                  <a:path w="18950" h="4180" extrusionOk="0">
                    <a:moveTo>
                      <a:pt x="1235" y="1"/>
                    </a:moveTo>
                    <a:cubicBezTo>
                      <a:pt x="1" y="1570"/>
                      <a:pt x="103" y="3109"/>
                      <a:pt x="103" y="3109"/>
                    </a:cubicBezTo>
                    <a:cubicBezTo>
                      <a:pt x="607" y="2982"/>
                      <a:pt x="1279" y="2899"/>
                      <a:pt x="2083" y="2855"/>
                    </a:cubicBezTo>
                    <a:lnTo>
                      <a:pt x="2083" y="1438"/>
                    </a:lnTo>
                    <a:cubicBezTo>
                      <a:pt x="2082" y="819"/>
                      <a:pt x="1739" y="281"/>
                      <a:pt x="1235" y="1"/>
                    </a:cubicBezTo>
                    <a:close/>
                    <a:moveTo>
                      <a:pt x="16376" y="72"/>
                    </a:moveTo>
                    <a:lnTo>
                      <a:pt x="16882" y="3926"/>
                    </a:lnTo>
                    <a:cubicBezTo>
                      <a:pt x="17553" y="4007"/>
                      <a:pt x="18242" y="4090"/>
                      <a:pt x="18950" y="4179"/>
                    </a:cubicBezTo>
                    <a:lnTo>
                      <a:pt x="18950" y="2705"/>
                    </a:lnTo>
                    <a:cubicBezTo>
                      <a:pt x="18950" y="1270"/>
                      <a:pt x="17804" y="104"/>
                      <a:pt x="16376" y="7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51" name="Google Shape;5479;p74">
              <a:extLst>
                <a:ext uri="{FF2B5EF4-FFF2-40B4-BE49-F238E27FC236}">
                  <a16:creationId xmlns:a16="http://schemas.microsoft.com/office/drawing/2014/main" id="{59F2C0E0-D5E4-4D28-AF43-D7DFF1A863FA}"/>
                </a:ext>
              </a:extLst>
            </p:cNvPr>
            <p:cNvSpPr/>
            <p:nvPr/>
          </p:nvSpPr>
          <p:spPr>
            <a:xfrm>
              <a:off x="934607" y="2046599"/>
              <a:ext cx="316673" cy="403209"/>
            </a:xfrm>
            <a:custGeom>
              <a:avLst/>
              <a:gdLst/>
              <a:ahLst/>
              <a:cxnLst/>
              <a:rect l="l" t="t" r="r" b="b"/>
              <a:pathLst>
                <a:path w="13635" h="17361" extrusionOk="0">
                  <a:moveTo>
                    <a:pt x="5674" y="7715"/>
                  </a:moveTo>
                  <a:cubicBezTo>
                    <a:pt x="5914" y="7856"/>
                    <a:pt x="6189" y="7933"/>
                    <a:pt x="6468" y="7933"/>
                  </a:cubicBezTo>
                  <a:cubicBezTo>
                    <a:pt x="6593" y="7933"/>
                    <a:pt x="6717" y="7917"/>
                    <a:pt x="6840" y="7887"/>
                  </a:cubicBezTo>
                  <a:lnTo>
                    <a:pt x="6840" y="7887"/>
                  </a:lnTo>
                  <a:lnTo>
                    <a:pt x="6570" y="10464"/>
                  </a:lnTo>
                  <a:lnTo>
                    <a:pt x="5083" y="9260"/>
                  </a:lnTo>
                  <a:cubicBezTo>
                    <a:pt x="5415" y="9058"/>
                    <a:pt x="5620" y="8695"/>
                    <a:pt x="5620" y="8309"/>
                  </a:cubicBezTo>
                  <a:cubicBezTo>
                    <a:pt x="5620" y="8176"/>
                    <a:pt x="5592" y="8043"/>
                    <a:pt x="5543" y="7910"/>
                  </a:cubicBezTo>
                  <a:lnTo>
                    <a:pt x="5548" y="7910"/>
                  </a:lnTo>
                  <a:cubicBezTo>
                    <a:pt x="5598" y="7848"/>
                    <a:pt x="5639" y="7783"/>
                    <a:pt x="5674" y="7715"/>
                  </a:cubicBezTo>
                  <a:close/>
                  <a:moveTo>
                    <a:pt x="6474" y="0"/>
                  </a:moveTo>
                  <a:cubicBezTo>
                    <a:pt x="5875" y="0"/>
                    <a:pt x="5304" y="345"/>
                    <a:pt x="5042" y="928"/>
                  </a:cubicBezTo>
                  <a:lnTo>
                    <a:pt x="5037" y="932"/>
                  </a:lnTo>
                  <a:cubicBezTo>
                    <a:pt x="4228" y="1015"/>
                    <a:pt x="3646" y="1698"/>
                    <a:pt x="3646" y="2474"/>
                  </a:cubicBezTo>
                  <a:cubicBezTo>
                    <a:pt x="3646" y="2586"/>
                    <a:pt x="3656" y="2696"/>
                    <a:pt x="3678" y="2808"/>
                  </a:cubicBezTo>
                  <a:lnTo>
                    <a:pt x="3673" y="2808"/>
                  </a:lnTo>
                  <a:cubicBezTo>
                    <a:pt x="3154" y="3275"/>
                    <a:pt x="3027" y="4005"/>
                    <a:pt x="3291" y="4600"/>
                  </a:cubicBezTo>
                  <a:cubicBezTo>
                    <a:pt x="3253" y="4596"/>
                    <a:pt x="3216" y="4593"/>
                    <a:pt x="3179" y="4593"/>
                  </a:cubicBezTo>
                  <a:cubicBezTo>
                    <a:pt x="2935" y="4593"/>
                    <a:pt x="2686" y="4676"/>
                    <a:pt x="2480" y="4843"/>
                  </a:cubicBezTo>
                  <a:cubicBezTo>
                    <a:pt x="2347" y="4792"/>
                    <a:pt x="2214" y="4771"/>
                    <a:pt x="2081" y="4771"/>
                  </a:cubicBezTo>
                  <a:cubicBezTo>
                    <a:pt x="1588" y="4771"/>
                    <a:pt x="1138" y="5092"/>
                    <a:pt x="1005" y="5596"/>
                  </a:cubicBezTo>
                  <a:cubicBezTo>
                    <a:pt x="501" y="5731"/>
                    <a:pt x="173" y="6184"/>
                    <a:pt x="173" y="6673"/>
                  </a:cubicBezTo>
                  <a:cubicBezTo>
                    <a:pt x="173" y="6806"/>
                    <a:pt x="201" y="6939"/>
                    <a:pt x="251" y="7072"/>
                  </a:cubicBezTo>
                  <a:cubicBezTo>
                    <a:pt x="84" y="7283"/>
                    <a:pt x="0" y="7527"/>
                    <a:pt x="0" y="7777"/>
                  </a:cubicBezTo>
                  <a:cubicBezTo>
                    <a:pt x="0" y="8138"/>
                    <a:pt x="178" y="8492"/>
                    <a:pt x="511" y="8709"/>
                  </a:cubicBezTo>
                  <a:cubicBezTo>
                    <a:pt x="472" y="9352"/>
                    <a:pt x="988" y="9879"/>
                    <a:pt x="1626" y="9879"/>
                  </a:cubicBezTo>
                  <a:lnTo>
                    <a:pt x="1681" y="9879"/>
                  </a:lnTo>
                  <a:cubicBezTo>
                    <a:pt x="1897" y="10211"/>
                    <a:pt x="2253" y="10389"/>
                    <a:pt x="2620" y="10389"/>
                  </a:cubicBezTo>
                  <a:cubicBezTo>
                    <a:pt x="2863" y="10389"/>
                    <a:pt x="3113" y="10306"/>
                    <a:pt x="3318" y="10139"/>
                  </a:cubicBezTo>
                  <a:cubicBezTo>
                    <a:pt x="3451" y="10189"/>
                    <a:pt x="3584" y="10211"/>
                    <a:pt x="3718" y="10211"/>
                  </a:cubicBezTo>
                  <a:cubicBezTo>
                    <a:pt x="4104" y="10211"/>
                    <a:pt x="4467" y="10011"/>
                    <a:pt x="4669" y="9677"/>
                  </a:cubicBezTo>
                  <a:lnTo>
                    <a:pt x="6423" y="11842"/>
                  </a:lnTo>
                  <a:lnTo>
                    <a:pt x="6426" y="11841"/>
                  </a:lnTo>
                  <a:lnTo>
                    <a:pt x="6426" y="11841"/>
                  </a:lnTo>
                  <a:lnTo>
                    <a:pt x="5846" y="17361"/>
                  </a:lnTo>
                  <a:lnTo>
                    <a:pt x="8654" y="17361"/>
                  </a:lnTo>
                  <a:lnTo>
                    <a:pt x="8207" y="13100"/>
                  </a:lnTo>
                  <a:lnTo>
                    <a:pt x="10015" y="10870"/>
                  </a:lnTo>
                  <a:cubicBezTo>
                    <a:pt x="10162" y="11120"/>
                    <a:pt x="10433" y="11271"/>
                    <a:pt x="10727" y="11271"/>
                  </a:cubicBezTo>
                  <a:cubicBezTo>
                    <a:pt x="10828" y="11271"/>
                    <a:pt x="10928" y="11254"/>
                    <a:pt x="11027" y="11215"/>
                  </a:cubicBezTo>
                  <a:cubicBezTo>
                    <a:pt x="11182" y="11343"/>
                    <a:pt x="11367" y="11403"/>
                    <a:pt x="11551" y="11403"/>
                  </a:cubicBezTo>
                  <a:cubicBezTo>
                    <a:pt x="11822" y="11403"/>
                    <a:pt x="12089" y="11271"/>
                    <a:pt x="12248" y="11027"/>
                  </a:cubicBezTo>
                  <a:lnTo>
                    <a:pt x="12248" y="11021"/>
                  </a:lnTo>
                  <a:lnTo>
                    <a:pt x="12252" y="11021"/>
                  </a:lnTo>
                  <a:cubicBezTo>
                    <a:pt x="12269" y="11022"/>
                    <a:pt x="12285" y="11023"/>
                    <a:pt x="12301" y="11023"/>
                  </a:cubicBezTo>
                  <a:cubicBezTo>
                    <a:pt x="12773" y="11023"/>
                    <a:pt x="13151" y="10627"/>
                    <a:pt x="13129" y="10150"/>
                  </a:cubicBezTo>
                  <a:lnTo>
                    <a:pt x="13129" y="10145"/>
                  </a:lnTo>
                  <a:cubicBezTo>
                    <a:pt x="13546" y="9879"/>
                    <a:pt x="13635" y="9308"/>
                    <a:pt x="13324" y="8925"/>
                  </a:cubicBezTo>
                  <a:lnTo>
                    <a:pt x="13318" y="8919"/>
                  </a:lnTo>
                  <a:cubicBezTo>
                    <a:pt x="13356" y="8819"/>
                    <a:pt x="13373" y="8720"/>
                    <a:pt x="13373" y="8620"/>
                  </a:cubicBezTo>
                  <a:cubicBezTo>
                    <a:pt x="13373" y="8254"/>
                    <a:pt x="13130" y="7916"/>
                    <a:pt x="12758" y="7815"/>
                  </a:cubicBezTo>
                  <a:cubicBezTo>
                    <a:pt x="12658" y="7438"/>
                    <a:pt x="12320" y="7201"/>
                    <a:pt x="11954" y="7201"/>
                  </a:cubicBezTo>
                  <a:cubicBezTo>
                    <a:pt x="11854" y="7201"/>
                    <a:pt x="11753" y="7216"/>
                    <a:pt x="11654" y="7256"/>
                  </a:cubicBezTo>
                  <a:cubicBezTo>
                    <a:pt x="11499" y="7128"/>
                    <a:pt x="11310" y="7066"/>
                    <a:pt x="11127" y="7066"/>
                  </a:cubicBezTo>
                  <a:cubicBezTo>
                    <a:pt x="10856" y="7066"/>
                    <a:pt x="10589" y="7201"/>
                    <a:pt x="10429" y="7449"/>
                  </a:cubicBezTo>
                  <a:cubicBezTo>
                    <a:pt x="10413" y="7448"/>
                    <a:pt x="10397" y="7448"/>
                    <a:pt x="10381" y="7448"/>
                  </a:cubicBezTo>
                  <a:cubicBezTo>
                    <a:pt x="9925" y="7448"/>
                    <a:pt x="9553" y="7820"/>
                    <a:pt x="9553" y="8276"/>
                  </a:cubicBezTo>
                  <a:lnTo>
                    <a:pt x="9553" y="8326"/>
                  </a:lnTo>
                  <a:cubicBezTo>
                    <a:pt x="9302" y="8487"/>
                    <a:pt x="9175" y="8753"/>
                    <a:pt x="9175" y="9025"/>
                  </a:cubicBezTo>
                  <a:cubicBezTo>
                    <a:pt x="9175" y="9208"/>
                    <a:pt x="9230" y="9396"/>
                    <a:pt x="9358" y="9551"/>
                  </a:cubicBezTo>
                  <a:cubicBezTo>
                    <a:pt x="9202" y="9954"/>
                    <a:pt x="9383" y="10399"/>
                    <a:pt x="9749" y="10590"/>
                  </a:cubicBezTo>
                  <a:lnTo>
                    <a:pt x="8092" y="12002"/>
                  </a:lnTo>
                  <a:lnTo>
                    <a:pt x="7661" y="7887"/>
                  </a:lnTo>
                  <a:lnTo>
                    <a:pt x="7661" y="7887"/>
                  </a:lnTo>
                  <a:cubicBezTo>
                    <a:pt x="7783" y="7917"/>
                    <a:pt x="7909" y="7931"/>
                    <a:pt x="8032" y="7931"/>
                  </a:cubicBezTo>
                  <a:cubicBezTo>
                    <a:pt x="8625" y="7931"/>
                    <a:pt x="9196" y="7593"/>
                    <a:pt x="9458" y="7005"/>
                  </a:cubicBezTo>
                  <a:cubicBezTo>
                    <a:pt x="10268" y="6922"/>
                    <a:pt x="10856" y="6235"/>
                    <a:pt x="10856" y="5458"/>
                  </a:cubicBezTo>
                  <a:cubicBezTo>
                    <a:pt x="10856" y="5353"/>
                    <a:pt x="10845" y="5241"/>
                    <a:pt x="10822" y="5131"/>
                  </a:cubicBezTo>
                  <a:lnTo>
                    <a:pt x="10822" y="5126"/>
                  </a:lnTo>
                  <a:cubicBezTo>
                    <a:pt x="11165" y="4815"/>
                    <a:pt x="11338" y="4393"/>
                    <a:pt x="11338" y="3967"/>
                  </a:cubicBezTo>
                  <a:cubicBezTo>
                    <a:pt x="11338" y="3545"/>
                    <a:pt x="11165" y="3117"/>
                    <a:pt x="10822" y="2808"/>
                  </a:cubicBezTo>
                  <a:cubicBezTo>
                    <a:pt x="10845" y="2696"/>
                    <a:pt x="10856" y="2586"/>
                    <a:pt x="10856" y="2480"/>
                  </a:cubicBezTo>
                  <a:cubicBezTo>
                    <a:pt x="10856" y="1698"/>
                    <a:pt x="10268" y="1015"/>
                    <a:pt x="9458" y="932"/>
                  </a:cubicBezTo>
                  <a:lnTo>
                    <a:pt x="9458" y="928"/>
                  </a:lnTo>
                  <a:cubicBezTo>
                    <a:pt x="9196" y="345"/>
                    <a:pt x="8620" y="0"/>
                    <a:pt x="8026" y="0"/>
                  </a:cubicBezTo>
                  <a:cubicBezTo>
                    <a:pt x="7760" y="0"/>
                    <a:pt x="7495" y="67"/>
                    <a:pt x="7250" y="211"/>
                  </a:cubicBezTo>
                  <a:cubicBezTo>
                    <a:pt x="7000" y="67"/>
                    <a:pt x="6734" y="0"/>
                    <a:pt x="647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2" name="Google Shape;5480;p74">
              <a:extLst>
                <a:ext uri="{FF2B5EF4-FFF2-40B4-BE49-F238E27FC236}">
                  <a16:creationId xmlns:a16="http://schemas.microsoft.com/office/drawing/2014/main" id="{77B2FE9D-F086-5EA4-BAB2-6E1C995B094F}"/>
                </a:ext>
              </a:extLst>
            </p:cNvPr>
            <p:cNvSpPr/>
            <p:nvPr/>
          </p:nvSpPr>
          <p:spPr>
            <a:xfrm>
              <a:off x="1307274" y="2252225"/>
              <a:ext cx="209161" cy="266318"/>
            </a:xfrm>
            <a:custGeom>
              <a:avLst/>
              <a:gdLst/>
              <a:ahLst/>
              <a:cxnLst/>
              <a:rect l="l" t="t" r="r" b="b"/>
              <a:pathLst>
                <a:path w="13635" h="17361" extrusionOk="0">
                  <a:moveTo>
                    <a:pt x="5674" y="7715"/>
                  </a:moveTo>
                  <a:cubicBezTo>
                    <a:pt x="5914" y="7856"/>
                    <a:pt x="6189" y="7933"/>
                    <a:pt x="6468" y="7933"/>
                  </a:cubicBezTo>
                  <a:cubicBezTo>
                    <a:pt x="6593" y="7933"/>
                    <a:pt x="6717" y="7917"/>
                    <a:pt x="6840" y="7887"/>
                  </a:cubicBezTo>
                  <a:lnTo>
                    <a:pt x="6840" y="7887"/>
                  </a:lnTo>
                  <a:lnTo>
                    <a:pt x="6570" y="10464"/>
                  </a:lnTo>
                  <a:lnTo>
                    <a:pt x="5083" y="9260"/>
                  </a:lnTo>
                  <a:cubicBezTo>
                    <a:pt x="5415" y="9058"/>
                    <a:pt x="5620" y="8695"/>
                    <a:pt x="5620" y="8309"/>
                  </a:cubicBezTo>
                  <a:cubicBezTo>
                    <a:pt x="5620" y="8176"/>
                    <a:pt x="5592" y="8043"/>
                    <a:pt x="5543" y="7910"/>
                  </a:cubicBezTo>
                  <a:lnTo>
                    <a:pt x="5548" y="7910"/>
                  </a:lnTo>
                  <a:cubicBezTo>
                    <a:pt x="5598" y="7848"/>
                    <a:pt x="5639" y="7783"/>
                    <a:pt x="5674" y="7715"/>
                  </a:cubicBezTo>
                  <a:close/>
                  <a:moveTo>
                    <a:pt x="6474" y="0"/>
                  </a:moveTo>
                  <a:cubicBezTo>
                    <a:pt x="5875" y="0"/>
                    <a:pt x="5304" y="345"/>
                    <a:pt x="5042" y="928"/>
                  </a:cubicBezTo>
                  <a:lnTo>
                    <a:pt x="5037" y="932"/>
                  </a:lnTo>
                  <a:cubicBezTo>
                    <a:pt x="4228" y="1015"/>
                    <a:pt x="3646" y="1698"/>
                    <a:pt x="3646" y="2474"/>
                  </a:cubicBezTo>
                  <a:cubicBezTo>
                    <a:pt x="3646" y="2586"/>
                    <a:pt x="3656" y="2696"/>
                    <a:pt x="3678" y="2808"/>
                  </a:cubicBezTo>
                  <a:lnTo>
                    <a:pt x="3673" y="2808"/>
                  </a:lnTo>
                  <a:cubicBezTo>
                    <a:pt x="3154" y="3275"/>
                    <a:pt x="3027" y="4005"/>
                    <a:pt x="3291" y="4600"/>
                  </a:cubicBezTo>
                  <a:cubicBezTo>
                    <a:pt x="3253" y="4596"/>
                    <a:pt x="3216" y="4593"/>
                    <a:pt x="3179" y="4593"/>
                  </a:cubicBezTo>
                  <a:cubicBezTo>
                    <a:pt x="2935" y="4593"/>
                    <a:pt x="2686" y="4676"/>
                    <a:pt x="2480" y="4843"/>
                  </a:cubicBezTo>
                  <a:cubicBezTo>
                    <a:pt x="2347" y="4792"/>
                    <a:pt x="2214" y="4771"/>
                    <a:pt x="2081" y="4771"/>
                  </a:cubicBezTo>
                  <a:cubicBezTo>
                    <a:pt x="1588" y="4771"/>
                    <a:pt x="1138" y="5092"/>
                    <a:pt x="1005" y="5596"/>
                  </a:cubicBezTo>
                  <a:cubicBezTo>
                    <a:pt x="501" y="5731"/>
                    <a:pt x="173" y="6184"/>
                    <a:pt x="173" y="6673"/>
                  </a:cubicBezTo>
                  <a:cubicBezTo>
                    <a:pt x="173" y="6806"/>
                    <a:pt x="201" y="6939"/>
                    <a:pt x="251" y="7072"/>
                  </a:cubicBezTo>
                  <a:cubicBezTo>
                    <a:pt x="84" y="7283"/>
                    <a:pt x="0" y="7527"/>
                    <a:pt x="0" y="7777"/>
                  </a:cubicBezTo>
                  <a:cubicBezTo>
                    <a:pt x="0" y="8138"/>
                    <a:pt x="178" y="8492"/>
                    <a:pt x="511" y="8709"/>
                  </a:cubicBezTo>
                  <a:cubicBezTo>
                    <a:pt x="472" y="9352"/>
                    <a:pt x="988" y="9879"/>
                    <a:pt x="1626" y="9879"/>
                  </a:cubicBezTo>
                  <a:lnTo>
                    <a:pt x="1681" y="9879"/>
                  </a:lnTo>
                  <a:cubicBezTo>
                    <a:pt x="1897" y="10211"/>
                    <a:pt x="2253" y="10389"/>
                    <a:pt x="2620" y="10389"/>
                  </a:cubicBezTo>
                  <a:cubicBezTo>
                    <a:pt x="2863" y="10389"/>
                    <a:pt x="3113" y="10306"/>
                    <a:pt x="3318" y="10139"/>
                  </a:cubicBezTo>
                  <a:cubicBezTo>
                    <a:pt x="3451" y="10189"/>
                    <a:pt x="3584" y="10211"/>
                    <a:pt x="3718" y="10211"/>
                  </a:cubicBezTo>
                  <a:cubicBezTo>
                    <a:pt x="4104" y="10211"/>
                    <a:pt x="4467" y="10011"/>
                    <a:pt x="4669" y="9677"/>
                  </a:cubicBezTo>
                  <a:lnTo>
                    <a:pt x="6423" y="11842"/>
                  </a:lnTo>
                  <a:lnTo>
                    <a:pt x="6426" y="11841"/>
                  </a:lnTo>
                  <a:lnTo>
                    <a:pt x="6426" y="11841"/>
                  </a:lnTo>
                  <a:lnTo>
                    <a:pt x="5846" y="17361"/>
                  </a:lnTo>
                  <a:lnTo>
                    <a:pt x="8654" y="17361"/>
                  </a:lnTo>
                  <a:lnTo>
                    <a:pt x="8207" y="13100"/>
                  </a:lnTo>
                  <a:lnTo>
                    <a:pt x="10015" y="10870"/>
                  </a:lnTo>
                  <a:cubicBezTo>
                    <a:pt x="10162" y="11120"/>
                    <a:pt x="10433" y="11271"/>
                    <a:pt x="10727" y="11271"/>
                  </a:cubicBezTo>
                  <a:cubicBezTo>
                    <a:pt x="10828" y="11271"/>
                    <a:pt x="10928" y="11254"/>
                    <a:pt x="11027" y="11215"/>
                  </a:cubicBezTo>
                  <a:cubicBezTo>
                    <a:pt x="11182" y="11343"/>
                    <a:pt x="11367" y="11403"/>
                    <a:pt x="11551" y="11403"/>
                  </a:cubicBezTo>
                  <a:cubicBezTo>
                    <a:pt x="11822" y="11403"/>
                    <a:pt x="12089" y="11271"/>
                    <a:pt x="12248" y="11027"/>
                  </a:cubicBezTo>
                  <a:lnTo>
                    <a:pt x="12248" y="11021"/>
                  </a:lnTo>
                  <a:lnTo>
                    <a:pt x="12252" y="11021"/>
                  </a:lnTo>
                  <a:cubicBezTo>
                    <a:pt x="12269" y="11022"/>
                    <a:pt x="12285" y="11023"/>
                    <a:pt x="12301" y="11023"/>
                  </a:cubicBezTo>
                  <a:cubicBezTo>
                    <a:pt x="12773" y="11023"/>
                    <a:pt x="13151" y="10627"/>
                    <a:pt x="13129" y="10150"/>
                  </a:cubicBezTo>
                  <a:lnTo>
                    <a:pt x="13129" y="10145"/>
                  </a:lnTo>
                  <a:cubicBezTo>
                    <a:pt x="13546" y="9879"/>
                    <a:pt x="13635" y="9308"/>
                    <a:pt x="13324" y="8925"/>
                  </a:cubicBezTo>
                  <a:lnTo>
                    <a:pt x="13318" y="8919"/>
                  </a:lnTo>
                  <a:cubicBezTo>
                    <a:pt x="13356" y="8819"/>
                    <a:pt x="13373" y="8720"/>
                    <a:pt x="13373" y="8620"/>
                  </a:cubicBezTo>
                  <a:cubicBezTo>
                    <a:pt x="13373" y="8254"/>
                    <a:pt x="13130" y="7916"/>
                    <a:pt x="12758" y="7815"/>
                  </a:cubicBezTo>
                  <a:cubicBezTo>
                    <a:pt x="12658" y="7438"/>
                    <a:pt x="12320" y="7201"/>
                    <a:pt x="11954" y="7201"/>
                  </a:cubicBezTo>
                  <a:cubicBezTo>
                    <a:pt x="11854" y="7201"/>
                    <a:pt x="11753" y="7216"/>
                    <a:pt x="11654" y="7256"/>
                  </a:cubicBezTo>
                  <a:cubicBezTo>
                    <a:pt x="11499" y="7128"/>
                    <a:pt x="11310" y="7066"/>
                    <a:pt x="11127" y="7066"/>
                  </a:cubicBezTo>
                  <a:cubicBezTo>
                    <a:pt x="10856" y="7066"/>
                    <a:pt x="10589" y="7201"/>
                    <a:pt x="10429" y="7449"/>
                  </a:cubicBezTo>
                  <a:cubicBezTo>
                    <a:pt x="10413" y="7448"/>
                    <a:pt x="10397" y="7448"/>
                    <a:pt x="10381" y="7448"/>
                  </a:cubicBezTo>
                  <a:cubicBezTo>
                    <a:pt x="9925" y="7448"/>
                    <a:pt x="9553" y="7820"/>
                    <a:pt x="9553" y="8276"/>
                  </a:cubicBezTo>
                  <a:lnTo>
                    <a:pt x="9553" y="8326"/>
                  </a:lnTo>
                  <a:cubicBezTo>
                    <a:pt x="9302" y="8487"/>
                    <a:pt x="9175" y="8753"/>
                    <a:pt x="9175" y="9025"/>
                  </a:cubicBezTo>
                  <a:cubicBezTo>
                    <a:pt x="9175" y="9208"/>
                    <a:pt x="9230" y="9396"/>
                    <a:pt x="9358" y="9551"/>
                  </a:cubicBezTo>
                  <a:cubicBezTo>
                    <a:pt x="9202" y="9954"/>
                    <a:pt x="9383" y="10399"/>
                    <a:pt x="9749" y="10590"/>
                  </a:cubicBezTo>
                  <a:lnTo>
                    <a:pt x="8092" y="12002"/>
                  </a:lnTo>
                  <a:lnTo>
                    <a:pt x="7661" y="7887"/>
                  </a:lnTo>
                  <a:lnTo>
                    <a:pt x="7661" y="7887"/>
                  </a:lnTo>
                  <a:cubicBezTo>
                    <a:pt x="7783" y="7917"/>
                    <a:pt x="7909" y="7931"/>
                    <a:pt x="8032" y="7931"/>
                  </a:cubicBezTo>
                  <a:cubicBezTo>
                    <a:pt x="8625" y="7931"/>
                    <a:pt x="9196" y="7593"/>
                    <a:pt x="9458" y="7005"/>
                  </a:cubicBezTo>
                  <a:cubicBezTo>
                    <a:pt x="10268" y="6922"/>
                    <a:pt x="10856" y="6235"/>
                    <a:pt x="10856" y="5458"/>
                  </a:cubicBezTo>
                  <a:cubicBezTo>
                    <a:pt x="10856" y="5353"/>
                    <a:pt x="10845" y="5241"/>
                    <a:pt x="10822" y="5131"/>
                  </a:cubicBezTo>
                  <a:lnTo>
                    <a:pt x="10822" y="5126"/>
                  </a:lnTo>
                  <a:cubicBezTo>
                    <a:pt x="11165" y="4815"/>
                    <a:pt x="11338" y="4393"/>
                    <a:pt x="11338" y="3967"/>
                  </a:cubicBezTo>
                  <a:cubicBezTo>
                    <a:pt x="11338" y="3545"/>
                    <a:pt x="11165" y="3117"/>
                    <a:pt x="10822" y="2808"/>
                  </a:cubicBezTo>
                  <a:cubicBezTo>
                    <a:pt x="10845" y="2696"/>
                    <a:pt x="10856" y="2586"/>
                    <a:pt x="10856" y="2480"/>
                  </a:cubicBezTo>
                  <a:cubicBezTo>
                    <a:pt x="10856" y="1698"/>
                    <a:pt x="10268" y="1015"/>
                    <a:pt x="9458" y="932"/>
                  </a:cubicBezTo>
                  <a:lnTo>
                    <a:pt x="9458" y="928"/>
                  </a:lnTo>
                  <a:cubicBezTo>
                    <a:pt x="9196" y="345"/>
                    <a:pt x="8620" y="0"/>
                    <a:pt x="8026" y="0"/>
                  </a:cubicBezTo>
                  <a:cubicBezTo>
                    <a:pt x="7760" y="0"/>
                    <a:pt x="7495" y="67"/>
                    <a:pt x="7250" y="211"/>
                  </a:cubicBezTo>
                  <a:cubicBezTo>
                    <a:pt x="7000" y="67"/>
                    <a:pt x="6734" y="0"/>
                    <a:pt x="647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3" name="Google Shape;5481;p74">
              <a:extLst>
                <a:ext uri="{FF2B5EF4-FFF2-40B4-BE49-F238E27FC236}">
                  <a16:creationId xmlns:a16="http://schemas.microsoft.com/office/drawing/2014/main" id="{A13B6CE0-9123-329F-EF48-B9BC3D68F985}"/>
                </a:ext>
              </a:extLst>
            </p:cNvPr>
            <p:cNvSpPr/>
            <p:nvPr/>
          </p:nvSpPr>
          <p:spPr>
            <a:xfrm flipH="1">
              <a:off x="1717478" y="2127449"/>
              <a:ext cx="253134" cy="322350"/>
            </a:xfrm>
            <a:custGeom>
              <a:avLst/>
              <a:gdLst/>
              <a:ahLst/>
              <a:cxnLst/>
              <a:rect l="l" t="t" r="r" b="b"/>
              <a:pathLst>
                <a:path w="13635" h="17361" extrusionOk="0">
                  <a:moveTo>
                    <a:pt x="5674" y="7715"/>
                  </a:moveTo>
                  <a:cubicBezTo>
                    <a:pt x="5914" y="7856"/>
                    <a:pt x="6189" y="7933"/>
                    <a:pt x="6468" y="7933"/>
                  </a:cubicBezTo>
                  <a:cubicBezTo>
                    <a:pt x="6593" y="7933"/>
                    <a:pt x="6717" y="7917"/>
                    <a:pt x="6840" y="7887"/>
                  </a:cubicBezTo>
                  <a:lnTo>
                    <a:pt x="6840" y="7887"/>
                  </a:lnTo>
                  <a:lnTo>
                    <a:pt x="6570" y="10464"/>
                  </a:lnTo>
                  <a:lnTo>
                    <a:pt x="5083" y="9260"/>
                  </a:lnTo>
                  <a:cubicBezTo>
                    <a:pt x="5415" y="9058"/>
                    <a:pt x="5620" y="8695"/>
                    <a:pt x="5620" y="8309"/>
                  </a:cubicBezTo>
                  <a:cubicBezTo>
                    <a:pt x="5620" y="8176"/>
                    <a:pt x="5592" y="8043"/>
                    <a:pt x="5543" y="7910"/>
                  </a:cubicBezTo>
                  <a:lnTo>
                    <a:pt x="5548" y="7910"/>
                  </a:lnTo>
                  <a:cubicBezTo>
                    <a:pt x="5598" y="7848"/>
                    <a:pt x="5639" y="7783"/>
                    <a:pt x="5674" y="7715"/>
                  </a:cubicBezTo>
                  <a:close/>
                  <a:moveTo>
                    <a:pt x="6474" y="0"/>
                  </a:moveTo>
                  <a:cubicBezTo>
                    <a:pt x="5875" y="0"/>
                    <a:pt x="5304" y="345"/>
                    <a:pt x="5042" y="928"/>
                  </a:cubicBezTo>
                  <a:lnTo>
                    <a:pt x="5037" y="932"/>
                  </a:lnTo>
                  <a:cubicBezTo>
                    <a:pt x="4228" y="1015"/>
                    <a:pt x="3646" y="1698"/>
                    <a:pt x="3646" y="2474"/>
                  </a:cubicBezTo>
                  <a:cubicBezTo>
                    <a:pt x="3646" y="2586"/>
                    <a:pt x="3656" y="2696"/>
                    <a:pt x="3678" y="2808"/>
                  </a:cubicBezTo>
                  <a:lnTo>
                    <a:pt x="3673" y="2808"/>
                  </a:lnTo>
                  <a:cubicBezTo>
                    <a:pt x="3154" y="3275"/>
                    <a:pt x="3027" y="4005"/>
                    <a:pt x="3291" y="4600"/>
                  </a:cubicBezTo>
                  <a:cubicBezTo>
                    <a:pt x="3253" y="4596"/>
                    <a:pt x="3216" y="4593"/>
                    <a:pt x="3179" y="4593"/>
                  </a:cubicBezTo>
                  <a:cubicBezTo>
                    <a:pt x="2935" y="4593"/>
                    <a:pt x="2686" y="4676"/>
                    <a:pt x="2480" y="4843"/>
                  </a:cubicBezTo>
                  <a:cubicBezTo>
                    <a:pt x="2347" y="4792"/>
                    <a:pt x="2214" y="4771"/>
                    <a:pt x="2081" y="4771"/>
                  </a:cubicBezTo>
                  <a:cubicBezTo>
                    <a:pt x="1588" y="4771"/>
                    <a:pt x="1138" y="5092"/>
                    <a:pt x="1005" y="5596"/>
                  </a:cubicBezTo>
                  <a:cubicBezTo>
                    <a:pt x="501" y="5731"/>
                    <a:pt x="173" y="6184"/>
                    <a:pt x="173" y="6673"/>
                  </a:cubicBezTo>
                  <a:cubicBezTo>
                    <a:pt x="173" y="6806"/>
                    <a:pt x="201" y="6939"/>
                    <a:pt x="251" y="7072"/>
                  </a:cubicBezTo>
                  <a:cubicBezTo>
                    <a:pt x="84" y="7283"/>
                    <a:pt x="0" y="7527"/>
                    <a:pt x="0" y="7777"/>
                  </a:cubicBezTo>
                  <a:cubicBezTo>
                    <a:pt x="0" y="8138"/>
                    <a:pt x="178" y="8492"/>
                    <a:pt x="511" y="8709"/>
                  </a:cubicBezTo>
                  <a:cubicBezTo>
                    <a:pt x="472" y="9352"/>
                    <a:pt x="988" y="9879"/>
                    <a:pt x="1626" y="9879"/>
                  </a:cubicBezTo>
                  <a:lnTo>
                    <a:pt x="1681" y="9879"/>
                  </a:lnTo>
                  <a:cubicBezTo>
                    <a:pt x="1897" y="10211"/>
                    <a:pt x="2253" y="10389"/>
                    <a:pt x="2620" y="10389"/>
                  </a:cubicBezTo>
                  <a:cubicBezTo>
                    <a:pt x="2863" y="10389"/>
                    <a:pt x="3113" y="10306"/>
                    <a:pt x="3318" y="10139"/>
                  </a:cubicBezTo>
                  <a:cubicBezTo>
                    <a:pt x="3451" y="10189"/>
                    <a:pt x="3584" y="10211"/>
                    <a:pt x="3718" y="10211"/>
                  </a:cubicBezTo>
                  <a:cubicBezTo>
                    <a:pt x="4104" y="10211"/>
                    <a:pt x="4467" y="10011"/>
                    <a:pt x="4669" y="9677"/>
                  </a:cubicBezTo>
                  <a:lnTo>
                    <a:pt x="6423" y="11842"/>
                  </a:lnTo>
                  <a:lnTo>
                    <a:pt x="6426" y="11841"/>
                  </a:lnTo>
                  <a:lnTo>
                    <a:pt x="6426" y="11841"/>
                  </a:lnTo>
                  <a:lnTo>
                    <a:pt x="5846" y="17361"/>
                  </a:lnTo>
                  <a:lnTo>
                    <a:pt x="8654" y="17361"/>
                  </a:lnTo>
                  <a:lnTo>
                    <a:pt x="8207" y="13100"/>
                  </a:lnTo>
                  <a:lnTo>
                    <a:pt x="10015" y="10870"/>
                  </a:lnTo>
                  <a:cubicBezTo>
                    <a:pt x="10162" y="11120"/>
                    <a:pt x="10433" y="11271"/>
                    <a:pt x="10727" y="11271"/>
                  </a:cubicBezTo>
                  <a:cubicBezTo>
                    <a:pt x="10828" y="11271"/>
                    <a:pt x="10928" y="11254"/>
                    <a:pt x="11027" y="11215"/>
                  </a:cubicBezTo>
                  <a:cubicBezTo>
                    <a:pt x="11182" y="11343"/>
                    <a:pt x="11367" y="11403"/>
                    <a:pt x="11551" y="11403"/>
                  </a:cubicBezTo>
                  <a:cubicBezTo>
                    <a:pt x="11822" y="11403"/>
                    <a:pt x="12089" y="11271"/>
                    <a:pt x="12248" y="11027"/>
                  </a:cubicBezTo>
                  <a:lnTo>
                    <a:pt x="12248" y="11021"/>
                  </a:lnTo>
                  <a:lnTo>
                    <a:pt x="12252" y="11021"/>
                  </a:lnTo>
                  <a:cubicBezTo>
                    <a:pt x="12269" y="11022"/>
                    <a:pt x="12285" y="11023"/>
                    <a:pt x="12301" y="11023"/>
                  </a:cubicBezTo>
                  <a:cubicBezTo>
                    <a:pt x="12773" y="11023"/>
                    <a:pt x="13151" y="10627"/>
                    <a:pt x="13129" y="10150"/>
                  </a:cubicBezTo>
                  <a:lnTo>
                    <a:pt x="13129" y="10145"/>
                  </a:lnTo>
                  <a:cubicBezTo>
                    <a:pt x="13546" y="9879"/>
                    <a:pt x="13635" y="9308"/>
                    <a:pt x="13324" y="8925"/>
                  </a:cubicBezTo>
                  <a:lnTo>
                    <a:pt x="13318" y="8919"/>
                  </a:lnTo>
                  <a:cubicBezTo>
                    <a:pt x="13356" y="8819"/>
                    <a:pt x="13373" y="8720"/>
                    <a:pt x="13373" y="8620"/>
                  </a:cubicBezTo>
                  <a:cubicBezTo>
                    <a:pt x="13373" y="8254"/>
                    <a:pt x="13130" y="7916"/>
                    <a:pt x="12758" y="7815"/>
                  </a:cubicBezTo>
                  <a:cubicBezTo>
                    <a:pt x="12658" y="7438"/>
                    <a:pt x="12320" y="7201"/>
                    <a:pt x="11954" y="7201"/>
                  </a:cubicBezTo>
                  <a:cubicBezTo>
                    <a:pt x="11854" y="7201"/>
                    <a:pt x="11753" y="7216"/>
                    <a:pt x="11654" y="7256"/>
                  </a:cubicBezTo>
                  <a:cubicBezTo>
                    <a:pt x="11499" y="7128"/>
                    <a:pt x="11310" y="7066"/>
                    <a:pt x="11127" y="7066"/>
                  </a:cubicBezTo>
                  <a:cubicBezTo>
                    <a:pt x="10856" y="7066"/>
                    <a:pt x="10589" y="7201"/>
                    <a:pt x="10429" y="7449"/>
                  </a:cubicBezTo>
                  <a:cubicBezTo>
                    <a:pt x="10413" y="7448"/>
                    <a:pt x="10397" y="7448"/>
                    <a:pt x="10381" y="7448"/>
                  </a:cubicBezTo>
                  <a:cubicBezTo>
                    <a:pt x="9925" y="7448"/>
                    <a:pt x="9553" y="7820"/>
                    <a:pt x="9553" y="8276"/>
                  </a:cubicBezTo>
                  <a:lnTo>
                    <a:pt x="9553" y="8326"/>
                  </a:lnTo>
                  <a:cubicBezTo>
                    <a:pt x="9302" y="8487"/>
                    <a:pt x="9175" y="8753"/>
                    <a:pt x="9175" y="9025"/>
                  </a:cubicBezTo>
                  <a:cubicBezTo>
                    <a:pt x="9175" y="9208"/>
                    <a:pt x="9230" y="9396"/>
                    <a:pt x="9358" y="9551"/>
                  </a:cubicBezTo>
                  <a:cubicBezTo>
                    <a:pt x="9202" y="9954"/>
                    <a:pt x="9383" y="10399"/>
                    <a:pt x="9749" y="10590"/>
                  </a:cubicBezTo>
                  <a:lnTo>
                    <a:pt x="8092" y="12002"/>
                  </a:lnTo>
                  <a:lnTo>
                    <a:pt x="7661" y="7887"/>
                  </a:lnTo>
                  <a:lnTo>
                    <a:pt x="7661" y="7887"/>
                  </a:lnTo>
                  <a:cubicBezTo>
                    <a:pt x="7783" y="7917"/>
                    <a:pt x="7909" y="7931"/>
                    <a:pt x="8032" y="7931"/>
                  </a:cubicBezTo>
                  <a:cubicBezTo>
                    <a:pt x="8625" y="7931"/>
                    <a:pt x="9196" y="7593"/>
                    <a:pt x="9458" y="7005"/>
                  </a:cubicBezTo>
                  <a:cubicBezTo>
                    <a:pt x="10268" y="6922"/>
                    <a:pt x="10856" y="6235"/>
                    <a:pt x="10856" y="5458"/>
                  </a:cubicBezTo>
                  <a:cubicBezTo>
                    <a:pt x="10856" y="5353"/>
                    <a:pt x="10845" y="5241"/>
                    <a:pt x="10822" y="5131"/>
                  </a:cubicBezTo>
                  <a:lnTo>
                    <a:pt x="10822" y="5126"/>
                  </a:lnTo>
                  <a:cubicBezTo>
                    <a:pt x="11165" y="4815"/>
                    <a:pt x="11338" y="4393"/>
                    <a:pt x="11338" y="3967"/>
                  </a:cubicBezTo>
                  <a:cubicBezTo>
                    <a:pt x="11338" y="3545"/>
                    <a:pt x="11165" y="3117"/>
                    <a:pt x="10822" y="2808"/>
                  </a:cubicBezTo>
                  <a:cubicBezTo>
                    <a:pt x="10845" y="2696"/>
                    <a:pt x="10856" y="2586"/>
                    <a:pt x="10856" y="2480"/>
                  </a:cubicBezTo>
                  <a:cubicBezTo>
                    <a:pt x="10856" y="1698"/>
                    <a:pt x="10268" y="1015"/>
                    <a:pt x="9458" y="932"/>
                  </a:cubicBezTo>
                  <a:lnTo>
                    <a:pt x="9458" y="928"/>
                  </a:lnTo>
                  <a:cubicBezTo>
                    <a:pt x="9196" y="345"/>
                    <a:pt x="8620" y="0"/>
                    <a:pt x="8026" y="0"/>
                  </a:cubicBezTo>
                  <a:cubicBezTo>
                    <a:pt x="7760" y="0"/>
                    <a:pt x="7495" y="67"/>
                    <a:pt x="7250" y="211"/>
                  </a:cubicBezTo>
                  <a:cubicBezTo>
                    <a:pt x="7000" y="67"/>
                    <a:pt x="6734" y="0"/>
                    <a:pt x="647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103" name="Google Shape;5482;p74">
            <a:extLst>
              <a:ext uri="{FF2B5EF4-FFF2-40B4-BE49-F238E27FC236}">
                <a16:creationId xmlns:a16="http://schemas.microsoft.com/office/drawing/2014/main" id="{87DA5A36-1888-EFAB-42F6-4FC7924B2AC4}"/>
              </a:ext>
            </a:extLst>
          </p:cNvPr>
          <p:cNvSpPr/>
          <p:nvPr/>
        </p:nvSpPr>
        <p:spPr>
          <a:xfrm>
            <a:off x="7123887" y="1149500"/>
            <a:ext cx="1328546" cy="314853"/>
          </a:xfrm>
          <a:custGeom>
            <a:avLst/>
            <a:gdLst/>
            <a:ahLst/>
            <a:cxnLst/>
            <a:rect l="l" t="t" r="r" b="b"/>
            <a:pathLst>
              <a:path w="30587" h="7248" extrusionOk="0">
                <a:moveTo>
                  <a:pt x="15926" y="0"/>
                </a:moveTo>
                <a:cubicBezTo>
                  <a:pt x="13961" y="0"/>
                  <a:pt x="12266" y="6080"/>
                  <a:pt x="12266" y="6080"/>
                </a:cubicBezTo>
                <a:cubicBezTo>
                  <a:pt x="12266" y="6080"/>
                  <a:pt x="12617" y="3734"/>
                  <a:pt x="10866" y="3624"/>
                </a:cubicBezTo>
                <a:cubicBezTo>
                  <a:pt x="10828" y="3621"/>
                  <a:pt x="10789" y="3620"/>
                  <a:pt x="10751" y="3620"/>
                </a:cubicBezTo>
                <a:cubicBezTo>
                  <a:pt x="9060" y="3620"/>
                  <a:pt x="7833" y="5963"/>
                  <a:pt x="7833" y="5963"/>
                </a:cubicBezTo>
                <a:lnTo>
                  <a:pt x="1" y="7248"/>
                </a:lnTo>
                <a:lnTo>
                  <a:pt x="30587" y="7248"/>
                </a:lnTo>
                <a:cubicBezTo>
                  <a:pt x="30587" y="7248"/>
                  <a:pt x="23118" y="6780"/>
                  <a:pt x="22652" y="6080"/>
                </a:cubicBezTo>
                <a:cubicBezTo>
                  <a:pt x="22185" y="5381"/>
                  <a:pt x="21404" y="2579"/>
                  <a:pt x="19519" y="2346"/>
                </a:cubicBezTo>
                <a:cubicBezTo>
                  <a:pt x="19441" y="2336"/>
                  <a:pt x="19365" y="2332"/>
                  <a:pt x="19291" y="2332"/>
                </a:cubicBezTo>
                <a:cubicBezTo>
                  <a:pt x="18256" y="2332"/>
                  <a:pt x="17651" y="3241"/>
                  <a:pt x="17336" y="3955"/>
                </a:cubicBezTo>
                <a:lnTo>
                  <a:pt x="17336" y="3955"/>
                </a:lnTo>
                <a:cubicBezTo>
                  <a:pt x="17642" y="2843"/>
                  <a:pt x="17903" y="933"/>
                  <a:pt x="16414" y="130"/>
                </a:cubicBezTo>
                <a:cubicBezTo>
                  <a:pt x="16250" y="41"/>
                  <a:pt x="16087" y="0"/>
                  <a:pt x="1592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4" name="Google Shape;5483;p74">
            <a:extLst>
              <a:ext uri="{FF2B5EF4-FFF2-40B4-BE49-F238E27FC236}">
                <a16:creationId xmlns:a16="http://schemas.microsoft.com/office/drawing/2014/main" id="{D58823CF-1428-751C-A285-6CA03B793F5E}"/>
              </a:ext>
            </a:extLst>
          </p:cNvPr>
          <p:cNvSpPr/>
          <p:nvPr/>
        </p:nvSpPr>
        <p:spPr>
          <a:xfrm>
            <a:off x="1016402" y="1318688"/>
            <a:ext cx="1003712" cy="237879"/>
          </a:xfrm>
          <a:custGeom>
            <a:avLst/>
            <a:gdLst/>
            <a:ahLst/>
            <a:cxnLst/>
            <a:rect l="l" t="t" r="r" b="b"/>
            <a:pathLst>
              <a:path w="30587" h="7248" extrusionOk="0">
                <a:moveTo>
                  <a:pt x="15926" y="0"/>
                </a:moveTo>
                <a:cubicBezTo>
                  <a:pt x="13961" y="0"/>
                  <a:pt x="12266" y="6080"/>
                  <a:pt x="12266" y="6080"/>
                </a:cubicBezTo>
                <a:cubicBezTo>
                  <a:pt x="12266" y="6080"/>
                  <a:pt x="12617" y="3734"/>
                  <a:pt x="10866" y="3624"/>
                </a:cubicBezTo>
                <a:cubicBezTo>
                  <a:pt x="10828" y="3621"/>
                  <a:pt x="10789" y="3620"/>
                  <a:pt x="10751" y="3620"/>
                </a:cubicBezTo>
                <a:cubicBezTo>
                  <a:pt x="9060" y="3620"/>
                  <a:pt x="7833" y="5963"/>
                  <a:pt x="7833" y="5963"/>
                </a:cubicBezTo>
                <a:lnTo>
                  <a:pt x="1" y="7248"/>
                </a:lnTo>
                <a:lnTo>
                  <a:pt x="30587" y="7248"/>
                </a:lnTo>
                <a:cubicBezTo>
                  <a:pt x="30587" y="7248"/>
                  <a:pt x="23118" y="6780"/>
                  <a:pt x="22652" y="6080"/>
                </a:cubicBezTo>
                <a:cubicBezTo>
                  <a:pt x="22185" y="5381"/>
                  <a:pt x="21404" y="2579"/>
                  <a:pt x="19519" y="2346"/>
                </a:cubicBezTo>
                <a:cubicBezTo>
                  <a:pt x="19441" y="2336"/>
                  <a:pt x="19365" y="2332"/>
                  <a:pt x="19291" y="2332"/>
                </a:cubicBezTo>
                <a:cubicBezTo>
                  <a:pt x="18256" y="2332"/>
                  <a:pt x="17651" y="3241"/>
                  <a:pt x="17336" y="3955"/>
                </a:cubicBezTo>
                <a:lnTo>
                  <a:pt x="17336" y="3955"/>
                </a:lnTo>
                <a:cubicBezTo>
                  <a:pt x="17642" y="2843"/>
                  <a:pt x="17903" y="933"/>
                  <a:pt x="16414" y="130"/>
                </a:cubicBezTo>
                <a:cubicBezTo>
                  <a:pt x="16250" y="41"/>
                  <a:pt x="16087" y="0"/>
                  <a:pt x="1592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6215671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late">
  <a:themeElements>
    <a:clrScheme name="Slate">
      <a:dk1>
        <a:sysClr val="windowText" lastClr="000000"/>
      </a:dk1>
      <a:lt1>
        <a:sysClr val="window" lastClr="FFFFFF"/>
      </a:lt1>
      <a:dk2>
        <a:srgbClr val="212123"/>
      </a:dk2>
      <a:lt2>
        <a:srgbClr val="DADADA"/>
      </a:lt2>
      <a:accent1>
        <a:srgbClr val="3EC26C"/>
      </a:accent1>
      <a:accent2>
        <a:srgbClr val="B3D463"/>
      </a:accent2>
      <a:accent3>
        <a:srgbClr val="3BBC9D"/>
      </a:accent3>
      <a:accent4>
        <a:srgbClr val="97AF75"/>
      </a:accent4>
      <a:accent5>
        <a:srgbClr val="6BA841"/>
      </a:accent5>
      <a:accent6>
        <a:srgbClr val="79AE90"/>
      </a:accent6>
      <a:hlink>
        <a:srgbClr val="85E4A6"/>
      </a:hlink>
      <a:folHlink>
        <a:srgbClr val="BDF3D0"/>
      </a:folHlink>
    </a:clrScheme>
    <a:fontScheme name="Slate">
      <a:maj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late">
      <a:fillStyleLst>
        <a:solidFill>
          <a:schemeClr val="phClr"/>
        </a:solidFill>
        <a:gradFill rotWithShape="1">
          <a:gsLst>
            <a:gs pos="0">
              <a:schemeClr val="phClr">
                <a:tint val="60000"/>
                <a:lumMod val="110000"/>
              </a:schemeClr>
            </a:gs>
            <a:gs pos="100000">
              <a:schemeClr val="phClr">
                <a:tint val="88000"/>
              </a:schemeClr>
            </a:gs>
          </a:gsLst>
          <a:lin ang="5400000" scaled="0"/>
        </a:gradFill>
        <a:gradFill rotWithShape="1">
          <a:gsLst>
            <a:gs pos="0">
              <a:schemeClr val="phClr">
                <a:tint val="96000"/>
                <a:lumMod val="104000"/>
              </a:schemeClr>
            </a:gs>
            <a:gs pos="100000">
              <a:schemeClr val="phClr">
                <a:shade val="90000"/>
                <a:lumMod val="90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63500" dist="25400" dir="5400000" rotWithShape="0">
              <a:srgbClr val="000000">
                <a:alpha val="60000"/>
              </a:srgbClr>
            </a:outerShdw>
          </a:effectLst>
        </a:effectStyle>
        <a:effectStyle>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blipFill>
      </a:bgFillStyleLst>
    </a:fmtScheme>
  </a:themeElements>
  <a:objectDefaults/>
  <a:extraClrSchemeLst/>
  <a:extLst>
    <a:ext uri="{05A4C25C-085E-4340-85A3-A5531E510DB2}">
      <thm15:themeFamily xmlns:thm15="http://schemas.microsoft.com/office/thememl/2012/main" name="Slate" id="{C3F70B94-7CE9-428E-ADC1-3269CC2C3385}" vid="{43372978-11FE-4814-AC26-BC300187D8C7}"/>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TM04033929[[fn=Slate]]</Template>
  <TotalTime>5836</TotalTime>
  <Words>3791</Words>
  <Application>Microsoft Office PowerPoint</Application>
  <PresentationFormat>On-screen Show (16:9)</PresentationFormat>
  <Paragraphs>358</Paragraphs>
  <Slides>51</Slides>
  <Notes>16</Notes>
  <HiddenSlides>0</HiddenSlides>
  <MMClips>0</MMClips>
  <ScaleCrop>false</ScaleCrop>
  <HeadingPairs>
    <vt:vector size="6" baseType="variant">
      <vt:variant>
        <vt:lpstr>Fonts Used</vt:lpstr>
      </vt:variant>
      <vt:variant>
        <vt:i4>16</vt:i4>
      </vt:variant>
      <vt:variant>
        <vt:lpstr>Theme</vt:lpstr>
      </vt:variant>
      <vt:variant>
        <vt:i4>1</vt:i4>
      </vt:variant>
      <vt:variant>
        <vt:lpstr>Slide Titles</vt:lpstr>
      </vt:variant>
      <vt:variant>
        <vt:i4>51</vt:i4>
      </vt:variant>
    </vt:vector>
  </HeadingPairs>
  <TitlesOfParts>
    <vt:vector size="68" baseType="lpstr">
      <vt:lpstr>Arial</vt:lpstr>
      <vt:lpstr>Calibri</vt:lpstr>
      <vt:lpstr>Calisto MT</vt:lpstr>
      <vt:lpstr>Cambria Math</vt:lpstr>
      <vt:lpstr>Fira Sans</vt:lpstr>
      <vt:lpstr>Merriweather</vt:lpstr>
      <vt:lpstr>Montserrat</vt:lpstr>
      <vt:lpstr>Montserrat ExtraBold</vt:lpstr>
      <vt:lpstr>Nanum Gothic</vt:lpstr>
      <vt:lpstr>Nunito</vt:lpstr>
      <vt:lpstr>Nunito Medium</vt:lpstr>
      <vt:lpstr>Poppins</vt:lpstr>
      <vt:lpstr>SF Pro Text</vt:lpstr>
      <vt:lpstr>Times New Roman</vt:lpstr>
      <vt:lpstr>Wingdings</vt:lpstr>
      <vt:lpstr>Wingdings 2</vt:lpstr>
      <vt:lpstr>Slate</vt:lpstr>
      <vt:lpstr>PowerPoint Presentation</vt:lpstr>
      <vt:lpstr>TABLE OF CONTENT</vt:lpstr>
      <vt:lpstr>Abstract</vt:lpstr>
      <vt:lpstr>Introduction</vt:lpstr>
      <vt:lpstr>Introduction</vt:lpstr>
      <vt:lpstr>PowerPoint Presentation</vt:lpstr>
      <vt:lpstr>Literature Review</vt:lpstr>
      <vt:lpstr>Research Analysis</vt:lpstr>
      <vt:lpstr>PowerPoint Presentation</vt:lpstr>
      <vt:lpstr>PowerPoint Presentation</vt:lpstr>
      <vt:lpstr>Research Gaps and Objectives</vt:lpstr>
      <vt:lpstr>PowerPoint Presentation</vt:lpstr>
      <vt:lpstr>Research Objective</vt:lpstr>
      <vt:lpstr>Design Development</vt:lpstr>
      <vt:lpstr>General Specification of Golf Cart </vt:lpstr>
      <vt:lpstr>General specification of Golf Cart </vt:lpstr>
      <vt:lpstr>Specification</vt:lpstr>
      <vt:lpstr>Design Development</vt:lpstr>
      <vt:lpstr>Motor Drives of Golf Cart </vt:lpstr>
      <vt:lpstr>Motor Analysis</vt:lpstr>
      <vt:lpstr>PowerPoint Presentation</vt:lpstr>
      <vt:lpstr>PowerPoint Presentation</vt:lpstr>
      <vt:lpstr>Components &amp; specifications of transmission </vt:lpstr>
      <vt:lpstr>Motor Parameters</vt:lpstr>
      <vt:lpstr>Calculation of Rated Power</vt:lpstr>
      <vt:lpstr>Calculation of Rated Current</vt:lpstr>
      <vt:lpstr>PowerPoint Presentation</vt:lpstr>
      <vt:lpstr>Why 48 Volts Motor? </vt:lpstr>
      <vt:lpstr>Calculation of Maximum Speed</vt:lpstr>
      <vt:lpstr>Calculation of Torque Generated</vt:lpstr>
      <vt:lpstr>PowerPoint Presentation</vt:lpstr>
      <vt:lpstr>Motor</vt:lpstr>
      <vt:lpstr>Classification of Motor</vt:lpstr>
      <vt:lpstr>PowerPoint Presentation</vt:lpstr>
      <vt:lpstr>PowerPoint Presentation</vt:lpstr>
      <vt:lpstr>PowerPoint Presentation</vt:lpstr>
      <vt:lpstr>PowerPoint Presentation</vt:lpstr>
      <vt:lpstr>Controller</vt:lpstr>
      <vt:lpstr>Golf Cart Controller</vt:lpstr>
      <vt:lpstr>The Curtis Model 1226BL</vt:lpstr>
      <vt:lpstr>The Weber Drivetrain’s Controller </vt:lpstr>
      <vt:lpstr>Some Other Controllers </vt:lpstr>
      <vt:lpstr>Conclusion</vt:lpstr>
      <vt:lpstr>Conclusion</vt:lpstr>
      <vt:lpstr>Conclusion</vt:lpstr>
      <vt:lpstr>Conclusion</vt:lpstr>
      <vt:lpstr>References</vt:lpstr>
      <vt:lpstr>PowerPoint Presentation</vt:lpstr>
      <vt:lpstr>PowerPoint Presentation</vt:lpstr>
      <vt:lpstr>Appendix**</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Design and Analysis of Electric drive of EV</dc:title>
  <dc:creator>Rohan Agrawal</dc:creator>
  <cp:lastModifiedBy>Anshul Yadav</cp:lastModifiedBy>
  <cp:revision>127</cp:revision>
  <dcterms:modified xsi:type="dcterms:W3CDTF">2026-03-08T14:21:26Z</dcterms:modified>
  <cp:version>2.1</cp:version>
</cp:coreProperties>
</file>